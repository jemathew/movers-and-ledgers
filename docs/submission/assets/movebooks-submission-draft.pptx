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9ab0e2eb74072" /><Relationship Type="http://schemas.openxmlformats.org/officeDocument/2006/relationships/extended-properties" Target="/docProps/app.xml" Id="R57348cfb92b34b9c" /><Relationship Type="http://schemas.openxmlformats.org/officeDocument/2006/relationships/officeDocument" Target="/ppt/presentation.xml" Id="R14475c3a44d947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81c3077c2e4047"/>
  </p:sldMasterIdLst>
  <p:notesMasterIdLst>
    <p:notesMasterId xmlns:r="http://schemas.openxmlformats.org/officeDocument/2006/relationships" r:id="R8eb16313d0cc4684"/>
  </p:notesMasterIdLst>
  <p:sldIdLst>
    <p:sldId xmlns:r="http://schemas.openxmlformats.org/officeDocument/2006/relationships" id="256" r:id="R3c81e3422d7c4fed"/>
    <p:sldId xmlns:r="http://schemas.openxmlformats.org/officeDocument/2006/relationships" id="257" r:id="Rbe214702dd824c5d"/>
    <p:sldId xmlns:r="http://schemas.openxmlformats.org/officeDocument/2006/relationships" id="258" r:id="R14a19fffdc044ee2"/>
    <p:sldId xmlns:r="http://schemas.openxmlformats.org/officeDocument/2006/relationships" id="259" r:id="R597d8330f35f4cba"/>
    <p:sldId xmlns:r="http://schemas.openxmlformats.org/officeDocument/2006/relationships" id="260" r:id="R2700e19f883a4cb7"/>
    <p:sldId xmlns:r="http://schemas.openxmlformats.org/officeDocument/2006/relationships" id="261" r:id="R1997e3b42c6240c8"/>
    <p:sldId xmlns:r="http://schemas.openxmlformats.org/officeDocument/2006/relationships" id="262" r:id="R2cf020bc8a6146a7"/>
    <p:sldId xmlns:r="http://schemas.openxmlformats.org/officeDocument/2006/relationships" id="263" r:id="R6d241036d35b44f1"/>
    <p:sldId xmlns:r="http://schemas.openxmlformats.org/officeDocument/2006/relationships" id="264" r:id="Re1ade6232bf74ed7"/>
    <p:sldId xmlns:r="http://schemas.openxmlformats.org/officeDocument/2006/relationships" id="265" r:id="Rbe07903e321b458a"/>
    <p:sldId xmlns:r="http://schemas.openxmlformats.org/officeDocument/2006/relationships" id="266" r:id="R8fa9a211e8f44819"/>
    <p:sldId xmlns:r="http://schemas.openxmlformats.org/officeDocument/2006/relationships" id="267" r:id="R1fa3695e18454296"/>
    <p:sldId xmlns:r="http://schemas.openxmlformats.org/officeDocument/2006/relationships" id="268" r:id="R3aae85b3a852454f"/>
    <p:sldId xmlns:r="http://schemas.openxmlformats.org/officeDocument/2006/relationships" id="269" r:id="Rbf9d3d631579453d"/>
    <p:sldId xmlns:r="http://schemas.openxmlformats.org/officeDocument/2006/relationships" id="270" r:id="R16a22f392fe443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106008de2c4eeb" /><Relationship Type="http://schemas.openxmlformats.org/officeDocument/2006/relationships/slideMaster" Target="/ppt/slideMasters/slideMaster1.xml" Id="R7781c3077c2e4047" /><Relationship Type="http://schemas.openxmlformats.org/officeDocument/2006/relationships/notesMaster" Target="/ppt/notesMasters/notesMaster1.xml" Id="R8eb16313d0cc4684" /><Relationship Type="http://schemas.openxmlformats.org/officeDocument/2006/relationships/presProps" Target="/ppt/presProps.xml" Id="R15dde59d81254f75" /><Relationship Type="http://schemas.openxmlformats.org/officeDocument/2006/relationships/tableStyles" Target="/ppt/tableStyles.xml" Id="Rb70b24ba7b5b48ae" /><Relationship Type="http://schemas.openxmlformats.org/officeDocument/2006/relationships/slide" Target="/ppt/slides/slide1.xml" Id="R3c81e3422d7c4fed" /><Relationship Type="http://schemas.openxmlformats.org/officeDocument/2006/relationships/slide" Target="/ppt/slides/slide2.xml" Id="Rbe214702dd824c5d" /><Relationship Type="http://schemas.openxmlformats.org/officeDocument/2006/relationships/slide" Target="/ppt/slides/slide3.xml" Id="R14a19fffdc044ee2" /><Relationship Type="http://schemas.openxmlformats.org/officeDocument/2006/relationships/slide" Target="/ppt/slides/slide4.xml" Id="R597d8330f35f4cba" /><Relationship Type="http://schemas.openxmlformats.org/officeDocument/2006/relationships/slide" Target="/ppt/slides/slide5.xml" Id="R2700e19f883a4cb7" /><Relationship Type="http://schemas.openxmlformats.org/officeDocument/2006/relationships/slide" Target="/ppt/slides/slide6.xml" Id="R1997e3b42c6240c8" /><Relationship Type="http://schemas.openxmlformats.org/officeDocument/2006/relationships/slide" Target="/ppt/slides/slide7.xml" Id="R2cf020bc8a6146a7" /><Relationship Type="http://schemas.openxmlformats.org/officeDocument/2006/relationships/slide" Target="/ppt/slides/slide8.xml" Id="R6d241036d35b44f1" /><Relationship Type="http://schemas.openxmlformats.org/officeDocument/2006/relationships/slide" Target="/ppt/slides/slide9.xml" Id="Re1ade6232bf74ed7" /><Relationship Type="http://schemas.openxmlformats.org/officeDocument/2006/relationships/slide" Target="/ppt/slides/slide10.xml" Id="Rbe07903e321b458a" /><Relationship Type="http://schemas.openxmlformats.org/officeDocument/2006/relationships/slide" Target="/ppt/slides/slide11.xml" Id="R8fa9a211e8f44819" /><Relationship Type="http://schemas.openxmlformats.org/officeDocument/2006/relationships/slide" Target="/ppt/slides/slide12.xml" Id="R1fa3695e18454296" /><Relationship Type="http://schemas.openxmlformats.org/officeDocument/2006/relationships/slide" Target="/ppt/slides/slide13.xml" Id="R3aae85b3a852454f" /><Relationship Type="http://schemas.openxmlformats.org/officeDocument/2006/relationships/slide" Target="/ppt/slides/slide14.xml" Id="Rbf9d3d631579453d" /><Relationship Type="http://schemas.openxmlformats.org/officeDocument/2006/relationships/slide" Target="/ppt/slides/slide15.xml" Id="R16a22f392fe443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7d82f1d2a9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d6d0d76e34607" /><Relationship Type="http://schemas.openxmlformats.org/officeDocument/2006/relationships/notesMaster" Target="/ppt/notesMasters/notesMaster1.xml" Id="Rf4b386c7bcdb47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ef5fb730b4466" /><Relationship Type="http://schemas.openxmlformats.org/officeDocument/2006/relationships/notesMaster" Target="/ppt/notesMasters/notesMaster1.xml" Id="Rbb8927d0528f43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63bd657c10410f" /><Relationship Type="http://schemas.openxmlformats.org/officeDocument/2006/relationships/notesMaster" Target="/ppt/notesMasters/notesMaster1.xml" Id="Raf25e009a2d940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4b0ddf7ff648e0" /><Relationship Type="http://schemas.openxmlformats.org/officeDocument/2006/relationships/notesMaster" Target="/ppt/notesMasters/notesMaster1.xml" Id="R0744495a472340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f343116f6743bc" /><Relationship Type="http://schemas.openxmlformats.org/officeDocument/2006/relationships/notesMaster" Target="/ppt/notesMasters/notesMaster1.xml" Id="R0ea207799bc547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9dfa698a9d4138" /><Relationship Type="http://schemas.openxmlformats.org/officeDocument/2006/relationships/notesMaster" Target="/ppt/notesMasters/notesMaster1.xml" Id="Rf28f489407d44e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ca4ef348714b6d" /><Relationship Type="http://schemas.openxmlformats.org/officeDocument/2006/relationships/notesMaster" Target="/ppt/notesMasters/notesMaster1.xml" Id="R71233ad0385c45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0d27dc596948e1" /><Relationship Type="http://schemas.openxmlformats.org/officeDocument/2006/relationships/notesMaster" Target="/ppt/notesMasters/notesMaster1.xml" Id="R07f569351baf4a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4c3e3db39646ae" /><Relationship Type="http://schemas.openxmlformats.org/officeDocument/2006/relationships/notesMaster" Target="/ppt/notesMasters/notesMaster1.xml" Id="Rcc16e293720b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542f81bdf84dd1" /><Relationship Type="http://schemas.openxmlformats.org/officeDocument/2006/relationships/notesMaster" Target="/ppt/notesMasters/notesMaster1.xml" Id="R9462bf4092464f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3e23a179474cc1" /><Relationship Type="http://schemas.openxmlformats.org/officeDocument/2006/relationships/notesMaster" Target="/ppt/notesMasters/notesMaster1.xml" Id="R4e5067d0463d49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f4fe0157aa46df" /><Relationship Type="http://schemas.openxmlformats.org/officeDocument/2006/relationships/notesMaster" Target="/ppt/notesMasters/notesMaster1.xml" Id="Ree516f3057664b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11e855a9d24d47" /><Relationship Type="http://schemas.openxmlformats.org/officeDocument/2006/relationships/notesMaster" Target="/ppt/notesMasters/notesMaster1.xml" Id="Raab4a2bda7fb4a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ba7563f9214548" /><Relationship Type="http://schemas.openxmlformats.org/officeDocument/2006/relationships/notesMaster" Target="/ppt/notesMasters/notesMaster1.xml" Id="Rd1ab310292794e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eaf5da476947ff" /><Relationship Type="http://schemas.openxmlformats.org/officeDocument/2006/relationships/notesMaster" Target="/ppt/notesMasters/notesMaster1.xml" Id="Rd6a85e54e114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docs/PRODUCT_CONSTITUTION.md; docs/working-backwards/product-press-release.md. Draft content deck. Exact prescribed template missing and compliance unresolved.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roster/contact not provided in source material. Do not infer named contributors from role titles.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 directive; docs/PRODUCT_CONSTITUTION.md. Problem needs are strategy hypotheses, not completed customer research. Exact official BFSI challenge wording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docs/product-management/blueprint.md; feature-contracts.md. Current scope bounded synthetic Beta.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docs/working-backwards/internal-faq.md. Differentiation is a positioning hypothesis. No measured competitor superiority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docs/product-management/feature-contracts.md. New Play and browser-local intake candidate acceptance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docs/architecture-experience/source/customer-journey.mmd; docs/PRODUCT_CONSTITUTION.md.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docs/ux-v2/pr05/after-prepare-1440.jpg. Authentic historical candidate screenshot, not a wireframe or proof of this sprint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docs/architecture/beta-v1-agent-architecture.md; google-native-runtime.md. Diagram depicts implementation boundaries; cloud activation evidence is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docs/deployment/public-beta.md; docs/architecture/google-native-runtime.md; user last-known infrastructure facts. No new live verification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docs/working-backwards/internal-faq.md. No measured spend, current price quote, workload volumes or commercial price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docs/ux-v2/pr04/after-verified-1440.jpg; agents/orchestrator/onboard_fpu.py; tests/test_onboard_fpu.py. Historical authentic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root integration-owner report baseline local backend521 passed58 skipped,17 October2026; named tests. Candidate run and external benchmarking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docs/product-management/blueprint.md section10. Planned work is not credited as deployed.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URLs: README.md and docs/deployment/public-beta.md. Current permissions/version to be verified by release owner. Exact official template and final working-video link still missing.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65708ebe540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4e21acb5e4c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8fa9c8f2947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5079fbff441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4959357994c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95339abe34d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BB7930-3B88-446D-99E6-B4DA822C3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BF1E96-5D5D-40A4-9214-61AF28AC14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0C4577-6C66-43CB-B359-C233824B1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43C75A-D26A-4AD0-AF1C-E6BCA091C8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22C896-9B59-438C-8576-42C469D77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A1BDD3-2609-42CA-9650-13873BF00A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772C86-89D3-471C-8B0D-F59630D15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623972-51D6-4CDD-BF5B-FC37101843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9302A8-637B-4D91-83FB-E49AAE1532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8A62F3-06F0-4307-9030-C803E33236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0b8b3445c6480d" /><Relationship Type="http://schemas.openxmlformats.org/officeDocument/2006/relationships/slideLayout" Target="/ppt/slideLayouts/slideLayout1.xml" Id="R78ba8e3e01864341" /><Relationship Type="http://schemas.openxmlformats.org/officeDocument/2006/relationships/slideLayout" Target="/ppt/slideLayouts/slideLayout2.xml" Id="R77f680e518a341f2" /><Relationship Type="http://schemas.openxmlformats.org/officeDocument/2006/relationships/slideLayout" Target="/ppt/slideLayouts/slideLayout3.xml" Id="R1d599d6b008b4dc8" /><Relationship Type="http://schemas.openxmlformats.org/officeDocument/2006/relationships/slideLayout" Target="/ppt/slideLayouts/slideLayout4.xml" Id="Rb093f780f0ed4d5f" /><Relationship Type="http://schemas.openxmlformats.org/officeDocument/2006/relationships/slideLayout" Target="/ppt/slideLayouts/slideLayout5.xml" Id="Reb83e151e7764a08" /><Relationship Type="http://schemas.openxmlformats.org/officeDocument/2006/relationships/slideLayout" Target="/ppt/slideLayouts/slideLayout6.xml" Id="Re11aea041d4a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a8e3e01864341"/>
    <p:sldLayoutId xmlns:r="http://schemas.openxmlformats.org/officeDocument/2006/relationships" id="2147483650" r:id="R77f680e518a341f2"/>
    <p:sldLayoutId xmlns:r="http://schemas.openxmlformats.org/officeDocument/2006/relationships" id="2147483651" r:id="R1d599d6b008b4dc8"/>
    <p:sldLayoutId xmlns:r="http://schemas.openxmlformats.org/officeDocument/2006/relationships" id="2147483652" r:id="Rb093f780f0ed4d5f"/>
    <p:sldLayoutId xmlns:r="http://schemas.openxmlformats.org/officeDocument/2006/relationships" id="2147483653" r:id="Reb83e151e7764a08"/>
    <p:sldLayoutId xmlns:r="http://schemas.openxmlformats.org/officeDocument/2006/relationships" id="2147483654" r:id="Re11aea041d4a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459b405bf4f20" /><Relationship Type="http://schemas.openxmlformats.org/officeDocument/2006/relationships/image" Target="/ppt/media/image.jpeg" Id="Ra69f9c02deba47fa" /><Relationship Type="http://schemas.openxmlformats.org/officeDocument/2006/relationships/notesSlide" Target="/ppt/notesSlides/notesSlide1.xml" Id="R4a3854fe419d49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6f3e0a66e4504" /><Relationship Type="http://schemas.openxmlformats.org/officeDocument/2006/relationships/notesSlide" Target="/ppt/notesSlides/notesSlide2.xml" Id="R391cb82b96d5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a8aa0c1e34307" /><Relationship Type="http://schemas.openxmlformats.org/officeDocument/2006/relationships/notesSlide" Target="/ppt/notesSlides/notesSlide3.xml" Id="R0e66a4f2f62945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2bbbcb2f5491f" /><Relationship Type="http://schemas.openxmlformats.org/officeDocument/2006/relationships/notesSlide" Target="/ppt/notesSlides/notesSlide4.xml" Id="Rd707288aeebe43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6d41e30e54bdc" /><Relationship Type="http://schemas.openxmlformats.org/officeDocument/2006/relationships/notesSlide" Target="/ppt/notesSlides/notesSlide5.xml" Id="R935baed250524b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2096aab4e4a35" /><Relationship Type="http://schemas.openxmlformats.org/officeDocument/2006/relationships/notesSlide" Target="/ppt/notesSlides/notesSlide6.xml" Id="R4d725d3b501147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de2c1616644bd" /><Relationship Type="http://schemas.openxmlformats.org/officeDocument/2006/relationships/notesSlide" Target="/ppt/notesSlides/notesSlide7.xml" Id="R4d67d16ae91042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2d094d5bc41d9" /><Relationship Type="http://schemas.openxmlformats.org/officeDocument/2006/relationships/image" Target="/ppt/media/image2.jpeg" Id="R73008b081d564270" /><Relationship Type="http://schemas.openxmlformats.org/officeDocument/2006/relationships/notesSlide" Target="/ppt/notesSlides/notesSlide8.xml" Id="R1579ee0cc76d47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454fd4fafb413f" /><Relationship Type="http://schemas.openxmlformats.org/officeDocument/2006/relationships/notesSlide" Target="/ppt/notesSlides/notesSlide9.xml" Id="R68bac866c15f4a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948062a054e37" /><Relationship Type="http://schemas.openxmlformats.org/officeDocument/2006/relationships/notesSlide" Target="/ppt/notesSlides/notesSlide10.xml" Id="R1c8212c5e1254d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ccc82499dd4118" /><Relationship Type="http://schemas.openxmlformats.org/officeDocument/2006/relationships/notesSlide" Target="/ppt/notesSlides/notesSlide11.xml" Id="R538f7dcbee984e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1cd99fa7b4201" /><Relationship Type="http://schemas.openxmlformats.org/officeDocument/2006/relationships/image" Target="/ppt/media/image3.jpeg" Id="R14172887eb8945f2" /><Relationship Type="http://schemas.openxmlformats.org/officeDocument/2006/relationships/notesSlide" Target="/ppt/notesSlides/notesSlide12.xml" Id="R98294b6cbf8347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c1848039541f3" /><Relationship Type="http://schemas.openxmlformats.org/officeDocument/2006/relationships/notesSlide" Target="/ppt/notesSlides/notesSlide13.xml" Id="Rb07ef87d35ba42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df6b4c97d453f" /><Relationship Type="http://schemas.openxmlformats.org/officeDocument/2006/relationships/notesSlide" Target="/ppt/notesSlides/notesSlide14.xml" Id="R3b5b11afdf7f41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4edde1dcd446d" /><Relationship Type="http://schemas.openxmlformats.org/officeDocument/2006/relationships/notesSlide" Target="/ppt/notesSlides/notesSlide15.xml" Id="R195d4a01af4341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2C5D3-7188-4D34-90D5-2D3F6245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MoveBooks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8A52D-CA72-461B-B3DB-C428FD4E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B9E9F-4873-4EB7-9122-981FAAFA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CA101-5103-474B-B0B4-AE31F9F3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Move your books.</a:t>
            </a:r>
          </a:p>
          <a:p xmlns:a="http://schemas.openxmlformats.org/drawingml/2006/main">
            <a:pPr>
              <a:defRPr sz="4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Keep your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A6F0D-3919-4514-89A1-8FFEFB30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Movers &amp; Ledgers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3D1B4-7A8C-41CF-B9CD-40F17BF6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Accounting migration, from understanding</a:t>
            </a:r>
          </a:p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to verified first productive use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9D8A5-3D82-45F4-81D0-36B8AE02B4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f9c02deba47fa"/>
          <a:stretch xmlns:a="http://schemas.openxmlformats.org/drawingml/2006/main"/>
        </p:blipFill>
        <p:spPr>
          <a:xfrm xmlns:a="http://schemas.openxmlformats.org/drawingml/2006/main">
            <a:off x="6977784" y="1619250"/>
            <a:ext cx="3665682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28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264C7-2693-4378-BCE0-D1E5D0B5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Team and delivery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F1F4B-D8B1-4DD1-81A1-6A91DE4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B6EFF-5E16-4275-9E03-1E5C62B8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1DFB2-19DA-4230-BFED-0421B9F5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Movers &amp; Ledgers develops MoveBooks AI as an independent product concept.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FDFE5-DCBF-43C7-9D2A-F8A3D67F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The submission candidate combines product, engineering, financial systems, AI evaluation and release responsibilities.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BF0EB-4DF6-4E00-BF72-0779144B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Team names, roles and contact details await the submission owner.</a:t>
            </a:r>
          </a:p>
        </p:txBody>
      </p:sp>
    </p:spTree>
    <p:extLst>
      <p:ext uri="{BB962C8B-B14F-4D97-AF65-F5344CB8AC3E}">
        <p14:creationId xmlns:p14="http://schemas.microsoft.com/office/powerpoint/2010/main" val="1737528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EB23F-677F-4B3C-83CB-3A45D3A9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The accounting handover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8893D-79D7-4500-B165-AA4D09E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A4FB2-17F2-48DF-A821-605F0A9A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FB034-8BB6-4C89-8BFE-9B96CC8E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A completed import does not show whether the books are ready for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4EEA7-D7AF-4197-B1F2-5055115D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Accountants need to understand unsupported records, ambiguous mappings and financial differences.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2D799-288D-4EEB-9C54-58AD9531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The proposed outcome is an informed, approved and verified first productive task.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171D7-8A62-4033-A4A4-410F1BA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BFSI fit: trustworthy financial migration and onboarding. Exact selected challenge statement pending.</a:t>
            </a:r>
          </a:p>
        </p:txBody>
      </p:sp>
    </p:spTree>
    <p:extLst>
      <p:ext uri="{BB962C8B-B14F-4D97-AF65-F5344CB8AC3E}">
        <p14:creationId xmlns:p14="http://schemas.microsoft.com/office/powerpoint/2010/main" val="1600778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2B972-9C3D-443D-AD8F-634B2485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The product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250F5-1F19-41F0-8D71-6E3B53E0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5AC4E-D23E-406D-A2C6-31241800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7E2E0-9FFB-43E2-B8E1-4CD7BF9B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One governed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45D7E-6389-4029-8BC1-7EE4B335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Understand and prepare with evidence before making consequential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10DDF-4269-4A0A-A4D1-21DE2B50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Move supported synthetic information with checkpoints and safe recovery.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2B3F5-A7C2-4355-8CC8-7F08AF3A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Verify financial correctness, configure the environment and complete an approved first invoice.</a:t>
            </a:r>
          </a:p>
        </p:txBody>
      </p:sp>
    </p:spTree>
    <p:extLst>
      <p:ext uri="{BB962C8B-B14F-4D97-AF65-F5344CB8AC3E}">
        <p14:creationId xmlns:p14="http://schemas.microsoft.com/office/powerpoint/2010/main" val="862105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9E8B4-4B69-43B5-AB8E-84928580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B1BB0-426D-4E03-A94E-68DFF4B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63323-4B88-4ADC-9140-5FD4AC5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93679-EF8E-44EB-B12B-E3BAE256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57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Continuity from learning and readiness to financial verification and productive adoption.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540E0-33C6-48B8-A165-EF80D0C8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57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A human accountant controls consequential choices. Gemini explains. A separate Reviewer challenges.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83D07-F7EA-4197-8CF9-4640B4BE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57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Deterministic tools establish financial truth, while internal Judges evaluate quality outside the execution path.</a:t>
            </a:r>
          </a:p>
        </p:txBody>
      </p:sp>
    </p:spTree>
    <p:extLst>
      <p:ext uri="{BB962C8B-B14F-4D97-AF65-F5344CB8AC3E}">
        <p14:creationId xmlns:p14="http://schemas.microsoft.com/office/powerpoint/2010/main" val="1092067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62CBC-6AA1-4A3A-A43C-1D7FC952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Three entry experiences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246FC-5437-4A61-9C92-5C396810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05EF2-A6C3-46CF-B3D1-4D357B1A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F2674-0CF1-4883-905B-F6D2AE8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EADA9-3438-4558-A90E-562E4143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A playable office mission for learning migration concepts.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14B5F-0462-4DA6-AB40-541E6CD9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Explore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C6BCF-536E-4051-A3EC-3A3F4F2B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A complete Harbor Light Books synthetic migration rehearsal.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291EC-587C-4786-B0BD-C4ED5790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Try Your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80688-940F-4FB0-9342-C03540D3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Validation of permitted test packages. Hosted uploads remain separately gated.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E6375-843D-44B4-A107-964ECB9B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All paths preserve the same financial and approval boundaries.</a:t>
            </a:r>
          </a:p>
        </p:txBody>
      </p:sp>
    </p:spTree>
    <p:extLst>
      <p:ext uri="{BB962C8B-B14F-4D97-AF65-F5344CB8AC3E}">
        <p14:creationId xmlns:p14="http://schemas.microsoft.com/office/powerpoint/2010/main" val="310920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93BE1-E20F-45D8-BC64-A3769D33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Migration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87F97-A7B5-4D0C-8F83-03EEEA70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BC458-2723-42CD-80BD-7DBEEA36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A8483-D9CE-48BB-AFCE-2D9FCC50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34C00-F41C-45A8-A23A-6E87754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904BC-55E4-4812-A14F-9FAF4FB6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Discover and assess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1BCB6-A81D-45B2-8A57-966BF059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544F9-E6B8-452B-AE45-D36F7FB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193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DB406-E2B7-40A2-9B23-8EE51CF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76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Plan, map and 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D826F-5E7C-4C3F-8E17-3E72562B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F806B-D75F-452D-847F-F33F123C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CBC42-71E8-4B50-B023-F94AEFF2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Migrate and resolve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9EE39-D284-491E-9E83-E4D40E0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EB8B4-41C6-452A-84F4-1B1582B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193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81A09-87DF-4B2D-942C-E09CF1A3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Reconcile and configure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FA490-2B73-4189-B33F-30DED7F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9F993-C702-4C4A-83E9-9C37AEAB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193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EC726-5D4F-4EE9-A1A4-544B2674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76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Onboard and verified FPU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2E11F-0606-4AA6-8B6A-54A78060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Progress follows evidence and valid state transitions. Financial discrepancies stop the journey.</a:t>
            </a:r>
          </a:p>
        </p:txBody>
      </p:sp>
    </p:spTree>
    <p:extLst>
      <p:ext uri="{BB962C8B-B14F-4D97-AF65-F5344CB8AC3E}">
        <p14:creationId xmlns:p14="http://schemas.microsoft.com/office/powerpoint/2010/main" val="631933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5ADF6-3D90-4D2F-BFD3-8CD40AFB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Decision experience and wireframes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A5E92-2A62-4689-BAA9-A1DFF81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83371-9217-4AE7-87DA-5B558EEF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D0C13-2BBE-4493-9D17-3B8B81E22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08b081d564270"/>
          <a:stretch xmlns:a="http://schemas.openxmlformats.org/drawingml/2006/main"/>
        </p:blipFill>
        <p:spPr>
          <a:xfrm xmlns:a="http://schemas.openxmlformats.org/drawingml/2006/main">
            <a:off x="962025" y="1428750"/>
            <a:ext cx="70104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863BC-949E-44D7-9F4B-8E2527D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668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Evidence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E32A1-99AE-45E4-8B3E-031DE54A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276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What is happening?</a:t>
            </a:r>
          </a:p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Why is it happening?</a:t>
            </a:r>
          </a:p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What happens next?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84CBC-0A52-46FD-9C00-614DBB8B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053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Historical implemented UI evidence; final candidate capture pending.</a:t>
            </a:r>
          </a:p>
        </p:txBody>
      </p:sp>
    </p:spTree>
    <p:extLst>
      <p:ext uri="{BB962C8B-B14F-4D97-AF65-F5344CB8AC3E}">
        <p14:creationId xmlns:p14="http://schemas.microsoft.com/office/powerpoint/2010/main" val="2085461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26862-9491-457C-8DB0-FBFB65B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CBC5A-0ECD-4A64-A35A-433B6BB9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957AE-0BB9-4D20-8CA1-7799D34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7C735-A013-4D65-8653-D05C6841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CE61A-F5D3-4069-978A-766252C7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Accountant and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7113F-6CC5-4778-95CE-3291116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323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A837E-8704-4571-BF65-5A2547E5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Authenticated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9DEF1-1902-41CE-80B0-A78AF50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323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43437-1F67-4791-B65B-32A50D84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Deterministic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95B3C-1A87-449B-BFB4-5CB9EEAA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5E4F1-D325-45E5-B970-9D0C9A60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243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Human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B54C8-488B-4B40-9EB1-506668D6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323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93A22-2CEA-4F81-9130-A81E73B9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Gemini / Reviewer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EEBE5-A732-4C13-8299-A873B08A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323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5E526-4C9F-4B4D-B8E0-59D208DC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Financial tools / 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2BC3D-481E-483A-AE2F-4085D47F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Advisory output returns to the accountant. Only authorized deterministic operations change financial state.</a:t>
            </a:r>
          </a:p>
        </p:txBody>
      </p:sp>
    </p:spTree>
    <p:extLst>
      <p:ext uri="{BB962C8B-B14F-4D97-AF65-F5344CB8AC3E}">
        <p14:creationId xmlns:p14="http://schemas.microsoft.com/office/powerpoint/2010/main" val="1392509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064BE-AD67-451E-9307-207DEB18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Google Cloud technologies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B3BDE-4F19-489E-8613-BB8E8C7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04006-72F4-4078-9F52-C3BFA015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BD103-FDB2-4CFE-B466-DEDFC248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Firebase Hosting, Firebase Authentication and Cloud Run form the application and identity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E8340-EAB3-492D-A9F5-CBF4216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Cloud SQL / PostgreSQL retains financial and transactional authority. Cloud Storage and Secret Manager have scoped adapter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68122-6C42-414E-9B30-31D24067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Vertex AI / Gemini and Google ADK supply bounded advisory integration. Firestore operational controls remain separately activation-gated.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303E8-CF6E-4784-88C2-2B7B600C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Last known public mode: deterministic-only. Vertex API enablement alone does not prove inference access.</a:t>
            </a:r>
          </a:p>
        </p:txBody>
      </p:sp>
    </p:spTree>
    <p:extLst>
      <p:ext uri="{BB962C8B-B14F-4D97-AF65-F5344CB8AC3E}">
        <p14:creationId xmlns:p14="http://schemas.microsoft.com/office/powerpoint/2010/main" val="1952011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B5B5B-7CC3-4BA7-87E4-1812028D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Implementation cost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38A95-4DA4-4DAB-8A40-867097A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2FCA1-8A6F-47D4-B4B4-C5A11F8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66EAD-B99F-4E2F-9BF5-494FFE7F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 bounded cost model precedes activation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FB28B-7EC1-4884-BE6E-F2D68D5D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Compute and database: runtime seconds, memory, SQL capacity, storage and backups.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204B3-0EAD-402C-A813-EC616B77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AI and operations: model tokens, Firestore operations, logs, storage and egress.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62884-5CA1-4A0A-8B24-81C4EA7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Service effort: support, financial review and recovery. Owner quotas, durable budgets and a kill switch bound exposure.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39819-2743-438D-A83F-E77D0241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Estimate status: unpriced. Publish currency, region, pricing date, workload assumptions and observed spend before asserting cost.</a:t>
            </a:r>
          </a:p>
        </p:txBody>
      </p:sp>
    </p:spTree>
    <p:extLst>
      <p:ext uri="{BB962C8B-B14F-4D97-AF65-F5344CB8AC3E}">
        <p14:creationId xmlns:p14="http://schemas.microsoft.com/office/powerpoint/2010/main" val="755257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9FA9B-F1E2-4C18-8CE1-31C6DE1F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Financial verification and first productive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55A97-65C2-4E46-AE2A-21EAB92B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A4490-6B7D-4115-AA0C-5EEBD0E6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C2C90-3644-4725-A2FE-873A9A9BA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72887eb8945f2"/>
          <a:stretch xmlns:a="http://schemas.openxmlformats.org/drawingml/2006/main"/>
        </p:blipFill>
        <p:spPr>
          <a:xfrm xmlns:a="http://schemas.openxmlformats.org/drawingml/2006/main">
            <a:off x="962025" y="1428750"/>
            <a:ext cx="70104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B6787-F216-4965-8873-4D0B5E39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14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Verified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C6E9C-FE3C-4B26-923F-AF13D12A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24125"/>
            <a:ext cx="2762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Required controls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The owner approves a synthetic invoice.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A deterministic receipt verifies its effect.</a:t>
            </a:r>
          </a:p>
        </p:txBody>
      </p:sp>
    </p:spTree>
    <p:extLst>
      <p:ext uri="{BB962C8B-B14F-4D97-AF65-F5344CB8AC3E}">
        <p14:creationId xmlns:p14="http://schemas.microsoft.com/office/powerpoint/2010/main" val="419125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02123-59AB-442F-A771-F7A4D902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Benchmarking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BC4B3-C284-49EA-BB6C-5E5C9EF6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9788F-5128-49E6-80F1-6977AB8C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B5860-268D-44BC-B18F-222F727D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Baseline backend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39FEB-BDF8-4194-B98E-8BE8F440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521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C9251-E0C9-42EC-AA64-5357B92F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58 skipped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1E517-6EC9-4010-A5BF-1CAAB66B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668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What the evidence covers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D65B7-79A9-4141-9AE8-B6CC2B52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Owner/approval boundaries</a:t>
            </a:r>
          </a:p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State transitions and replay</a:t>
            </a:r>
          </a:p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Recovery and reconciliation</a:t>
            </a:r>
          </a:p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Synthetic FPU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814A2-D50C-4F90-B742-691C843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Historical local baseline, not candidate acceptance or user impact. No external provider benchmark or model accuracy claim.</a:t>
            </a:r>
          </a:p>
        </p:txBody>
      </p:sp>
    </p:spTree>
    <p:extLst>
      <p:ext uri="{BB962C8B-B14F-4D97-AF65-F5344CB8AC3E}">
        <p14:creationId xmlns:p14="http://schemas.microsoft.com/office/powerpoint/2010/main" val="205584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2AC14-AF50-4E1C-A980-B1314ABC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Future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2940C-62A1-42F6-B72A-982B350E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03031-B8E9-4AFF-A05F-E21AC220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3DE99-F55B-4795-8110-30C4E1E3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57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Now: accept the synthetic journey, Play mission, local intake, mapping review, offline evaluation and submission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5DAC8-535B-43A1-9D53-F53B09B5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57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Next, gated: verify live Gemini and Firestore operations; complete independent hosted-upload safety and operating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7D40E-BDDF-48AC-8840-4721FAC9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Later: reviewed provider adapters, real-data handling, delegated roles and observed customer outcomes.</a:t>
            </a:r>
          </a:p>
        </p:txBody>
      </p:sp>
    </p:spTree>
    <p:extLst>
      <p:ext uri="{BB962C8B-B14F-4D97-AF65-F5344CB8AC3E}">
        <p14:creationId xmlns:p14="http://schemas.microsoft.com/office/powerpoint/2010/main" val="12253354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2375D-06A5-402D-9C53-417CF343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Submission links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CE6BD-E030-48A4-911C-4867930A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MOVEBOOKS AI   /   BOUNDED SYNTHETIC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BA01E-2491-48CA-82F1-EA6DFBEF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6D2B9-3E80-4878-BA55-8818A558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Working Beta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889B7-4250-4F6A-8255-FD122407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https://movebooks-si.web.app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CED1B-C522-438C-9349-40BA4BB0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Public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61FE0-D67B-46C0-8E8A-4C7F9BD6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github.com/JEMathew/movers-and-ledgers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FAE15-5834-45FA-A7BA-1EECC55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Evidence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42923-C2B4-4C84-BF05-E3FFEBB0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671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Working Backwards, PM blueprint, editable diagrams and candidate acceptance 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F0571-66D6-4BFA-9B7C-57BC0583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F"/>
                </a:solidFill>
                <a:latin typeface="Arial"/>
                <a:ea typeface="Arial"/>
                <a:cs typeface="Arial"/>
              </a:rPr>
              <a:t>Release completion requires the official template, portal checks, accepted candidate evidence and an authentic 3–4 minute video.</a:t>
            </a:r>
          </a:p>
        </p:txBody>
      </p:sp>
    </p:spTree>
    <p:extLst>
      <p:ext uri="{BB962C8B-B14F-4D97-AF65-F5344CB8AC3E}">
        <p14:creationId xmlns:p14="http://schemas.microsoft.com/office/powerpoint/2010/main" val="254016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2026-10-17T08:57:45.5650000Z</dcterms:created>
  <dcterms:modified xsi:type="dcterms:W3CDTF">2026-10-17T08:57:45.5650000Z</dcterms:modified>
</coreProperties>
</file>