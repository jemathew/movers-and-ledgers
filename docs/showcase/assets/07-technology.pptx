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349b022e8a04728" /><Relationship Type="http://schemas.openxmlformats.org/officeDocument/2006/relationships/extended-properties" Target="/docProps/app.xml" Id="Re6c12c61538540f9" /><Relationship Type="http://schemas.openxmlformats.org/officeDocument/2006/relationships/officeDocument" Target="/ppt/presentation.xml" Id="R0fb921df4b8e4751" /></Relationships>
</file>

<file path=ppt/presentation.xml><?xml version="1.0" encoding="utf-8"?>
<p:presentation xmlns:p="http://schemas.openxmlformats.org/presentationml/2006/main">
  <p:sldMasterIdLst>
    <p:sldMasterId xmlns:r="http://schemas.openxmlformats.org/officeDocument/2006/relationships" id="2147483648" r:id="R055d11322cdc4168"/>
  </p:sldMasterIdLst>
  <p:notesMasterIdLst>
    <p:notesMasterId xmlns:r="http://schemas.openxmlformats.org/officeDocument/2006/relationships" r:id="Rbbe032a4074f426c"/>
  </p:notesMasterIdLst>
  <p:sldIdLst>
    <p:sldId xmlns:r="http://schemas.openxmlformats.org/officeDocument/2006/relationships" id="256" r:id="R16be69335d7e4549"/>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32eb5c1b9294832" /><Relationship Type="http://schemas.openxmlformats.org/officeDocument/2006/relationships/slideMaster" Target="/ppt/slideMasters/slideMaster1.xml" Id="R055d11322cdc4168" /><Relationship Type="http://schemas.openxmlformats.org/officeDocument/2006/relationships/notesMaster" Target="/ppt/notesMasters/notesMaster1.xml" Id="Rbbe032a4074f426c" /><Relationship Type="http://schemas.openxmlformats.org/officeDocument/2006/relationships/presProps" Target="/ppt/presProps.xml" Id="R52b3061986404146" /><Relationship Type="http://schemas.openxmlformats.org/officeDocument/2006/relationships/tableStyles" Target="/ppt/tableStyles.xml" Id="R767d32161b4b4534" /><Relationship Type="http://schemas.openxmlformats.org/officeDocument/2006/relationships/slide" Target="/ppt/slides/slide1.xml" Id="R16be69335d7e454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65e7511ce6d498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a8d01e3dd794f92" /><Relationship Type="http://schemas.openxmlformats.org/officeDocument/2006/relationships/notesMaster" Target="/ppt/notesMasters/notesMaster1.xml" Id="R89e5f51f8dc3498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Technology inventory prepared 18 October 2026 from delivery/submission-integration commit aacd3a50409bb2ea3e95329405e3871669cb7572. I means implemented recorded cloud baseline/resource, not current candidate deployment acceptance. L means locally demonstrated candidate source with dated local/offline/synthetic evidence. P means future proposed activation/integration. The diagram is a technology overview, not a deployment or trust-boundary flow. All text, layer dividers, status labels and role/tool glyphs are native editable PowerPoint elements. Official brand artwork is embedded as separate SVG/PNG image objects.</a:t>
            </a:r>
          </a:p>
          <a:p xmlns:a="http://schemas.openxmlformats.org/drawingml/2006/main">
            <a:r>
              <a:t/>
            </a:r>
          </a:p>
          <a:p xmlns:a="http://schemas.openxmlformats.org/drawingml/2006/main">
            <a:r>
              <a:t>Experience and API evidence: apps/web/package.json and package-lock.json; apps/web/next.config.ts; services/api/Dockerfile; apps/web/Dockerfile; pyproject.toml; services/api/src/movebooks_api/settings.py and auth.py; apps/web/lib/server/private-api-proxy.ts and proxy-auth.ts. Browser CSV/JSON/package checks run locally and do not imply hosted file processing. Lucide is a product dependency; the slide role/tool cues are native geometry, not a claim that Lucide authors the slide. Firebase owner is the current authorization role; delegated roles remain proposed.</a:t>
            </a:r>
          </a:p>
          <a:p xmlns:a="http://schemas.openxmlformats.org/drawingml/2006/main">
            <a:r>
              <a:t/>
            </a:r>
          </a:p>
          <a:p xmlns:a="http://schemas.openxmlformats.org/drawingml/2006/main">
            <a:r>
              <a:t>Workflow and model evidence: agents/orchestrator/workflow.py, migrate_resolve.py, validate_configure.py, onboard_fpu.py; agents/reasoning/adk.py, projection.py, provider.py; agents/reviewer/agent.py; tools/validation/checks.py; tools/activation/invoice.py. The workflow/specialists are deterministic Python implementations. ADK 1.39.1 and google.genai support bounded read-only advice and a separate Reviewer output contract. No agent has unrestricted financial tools or independent approval authority. Decimal checks, deterministic validation and human approvals establish progression, not a model opinion.</a:t>
            </a:r>
          </a:p>
          <a:p xmlns:a="http://schemas.openxmlformats.org/drawingml/2006/main">
            <a:r>
              <a:t/>
            </a:r>
          </a:p>
          <a:p xmlns:a="http://schemas.openxmlformats.org/drawingml/2006/main">
            <a:r>
              <a:t>Model qualification: docs/security/model-replacement-gate.md records gemini-3.5-flash-lite, explicit global location, https://aiplatform.googleapis.com, 2048 output tokens, LOW thinking and omitted temperature/top-p/top-k, with 67 targeted offline passes at that earlier source. Current exact-model live workload, cost/latency/usefulness and reservations are unverified. Singapore remains the application setting default but this model requires explicit global. Global processing can occur outside Singapore. September historical gemini-2.5-flash dev evidence exists in docs/architecture/live-gemini-adk.md and docs/reviews/live-gemini-adk-2026-09-29-evidence.md. It is not proof for the replacement/current candidate. Public baseline remains recorded deterministic-only.</a:t>
            </a:r>
          </a:p>
          <a:p xmlns:a="http://schemas.openxmlformats.org/drawingml/2006/main">
            <a:r>
              <a:t/>
            </a:r>
          </a:p>
          <a:p xmlns:a="http://schemas.openxmlformats.org/drawingml/2006/main">
            <a:r>
              <a:t>Data and cloud evidence: services/api/src/movebooks_api/runtime/persistence.py, storage.py, model_controls.py, migration_activity.py, secrets.py and observability.py; docs/architecture/google-native-runtime.md; docs/submission/cloud-inspection-2026-10-17.md; docs/reviews/google-cloud-validation.md; docs/submission/firestore-phase-a-evidence.md; docs/submission/firestore-phase-b-local.md. SQL is the only cloud financial/session authority. Firestore I means the accepted dormant named database, active rules source, Ready index and false seed flags, while the quotas/reservations/kill-switch adapters are L emulator/offline evidence. No active financial workload or complete cloud phase stream is implied. GCS is private and historically probed, not hosted intake. Cloud Logging has bounded historical samples. Secret Manager is a local allowlisted adapter with active successful application reads unverified.</a:t>
            </a:r>
          </a:p>
          <a:p xmlns:a="http://schemas.openxmlformats.org/drawingml/2006/main">
            <a:r>
              <a:t/>
            </a:r>
          </a:p>
          <a:p xmlns:a="http://schemas.openxmlformats.org/drawingml/2006/main">
            <a:r>
              <a:t>Evidence precedence: the later docs/submission/final-experience/RELEASE-HANDOFF.md reports owner-supplied image builds/scans/publication, SQL backup, IAM and no-traffic candidate progress and explicitly says it was not re-verified. Do not erase that report with the older claim that nothing was deployed, or promote it to exact-current-source verified acceptance. No new cloud access was performed for this artifact. docs/submission/technology-stack/technology-decision-matrix.md provides detailed status, rationale, comparisons, dependency resolutions and limitations.</a:t>
            </a:r>
          </a:p>
          <a:p xmlns:a="http://schemas.openxmlformats.org/drawingml/2006/main">
            <a:r>
              <a:t/>
            </a:r>
          </a:p>
          <a:p xmlns:a="http://schemas.openxmlformats.org/drawingml/2006/main">
            <a:r>
              <a:t>Assurance and future evidence: .github/workflows/ci.yml, apps/web/vitest.config.ts, tests/test_postgres_runtime.py, tests/test_firestore_emulator_integration.py, scripts/agent_quality_judge.py, scripts/live_reasoning_eval.py, docs/submission/browser-journey/accept-and-record.cjs. Configured CI is not a new passed run. Playwright is bundled workspace tooling rather than an application dependency. Vertex AI Agent Engine is not used by the current ephemeral ADK runner; Cloud Monitoring alerts, BigQuery exporter and Vertex AI Search retrieval remain proposed. agents/knowledge/README.md and runtime/contracts.py define the narrower current catalog/disabled analytics contracts. No Document AI implementation or selected proposal was found in the targeted evidence.</a:t>
            </a:r>
          </a:p>
          <a:p xmlns:a="http://schemas.openxmlformats.org/drawingml/2006/main">
            <a:r>
              <a:t/>
            </a:r>
          </a:p>
          <a:p xmlns:a="http://schemas.openxmlformats.org/drawingml/2006/main">
            <a:r>
              <a:t>Brand assets: https://cloud.google.com/icons core-products-icons.zip (Cloud Run, Cloud SQL, Cloud Storage, Vertex AI), google-cloud-legacy-icons.zip (distinct Firestore, Logging and Secret Manager product marks); https://firebase.google.com/brand-guidelines official Firebase assets (Authentication, Hosting); https://google.github.io/adk-docs/assets/agent-development-kit.png (official ADK). SVG class color declarations are resolved to equivalent attributes to preserve the official colors in the renderer. No logo distortion/recoloring and no endorsement or activation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4421e8cbc984f0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c556e410daa44e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aab5e592941405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700cce2ed94474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3e74bab11ee442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bacaea9edcd481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50283AE-48FB-498A-8448-7BAA781E3B2F}"/>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7FA380C-50D5-4811-AB36-73BEE00B04B7}"/>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205C2C4-9EE9-4D08-89C0-C447B9DF4460}"/>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6B74F73-C8D8-49A1-AED5-B1ACE29252CD}"/>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6D6D9C8-E18E-473F-9A2D-A930482825AB}"/>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4426014-9D37-433D-9F47-01BCB75987A5}"/>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626AD84-8A63-42DD-9EE1-3E6B6FCEE129}"/>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4886F52-CFCB-4DAC-A05D-E78D36C72FC1}"/>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1C5074-6D0F-4C56-9FB1-2CE51877B208}"/>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A2073A5-8659-4AD7-9B00-4DD308A97A6A}"/>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c7d2f886cd34fad" /><Relationship Type="http://schemas.openxmlformats.org/officeDocument/2006/relationships/slideLayout" Target="/ppt/slideLayouts/slideLayout1.xml" Id="R733fbc240bf5407e" /><Relationship Type="http://schemas.openxmlformats.org/officeDocument/2006/relationships/slideLayout" Target="/ppt/slideLayouts/slideLayout2.xml" Id="Rde846e3a6e7b4dea" /><Relationship Type="http://schemas.openxmlformats.org/officeDocument/2006/relationships/slideLayout" Target="/ppt/slideLayouts/slideLayout3.xml" Id="Ra3301edfcb614bb9" /><Relationship Type="http://schemas.openxmlformats.org/officeDocument/2006/relationships/slideLayout" Target="/ppt/slideLayouts/slideLayout4.xml" Id="R2e0f3e7d94f1404f" /><Relationship Type="http://schemas.openxmlformats.org/officeDocument/2006/relationships/slideLayout" Target="/ppt/slideLayouts/slideLayout5.xml" Id="Rdf4e9a2e9c324034" /><Relationship Type="http://schemas.openxmlformats.org/officeDocument/2006/relationships/slideLayout" Target="/ppt/slideLayouts/slideLayout6.xml" Id="Ra357576084504f9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33fbc240bf5407e"/>
    <p:sldLayoutId xmlns:r="http://schemas.openxmlformats.org/officeDocument/2006/relationships" id="2147483650" r:id="Rde846e3a6e7b4dea"/>
    <p:sldLayoutId xmlns:r="http://schemas.openxmlformats.org/officeDocument/2006/relationships" id="2147483651" r:id="Ra3301edfcb614bb9"/>
    <p:sldLayoutId xmlns:r="http://schemas.openxmlformats.org/officeDocument/2006/relationships" id="2147483652" r:id="R2e0f3e7d94f1404f"/>
    <p:sldLayoutId xmlns:r="http://schemas.openxmlformats.org/officeDocument/2006/relationships" id="2147483653" r:id="Rdf4e9a2e9c324034"/>
    <p:sldLayoutId xmlns:r="http://schemas.openxmlformats.org/officeDocument/2006/relationships" id="2147483654" r:id="Ra357576084504f9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5fdff613ca44b6c" /><Relationship Type="http://schemas.openxmlformats.org/officeDocument/2006/relationships/image" Target="/ppt/media/image.png" Id="R0750a6bd5fdd4201" /><Relationship Type="http://schemas.openxmlformats.org/officeDocument/2006/relationships/image" Target="/ppt/media/image.svg" Id="R232b9e8067dd4eb4" /><Relationship Type="http://schemas.openxmlformats.org/officeDocument/2006/relationships/image" Target="/ppt/media/image2.png" Id="R918c39e028714337" /><Relationship Type="http://schemas.openxmlformats.org/officeDocument/2006/relationships/image" Target="/ppt/media/image3.png" Id="R2ff99d950f184a54" /><Relationship Type="http://schemas.openxmlformats.org/officeDocument/2006/relationships/image" Target="/ppt/media/image2.svg" Id="Re1a88e35c76d469b" /><Relationship Type="http://schemas.openxmlformats.org/officeDocument/2006/relationships/image" Target="/ppt/media/image4.png" Id="R27d2372885ac42e7" /><Relationship Type="http://schemas.openxmlformats.org/officeDocument/2006/relationships/image" Target="/ppt/media/image3.svg" Id="R2daa0bddeb5b4cd7" /><Relationship Type="http://schemas.openxmlformats.org/officeDocument/2006/relationships/image" Target="/ppt/media/image5.png" Id="Rd49dac6091bb4c0e" /><Relationship Type="http://schemas.openxmlformats.org/officeDocument/2006/relationships/image" Target="/ppt/media/image4.svg" Id="Rff669220cea149c0" /><Relationship Type="http://schemas.openxmlformats.org/officeDocument/2006/relationships/image" Target="/ppt/media/image6.png" Id="R07cabe14ab9e4f6b" /><Relationship Type="http://schemas.openxmlformats.org/officeDocument/2006/relationships/image" Target="/ppt/media/image5.svg" Id="Ra8a6703001ca4b12" /><Relationship Type="http://schemas.openxmlformats.org/officeDocument/2006/relationships/image" Target="/ppt/media/image7.png" Id="R892b5d20629049dc" /><Relationship Type="http://schemas.openxmlformats.org/officeDocument/2006/relationships/image" Target="/ppt/media/image6.svg" Id="R0993f9e9705d46f3" /><Relationship Type="http://schemas.openxmlformats.org/officeDocument/2006/relationships/image" Target="/ppt/media/image8.png" Id="R556e4d39f81c43fe" /><Relationship Type="http://schemas.openxmlformats.org/officeDocument/2006/relationships/image" Target="/ppt/media/image7.svg" Id="Re6e15e7afee5430a" /><Relationship Type="http://schemas.openxmlformats.org/officeDocument/2006/relationships/image" Target="/ppt/media/image9.png" Id="Reac16560078c4dd2" /><Relationship Type="http://schemas.openxmlformats.org/officeDocument/2006/relationships/image" Target="/ppt/media/image8.svg" Id="R6a3562f05c2949ee" /><Relationship Type="http://schemas.openxmlformats.org/officeDocument/2006/relationships/image" Target="/ppt/media/image10.png" Id="R95754a3b5d2b4e81" /><Relationship Type="http://schemas.openxmlformats.org/officeDocument/2006/relationships/image" Target="/ppt/media/image9.svg" Id="Rbccacbb79ff445ec" /><Relationship Type="http://schemas.openxmlformats.org/officeDocument/2006/relationships/notesSlide" Target="/ppt/notesSlides/notesSlide1.xml" Id="R51f34864f85243a9" /></Relationships>
</file>

<file path=ppt/slides/slide1.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150" name="MoveBooks brand-1">
            <a:extLst xmlns:a="http://schemas.openxmlformats.org/drawingml/2006/main">
              <a:ext uri="{FF2B5EF4-FFF2-40B4-BE49-F238E27FC236}">
                <a16:creationId xmlns:a16="http://schemas.microsoft.com/office/drawing/2014/main" id="{E22D030B-74E3-416C-A8B5-748560D76228}"/>
              </a:ext>
            </a:extLst>
          </p:cNvPr>
          <p:cNvSpPr>
            <a:spLocks xmlns:a="http://schemas.openxmlformats.org/drawingml/2006/main" noGrp="1"/>
          </p:cNvSpPr>
          <p:nvPr/>
        </p:nvSpPr>
        <p:spPr>
          <a:xfrm xmlns:a="http://schemas.openxmlformats.org/drawingml/2006/main">
            <a:off x="419100" y="304800"/>
            <a:ext cx="514350" cy="514350"/>
          </a:xfrm>
          <a:prstGeom xmlns:a="http://schemas.openxmlformats.org/drawingml/2006/main" prst="roundRect">
            <a:avLst>
              <a:gd name="adj" fmla="val 14815"/>
            </a:avLst>
          </a:prstGeom>
          <a:solidFill xmlns:a="http://schemas.openxmlformats.org/drawingml/2006/main">
            <a:srgbClr val="155EEF"/>
          </a:solidFill>
          <a:ln xmlns:a="http://schemas.openxmlformats.org/drawingml/2006/main" w="0">
            <a:noFill/>
          </a:ln>
        </p:spPr>
      </p:sp>
      <p:sp>
        <p:nvSpPr>
          <p:cNvPr id="2" name="Brand initial-2">
            <a:extLst xmlns:a="http://schemas.openxmlformats.org/drawingml/2006/main">
              <a:ext uri="{FF2B5EF4-FFF2-40B4-BE49-F238E27FC236}">
                <a16:creationId xmlns:a16="http://schemas.microsoft.com/office/drawing/2014/main" id="{D54D2651-344C-4FCE-9368-AD418A37CC50}"/>
              </a:ext>
            </a:extLst>
          </p:cNvPr>
          <p:cNvSpPr>
            <a:spLocks xmlns:a="http://schemas.openxmlformats.org/drawingml/2006/main" noGrp="1"/>
          </p:cNvSpPr>
          <p:nvPr/>
        </p:nvSpPr>
        <p:spPr>
          <a:xfrm xmlns:a="http://schemas.openxmlformats.org/drawingml/2006/main">
            <a:off x="466725" y="371475"/>
            <a:ext cx="419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Arial"/>
                <a:ea typeface="Arial"/>
                <a:cs typeface="Arial"/>
              </a:defRPr>
            </a:defPPr>
            <a:lvl1pPr algn="ctr">
              <a:defRPr sz="2550" b="1">
                <a:solidFill>
                  <a:srgbClr val="FFFFFF"/>
                </a:solidFill>
                <a:latin typeface="Arial"/>
                <a:ea typeface="Arial"/>
                <a:cs typeface="Arial"/>
              </a:defRPr>
            </a:lvl1pPr>
            <a:lvl2pPr algn="ctr">
              <a:defRPr sz="2550" b="1">
                <a:solidFill>
                  <a:srgbClr val="FFFFFF"/>
                </a:solidFill>
                <a:latin typeface="Arial"/>
                <a:ea typeface="Arial"/>
                <a:cs typeface="Arial"/>
              </a:defRPr>
            </a:lvl2pPr>
            <a:lvl3pPr algn="ctr">
              <a:defRPr sz="2550" b="1">
                <a:solidFill>
                  <a:srgbClr val="FFFFFF"/>
                </a:solidFill>
                <a:latin typeface="Arial"/>
                <a:ea typeface="Arial"/>
                <a:cs typeface="Arial"/>
              </a:defRPr>
            </a:lvl3pPr>
            <a:lvl4pPr algn="ctr">
              <a:defRPr sz="2550" b="1">
                <a:solidFill>
                  <a:srgbClr val="FFFFFF"/>
                </a:solidFill>
                <a:latin typeface="Arial"/>
                <a:ea typeface="Arial"/>
                <a:cs typeface="Arial"/>
              </a:defRPr>
            </a:lvl4pPr>
            <a:lvl5pPr algn="ctr">
              <a:defRPr sz="2550" b="1">
                <a:solidFill>
                  <a:srgbClr val="FFFFFF"/>
                </a:solidFill>
                <a:latin typeface="Arial"/>
                <a:ea typeface="Arial"/>
                <a:cs typeface="Arial"/>
              </a:defRPr>
            </a:lvl5pPr>
            <a:lvl6pPr algn="ctr">
              <a:defRPr sz="2550" b="1">
                <a:solidFill>
                  <a:srgbClr val="FFFFFF"/>
                </a:solidFill>
                <a:latin typeface="Arial"/>
                <a:ea typeface="Arial"/>
                <a:cs typeface="Arial"/>
              </a:defRPr>
            </a:lvl6pPr>
            <a:lvl7pPr algn="ctr">
              <a:defRPr sz="2550" b="1">
                <a:solidFill>
                  <a:srgbClr val="FFFFFF"/>
                </a:solidFill>
                <a:latin typeface="Arial"/>
                <a:ea typeface="Arial"/>
                <a:cs typeface="Arial"/>
              </a:defRPr>
            </a:lvl7pPr>
            <a:lvl8pPr algn="ctr">
              <a:defRPr sz="2550" b="1">
                <a:solidFill>
                  <a:srgbClr val="FFFFFF"/>
                </a:solidFill>
                <a:latin typeface="Arial"/>
                <a:ea typeface="Arial"/>
                <a:cs typeface="Arial"/>
              </a:defRPr>
            </a:lvl8pPr>
            <a:lvl9pPr algn="ctr">
              <a:defRPr sz="2550" b="1">
                <a:solidFill>
                  <a:srgbClr val="FFFFFF"/>
                </a:solidFill>
                <a:latin typeface="Arial"/>
                <a:ea typeface="Arial"/>
                <a:cs typeface="Arial"/>
              </a:defRPr>
            </a:lvl9pPr>
          </a:lstStyle>
          <a:p xmlns:a="http://schemas.openxmlformats.org/drawingml/2006/main">
            <a:pPr algn="ctr">
              <a:defRPr sz="2550" b="1">
                <a:solidFill>
                  <a:srgbClr val="FFFFFF"/>
                </a:solidFill>
                <a:latin typeface="Arial"/>
                <a:ea typeface="Arial"/>
                <a:cs typeface="Arial"/>
              </a:defRPr>
            </a:pPr>
            <a:r>
              <a:rPr sz="2550" b="1">
                <a:solidFill>
                  <a:srgbClr val="FFFFFF"/>
                </a:solidFill>
                <a:latin typeface="Arial"/>
                <a:ea typeface="Arial"/>
                <a:cs typeface="Arial"/>
              </a:rPr>
              <a:t>M</a:t>
            </a:r>
          </a:p>
        </p:txBody>
      </p:sp>
      <p:sp>
        <p:nvSpPr>
          <p:cNvPr id="3" name="Title-3">
            <a:extLst xmlns:a="http://schemas.openxmlformats.org/drawingml/2006/main">
              <a:ext uri="{FF2B5EF4-FFF2-40B4-BE49-F238E27FC236}">
                <a16:creationId xmlns:a16="http://schemas.microsoft.com/office/drawing/2014/main" id="{6C8E0629-EA24-4F6F-899C-E5C7B19E9D51}"/>
              </a:ext>
            </a:extLst>
          </p:cNvPr>
          <p:cNvSpPr>
            <a:spLocks xmlns:a="http://schemas.openxmlformats.org/drawingml/2006/main" noGrp="1"/>
          </p:cNvSpPr>
          <p:nvPr/>
        </p:nvSpPr>
        <p:spPr>
          <a:xfrm xmlns:a="http://schemas.openxmlformats.org/drawingml/2006/main">
            <a:off x="1104900" y="285750"/>
            <a:ext cx="13716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17243F"/>
                </a:solidFill>
                <a:latin typeface="Arial"/>
                <a:ea typeface="Arial"/>
                <a:cs typeface="Arial"/>
              </a:defRPr>
            </a:defPPr>
            <a:lvl1pPr algn="l">
              <a:defRPr sz="3300" b="1">
                <a:solidFill>
                  <a:srgbClr val="17243F"/>
                </a:solidFill>
                <a:latin typeface="Arial"/>
                <a:ea typeface="Arial"/>
                <a:cs typeface="Arial"/>
              </a:defRPr>
            </a:lvl1pPr>
            <a:lvl2pPr algn="l">
              <a:defRPr sz="3300" b="1">
                <a:solidFill>
                  <a:srgbClr val="17243F"/>
                </a:solidFill>
                <a:latin typeface="Arial"/>
                <a:ea typeface="Arial"/>
                <a:cs typeface="Arial"/>
              </a:defRPr>
            </a:lvl2pPr>
            <a:lvl3pPr algn="l">
              <a:defRPr sz="3300" b="1">
                <a:solidFill>
                  <a:srgbClr val="17243F"/>
                </a:solidFill>
                <a:latin typeface="Arial"/>
                <a:ea typeface="Arial"/>
                <a:cs typeface="Arial"/>
              </a:defRPr>
            </a:lvl3pPr>
            <a:lvl4pPr algn="l">
              <a:defRPr sz="3300" b="1">
                <a:solidFill>
                  <a:srgbClr val="17243F"/>
                </a:solidFill>
                <a:latin typeface="Arial"/>
                <a:ea typeface="Arial"/>
                <a:cs typeface="Arial"/>
              </a:defRPr>
            </a:lvl4pPr>
            <a:lvl5pPr algn="l">
              <a:defRPr sz="3300" b="1">
                <a:solidFill>
                  <a:srgbClr val="17243F"/>
                </a:solidFill>
                <a:latin typeface="Arial"/>
                <a:ea typeface="Arial"/>
                <a:cs typeface="Arial"/>
              </a:defRPr>
            </a:lvl5pPr>
            <a:lvl6pPr algn="l">
              <a:defRPr sz="3300" b="1">
                <a:solidFill>
                  <a:srgbClr val="17243F"/>
                </a:solidFill>
                <a:latin typeface="Arial"/>
                <a:ea typeface="Arial"/>
                <a:cs typeface="Arial"/>
              </a:defRPr>
            </a:lvl6pPr>
            <a:lvl7pPr algn="l">
              <a:defRPr sz="3300" b="1">
                <a:solidFill>
                  <a:srgbClr val="17243F"/>
                </a:solidFill>
                <a:latin typeface="Arial"/>
                <a:ea typeface="Arial"/>
                <a:cs typeface="Arial"/>
              </a:defRPr>
            </a:lvl7pPr>
            <a:lvl8pPr algn="l">
              <a:defRPr sz="3300" b="1">
                <a:solidFill>
                  <a:srgbClr val="17243F"/>
                </a:solidFill>
                <a:latin typeface="Arial"/>
                <a:ea typeface="Arial"/>
                <a:cs typeface="Arial"/>
              </a:defRPr>
            </a:lvl8pPr>
            <a:lvl9pPr algn="l">
              <a:defRPr sz="3300" b="1">
                <a:solidFill>
                  <a:srgbClr val="17243F"/>
                </a:solidFill>
                <a:latin typeface="Arial"/>
                <a:ea typeface="Arial"/>
                <a:cs typeface="Arial"/>
              </a:defRPr>
            </a:lvl9pPr>
          </a:lstStyle>
          <a:p xmlns:a="http://schemas.openxmlformats.org/drawingml/2006/main">
            <a:pPr algn="l">
              <a:defRPr sz="3300" b="1">
                <a:solidFill>
                  <a:srgbClr val="17243F"/>
                </a:solidFill>
                <a:latin typeface="Arial"/>
                <a:ea typeface="Arial"/>
                <a:cs typeface="Arial"/>
              </a:defRPr>
            </a:pPr>
            <a:r>
              <a:rPr sz="3300" b="1">
                <a:solidFill>
                  <a:srgbClr val="17243F"/>
                </a:solidFill>
                <a:latin typeface="Arial"/>
                <a:ea typeface="Arial"/>
                <a:cs typeface="Arial"/>
              </a:rPr>
              <a:t>MoveBooks AI | Technology Stack</a:t>
            </a:r>
          </a:p>
        </p:txBody>
      </p:sp>
      <p:sp>
        <p:nvSpPr>
          <p:cNvPr id="4" name="Subtitle-4">
            <a:extLst xmlns:a="http://schemas.openxmlformats.org/drawingml/2006/main">
              <a:ext uri="{FF2B5EF4-FFF2-40B4-BE49-F238E27FC236}">
                <a16:creationId xmlns:a16="http://schemas.microsoft.com/office/drawing/2014/main" id="{2E67D5BC-4923-49A1-B96A-465D92B130DC}"/>
              </a:ext>
            </a:extLst>
          </p:cNvPr>
          <p:cNvSpPr>
            <a:spLocks xmlns:a="http://schemas.openxmlformats.org/drawingml/2006/main" noGrp="1"/>
          </p:cNvSpPr>
          <p:nvPr/>
        </p:nvSpPr>
        <p:spPr>
          <a:xfrm xmlns:a="http://schemas.openxmlformats.org/drawingml/2006/main">
            <a:off x="419100" y="990600"/>
            <a:ext cx="14401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59657A"/>
                </a:solidFill>
                <a:latin typeface="Arial"/>
                <a:ea typeface="Arial"/>
                <a:cs typeface="Arial"/>
              </a:defRPr>
            </a:defPPr>
            <a:lvl1pPr algn="l">
              <a:defRPr sz="1650" b="0">
                <a:solidFill>
                  <a:srgbClr val="59657A"/>
                </a:solidFill>
                <a:latin typeface="Arial"/>
                <a:ea typeface="Arial"/>
                <a:cs typeface="Arial"/>
              </a:defRPr>
            </a:lvl1pPr>
            <a:lvl2pPr algn="l">
              <a:defRPr sz="1650" b="0">
                <a:solidFill>
                  <a:srgbClr val="59657A"/>
                </a:solidFill>
                <a:latin typeface="Arial"/>
                <a:ea typeface="Arial"/>
                <a:cs typeface="Arial"/>
              </a:defRPr>
            </a:lvl2pPr>
            <a:lvl3pPr algn="l">
              <a:defRPr sz="1650" b="0">
                <a:solidFill>
                  <a:srgbClr val="59657A"/>
                </a:solidFill>
                <a:latin typeface="Arial"/>
                <a:ea typeface="Arial"/>
                <a:cs typeface="Arial"/>
              </a:defRPr>
            </a:lvl3pPr>
            <a:lvl4pPr algn="l">
              <a:defRPr sz="1650" b="0">
                <a:solidFill>
                  <a:srgbClr val="59657A"/>
                </a:solidFill>
                <a:latin typeface="Arial"/>
                <a:ea typeface="Arial"/>
                <a:cs typeface="Arial"/>
              </a:defRPr>
            </a:lvl4pPr>
            <a:lvl5pPr algn="l">
              <a:defRPr sz="1650" b="0">
                <a:solidFill>
                  <a:srgbClr val="59657A"/>
                </a:solidFill>
                <a:latin typeface="Arial"/>
                <a:ea typeface="Arial"/>
                <a:cs typeface="Arial"/>
              </a:defRPr>
            </a:lvl5pPr>
            <a:lvl6pPr algn="l">
              <a:defRPr sz="1650" b="0">
                <a:solidFill>
                  <a:srgbClr val="59657A"/>
                </a:solidFill>
                <a:latin typeface="Arial"/>
                <a:ea typeface="Arial"/>
                <a:cs typeface="Arial"/>
              </a:defRPr>
            </a:lvl6pPr>
            <a:lvl7pPr algn="l">
              <a:defRPr sz="1650" b="0">
                <a:solidFill>
                  <a:srgbClr val="59657A"/>
                </a:solidFill>
                <a:latin typeface="Arial"/>
                <a:ea typeface="Arial"/>
                <a:cs typeface="Arial"/>
              </a:defRPr>
            </a:lvl7pPr>
            <a:lvl8pPr algn="l">
              <a:defRPr sz="1650" b="0">
                <a:solidFill>
                  <a:srgbClr val="59657A"/>
                </a:solidFill>
                <a:latin typeface="Arial"/>
                <a:ea typeface="Arial"/>
                <a:cs typeface="Arial"/>
              </a:defRPr>
            </a:lvl8pPr>
            <a:lvl9pPr algn="l">
              <a:defRPr sz="1650" b="0">
                <a:solidFill>
                  <a:srgbClr val="59657A"/>
                </a:solidFill>
                <a:latin typeface="Arial"/>
                <a:ea typeface="Arial"/>
                <a:cs typeface="Arial"/>
              </a:defRPr>
            </a:lvl9pPr>
          </a:lstStyle>
          <a:p xmlns:a="http://schemas.openxmlformats.org/drawingml/2006/main">
            <a:pPr algn="l">
              <a:defRPr sz="1650" b="0">
                <a:solidFill>
                  <a:srgbClr val="59657A"/>
                </a:solidFill>
                <a:latin typeface="Arial"/>
                <a:ea typeface="Arial"/>
                <a:cs typeface="Arial"/>
              </a:defRPr>
            </a:pPr>
            <a:r>
              <a:rPr sz="1650" b="0">
                <a:solidFill>
                  <a:srgbClr val="59657A"/>
                </a:solidFill>
                <a:latin typeface="Arial"/>
                <a:ea typeface="Arial"/>
                <a:cs typeface="Arial"/>
              </a:rPr>
              <a:t>A deterministic accounting core with bounded AI assistance and managed cloud foundations</a:t>
            </a:r>
          </a:p>
        </p:txBody>
      </p:sp>
      <p:sp>
        <p:nvSpPr>
          <p:cNvPr id="5" name="status I-5">
            <a:extLst xmlns:a="http://schemas.openxmlformats.org/drawingml/2006/main">
              <a:ext uri="{FF2B5EF4-FFF2-40B4-BE49-F238E27FC236}">
                <a16:creationId xmlns:a16="http://schemas.microsoft.com/office/drawing/2014/main" id="{E2D64D7A-E5B2-4808-9CBC-B85F9D2329E3}"/>
              </a:ext>
            </a:extLst>
          </p:cNvPr>
          <p:cNvSpPr>
            <a:spLocks xmlns:a="http://schemas.openxmlformats.org/drawingml/2006/main" noGrp="1"/>
          </p:cNvSpPr>
          <p:nvPr/>
        </p:nvSpPr>
        <p:spPr>
          <a:xfrm xmlns:a="http://schemas.openxmlformats.org/drawingml/2006/main">
            <a:off x="419100" y="1485900"/>
            <a:ext cx="209550" cy="209550"/>
          </a:xfrm>
          <a:prstGeom xmlns:a="http://schemas.openxmlformats.org/drawingml/2006/main" prst="rect">
            <a:avLst/>
          </a:prstGeom>
          <a:solidFill xmlns:a="http://schemas.openxmlformats.org/drawingml/2006/main">
            <a:srgbClr val="087A55"/>
          </a:solidFill>
          <a:ln xmlns:a="http://schemas.openxmlformats.org/drawingml/2006/main" w="11430">
            <a:solidFill>
              <a:srgbClr val="087A55"/>
            </a:solidFill>
          </a:ln>
        </p:spPr>
      </p:sp>
      <p:sp>
        <p:nvSpPr>
          <p:cNvPr id="6" name="status letter-6">
            <a:extLst xmlns:a="http://schemas.openxmlformats.org/drawingml/2006/main">
              <a:ext uri="{FF2B5EF4-FFF2-40B4-BE49-F238E27FC236}">
                <a16:creationId xmlns:a16="http://schemas.microsoft.com/office/drawing/2014/main" id="{5709140E-094E-4C00-B097-80FA09B875C8}"/>
              </a:ext>
            </a:extLst>
          </p:cNvPr>
          <p:cNvSpPr>
            <a:spLocks xmlns:a="http://schemas.openxmlformats.org/drawingml/2006/main" noGrp="1"/>
          </p:cNvSpPr>
          <p:nvPr/>
        </p:nvSpPr>
        <p:spPr>
          <a:xfrm xmlns:a="http://schemas.openxmlformats.org/drawingml/2006/main">
            <a:off x="428625" y="1495425"/>
            <a:ext cx="19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050" b="1">
                <a:solidFill>
                  <a:srgbClr val="FFFFFF"/>
                </a:solidFill>
                <a:latin typeface="Arial"/>
                <a:ea typeface="Arial"/>
                <a:cs typeface="Arial"/>
              </a:defRPr>
            </a:defPPr>
            <a:lvl1pPr algn="ctr">
              <a:defRPr sz="1050" b="1">
                <a:solidFill>
                  <a:srgbClr val="FFFFFF"/>
                </a:solidFill>
                <a:latin typeface="Arial"/>
                <a:ea typeface="Arial"/>
                <a:cs typeface="Arial"/>
              </a:defRPr>
            </a:lvl1pPr>
            <a:lvl2pPr algn="ctr">
              <a:defRPr sz="1050" b="1">
                <a:solidFill>
                  <a:srgbClr val="FFFFFF"/>
                </a:solidFill>
                <a:latin typeface="Arial"/>
                <a:ea typeface="Arial"/>
                <a:cs typeface="Arial"/>
              </a:defRPr>
            </a:lvl2pPr>
            <a:lvl3pPr algn="ctr">
              <a:defRPr sz="1050" b="1">
                <a:solidFill>
                  <a:srgbClr val="FFFFFF"/>
                </a:solidFill>
                <a:latin typeface="Arial"/>
                <a:ea typeface="Arial"/>
                <a:cs typeface="Arial"/>
              </a:defRPr>
            </a:lvl3pPr>
            <a:lvl4pPr algn="ctr">
              <a:defRPr sz="1050" b="1">
                <a:solidFill>
                  <a:srgbClr val="FFFFFF"/>
                </a:solidFill>
                <a:latin typeface="Arial"/>
                <a:ea typeface="Arial"/>
                <a:cs typeface="Arial"/>
              </a:defRPr>
            </a:lvl4pPr>
            <a:lvl5pPr algn="ctr">
              <a:defRPr sz="1050" b="1">
                <a:solidFill>
                  <a:srgbClr val="FFFFFF"/>
                </a:solidFill>
                <a:latin typeface="Arial"/>
                <a:ea typeface="Arial"/>
                <a:cs typeface="Arial"/>
              </a:defRPr>
            </a:lvl5pPr>
            <a:lvl6pPr algn="ctr">
              <a:defRPr sz="1050" b="1">
                <a:solidFill>
                  <a:srgbClr val="FFFFFF"/>
                </a:solidFill>
                <a:latin typeface="Arial"/>
                <a:ea typeface="Arial"/>
                <a:cs typeface="Arial"/>
              </a:defRPr>
            </a:lvl6pPr>
            <a:lvl7pPr algn="ctr">
              <a:defRPr sz="1050" b="1">
                <a:solidFill>
                  <a:srgbClr val="FFFFFF"/>
                </a:solidFill>
                <a:latin typeface="Arial"/>
                <a:ea typeface="Arial"/>
                <a:cs typeface="Arial"/>
              </a:defRPr>
            </a:lvl7pPr>
            <a:lvl8pPr algn="ctr">
              <a:defRPr sz="1050" b="1">
                <a:solidFill>
                  <a:srgbClr val="FFFFFF"/>
                </a:solidFill>
                <a:latin typeface="Arial"/>
                <a:ea typeface="Arial"/>
                <a:cs typeface="Arial"/>
              </a:defRPr>
            </a:lvl8pPr>
            <a:lvl9pPr algn="ctr">
              <a:defRPr sz="1050" b="1">
                <a:solidFill>
                  <a:srgbClr val="FFFFFF"/>
                </a:solidFill>
                <a:latin typeface="Arial"/>
                <a:ea typeface="Arial"/>
                <a:cs typeface="Arial"/>
              </a:defRPr>
            </a:lvl9pPr>
          </a:lstStyle>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I</a:t>
            </a:r>
          </a:p>
        </p:txBody>
      </p:sp>
      <p:sp>
        <p:nvSpPr>
          <p:cNvPr id="7" name="Implemented legend-7">
            <a:extLst xmlns:a="http://schemas.openxmlformats.org/drawingml/2006/main">
              <a:ext uri="{FF2B5EF4-FFF2-40B4-BE49-F238E27FC236}">
                <a16:creationId xmlns:a16="http://schemas.microsoft.com/office/drawing/2014/main" id="{F3D4AA01-1B1B-4649-9AB4-BE9A5451A464}"/>
              </a:ext>
            </a:extLst>
          </p:cNvPr>
          <p:cNvSpPr>
            <a:spLocks xmlns:a="http://schemas.openxmlformats.org/drawingml/2006/main" noGrp="1"/>
          </p:cNvSpPr>
          <p:nvPr/>
        </p:nvSpPr>
        <p:spPr>
          <a:xfrm xmlns:a="http://schemas.openxmlformats.org/drawingml/2006/main">
            <a:off x="742950" y="143827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350" b="0">
                <a:solidFill>
                  <a:srgbClr val="59657A"/>
                </a:solidFill>
                <a:latin typeface="Arial"/>
                <a:ea typeface="Arial"/>
                <a:cs typeface="Arial"/>
              </a:defRPr>
            </a:defPPr>
            <a:lvl1pPr algn="l">
              <a:defRPr sz="1350" b="0">
                <a:solidFill>
                  <a:srgbClr val="59657A"/>
                </a:solidFill>
                <a:latin typeface="Arial"/>
                <a:ea typeface="Arial"/>
                <a:cs typeface="Arial"/>
              </a:defRPr>
            </a:lvl1pPr>
            <a:lvl2pPr algn="l">
              <a:defRPr sz="1350" b="0">
                <a:solidFill>
                  <a:srgbClr val="59657A"/>
                </a:solidFill>
                <a:latin typeface="Arial"/>
                <a:ea typeface="Arial"/>
                <a:cs typeface="Arial"/>
              </a:defRPr>
            </a:lvl2pPr>
            <a:lvl3pPr algn="l">
              <a:defRPr sz="1350" b="0">
                <a:solidFill>
                  <a:srgbClr val="59657A"/>
                </a:solidFill>
                <a:latin typeface="Arial"/>
                <a:ea typeface="Arial"/>
                <a:cs typeface="Arial"/>
              </a:defRPr>
            </a:lvl3pPr>
            <a:lvl4pPr algn="l">
              <a:defRPr sz="1350" b="0">
                <a:solidFill>
                  <a:srgbClr val="59657A"/>
                </a:solidFill>
                <a:latin typeface="Arial"/>
                <a:ea typeface="Arial"/>
                <a:cs typeface="Arial"/>
              </a:defRPr>
            </a:lvl4pPr>
            <a:lvl5pPr algn="l">
              <a:defRPr sz="1350" b="0">
                <a:solidFill>
                  <a:srgbClr val="59657A"/>
                </a:solidFill>
                <a:latin typeface="Arial"/>
                <a:ea typeface="Arial"/>
                <a:cs typeface="Arial"/>
              </a:defRPr>
            </a:lvl5pPr>
            <a:lvl6pPr algn="l">
              <a:defRPr sz="1350" b="0">
                <a:solidFill>
                  <a:srgbClr val="59657A"/>
                </a:solidFill>
                <a:latin typeface="Arial"/>
                <a:ea typeface="Arial"/>
                <a:cs typeface="Arial"/>
              </a:defRPr>
            </a:lvl6pPr>
            <a:lvl7pPr algn="l">
              <a:defRPr sz="1350" b="0">
                <a:solidFill>
                  <a:srgbClr val="59657A"/>
                </a:solidFill>
                <a:latin typeface="Arial"/>
                <a:ea typeface="Arial"/>
                <a:cs typeface="Arial"/>
              </a:defRPr>
            </a:lvl7pPr>
            <a:lvl8pPr algn="l">
              <a:defRPr sz="1350" b="0">
                <a:solidFill>
                  <a:srgbClr val="59657A"/>
                </a:solidFill>
                <a:latin typeface="Arial"/>
                <a:ea typeface="Arial"/>
                <a:cs typeface="Arial"/>
              </a:defRPr>
            </a:lvl8pPr>
            <a:lvl9pPr algn="l">
              <a:defRPr sz="1350" b="0">
                <a:solidFill>
                  <a:srgbClr val="59657A"/>
                </a:solidFill>
                <a:latin typeface="Arial"/>
                <a:ea typeface="Arial"/>
                <a:cs typeface="Arial"/>
              </a:defRPr>
            </a:lvl9pPr>
          </a:lstStyle>
          <a:p xmlns:a="http://schemas.openxmlformats.org/drawingml/2006/main">
            <a:pPr algn="l">
              <a:defRPr sz="1350" b="0">
                <a:solidFill>
                  <a:srgbClr val="59657A"/>
                </a:solidFill>
                <a:latin typeface="Arial"/>
                <a:ea typeface="Arial"/>
                <a:cs typeface="Arial"/>
              </a:defRPr>
            </a:pPr>
            <a:r>
              <a:rPr sz="1350" b="0">
                <a:solidFill>
                  <a:srgbClr val="59657A"/>
                </a:solidFill>
                <a:latin typeface="Arial"/>
                <a:ea typeface="Arial"/>
                <a:cs typeface="Arial"/>
              </a:rPr>
              <a:t>Implemented: recorded cloud baseline</a:t>
            </a:r>
          </a:p>
        </p:txBody>
      </p:sp>
      <p:sp>
        <p:nvSpPr>
          <p:cNvPr id="8" name="status L-8">
            <a:extLst xmlns:a="http://schemas.openxmlformats.org/drawingml/2006/main">
              <a:ext uri="{FF2B5EF4-FFF2-40B4-BE49-F238E27FC236}">
                <a16:creationId xmlns:a16="http://schemas.microsoft.com/office/drawing/2014/main" id="{168A8D38-7703-450D-80F5-C16E7970D235}"/>
              </a:ext>
            </a:extLst>
          </p:cNvPr>
          <p:cNvSpPr>
            <a:spLocks xmlns:a="http://schemas.openxmlformats.org/drawingml/2006/main" noGrp="1"/>
          </p:cNvSpPr>
          <p:nvPr/>
        </p:nvSpPr>
        <p:spPr>
          <a:xfrm xmlns:a="http://schemas.openxmlformats.org/drawingml/2006/main">
            <a:off x="5267325" y="1485900"/>
            <a:ext cx="209550" cy="209550"/>
          </a:xfrm>
          <a:prstGeom xmlns:a="http://schemas.openxmlformats.org/drawingml/2006/main" prst="rect">
            <a:avLst/>
          </a:prstGeom>
          <a:solidFill xmlns:a="http://schemas.openxmlformats.org/drawingml/2006/main">
            <a:srgbClr val="087F80"/>
          </a:solidFill>
          <a:ln xmlns:a="http://schemas.openxmlformats.org/drawingml/2006/main" w="11430">
            <a:solidFill>
              <a:srgbClr val="087F80"/>
            </a:solidFill>
          </a:ln>
        </p:spPr>
      </p:sp>
      <p:sp>
        <p:nvSpPr>
          <p:cNvPr id="9" name="status letter-9">
            <a:extLst xmlns:a="http://schemas.openxmlformats.org/drawingml/2006/main">
              <a:ext uri="{FF2B5EF4-FFF2-40B4-BE49-F238E27FC236}">
                <a16:creationId xmlns:a16="http://schemas.microsoft.com/office/drawing/2014/main" id="{9CDDA460-4B6A-47F4-B4DB-127DE15ABD97}"/>
              </a:ext>
            </a:extLst>
          </p:cNvPr>
          <p:cNvSpPr>
            <a:spLocks xmlns:a="http://schemas.openxmlformats.org/drawingml/2006/main" noGrp="1"/>
          </p:cNvSpPr>
          <p:nvPr/>
        </p:nvSpPr>
        <p:spPr>
          <a:xfrm xmlns:a="http://schemas.openxmlformats.org/drawingml/2006/main">
            <a:off x="5276850" y="1495425"/>
            <a:ext cx="19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050" b="1">
                <a:solidFill>
                  <a:srgbClr val="FFFFFF"/>
                </a:solidFill>
                <a:latin typeface="Arial"/>
                <a:ea typeface="Arial"/>
                <a:cs typeface="Arial"/>
              </a:defRPr>
            </a:defPPr>
            <a:lvl1pPr algn="ctr">
              <a:defRPr sz="1050" b="1">
                <a:solidFill>
                  <a:srgbClr val="FFFFFF"/>
                </a:solidFill>
                <a:latin typeface="Arial"/>
                <a:ea typeface="Arial"/>
                <a:cs typeface="Arial"/>
              </a:defRPr>
            </a:lvl1pPr>
            <a:lvl2pPr algn="ctr">
              <a:defRPr sz="1050" b="1">
                <a:solidFill>
                  <a:srgbClr val="FFFFFF"/>
                </a:solidFill>
                <a:latin typeface="Arial"/>
                <a:ea typeface="Arial"/>
                <a:cs typeface="Arial"/>
              </a:defRPr>
            </a:lvl2pPr>
            <a:lvl3pPr algn="ctr">
              <a:defRPr sz="1050" b="1">
                <a:solidFill>
                  <a:srgbClr val="FFFFFF"/>
                </a:solidFill>
                <a:latin typeface="Arial"/>
                <a:ea typeface="Arial"/>
                <a:cs typeface="Arial"/>
              </a:defRPr>
            </a:lvl3pPr>
            <a:lvl4pPr algn="ctr">
              <a:defRPr sz="1050" b="1">
                <a:solidFill>
                  <a:srgbClr val="FFFFFF"/>
                </a:solidFill>
                <a:latin typeface="Arial"/>
                <a:ea typeface="Arial"/>
                <a:cs typeface="Arial"/>
              </a:defRPr>
            </a:lvl4pPr>
            <a:lvl5pPr algn="ctr">
              <a:defRPr sz="1050" b="1">
                <a:solidFill>
                  <a:srgbClr val="FFFFFF"/>
                </a:solidFill>
                <a:latin typeface="Arial"/>
                <a:ea typeface="Arial"/>
                <a:cs typeface="Arial"/>
              </a:defRPr>
            </a:lvl5pPr>
            <a:lvl6pPr algn="ctr">
              <a:defRPr sz="1050" b="1">
                <a:solidFill>
                  <a:srgbClr val="FFFFFF"/>
                </a:solidFill>
                <a:latin typeface="Arial"/>
                <a:ea typeface="Arial"/>
                <a:cs typeface="Arial"/>
              </a:defRPr>
            </a:lvl6pPr>
            <a:lvl7pPr algn="ctr">
              <a:defRPr sz="1050" b="1">
                <a:solidFill>
                  <a:srgbClr val="FFFFFF"/>
                </a:solidFill>
                <a:latin typeface="Arial"/>
                <a:ea typeface="Arial"/>
                <a:cs typeface="Arial"/>
              </a:defRPr>
            </a:lvl7pPr>
            <a:lvl8pPr algn="ctr">
              <a:defRPr sz="1050" b="1">
                <a:solidFill>
                  <a:srgbClr val="FFFFFF"/>
                </a:solidFill>
                <a:latin typeface="Arial"/>
                <a:ea typeface="Arial"/>
                <a:cs typeface="Arial"/>
              </a:defRPr>
            </a:lvl8pPr>
            <a:lvl9pPr algn="ctr">
              <a:defRPr sz="1050" b="1">
                <a:solidFill>
                  <a:srgbClr val="FFFFFF"/>
                </a:solidFill>
                <a:latin typeface="Arial"/>
                <a:ea typeface="Arial"/>
                <a:cs typeface="Arial"/>
              </a:defRPr>
            </a:lvl9pPr>
          </a:lstStyle>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L</a:t>
            </a:r>
          </a:p>
        </p:txBody>
      </p:sp>
      <p:sp>
        <p:nvSpPr>
          <p:cNvPr id="10" name="Local legend-10">
            <a:extLst xmlns:a="http://schemas.openxmlformats.org/drawingml/2006/main">
              <a:ext uri="{FF2B5EF4-FFF2-40B4-BE49-F238E27FC236}">
                <a16:creationId xmlns:a16="http://schemas.microsoft.com/office/drawing/2014/main" id="{69643036-E8E2-40FC-8B3D-4BB0CB930841}"/>
              </a:ext>
            </a:extLst>
          </p:cNvPr>
          <p:cNvSpPr>
            <a:spLocks xmlns:a="http://schemas.openxmlformats.org/drawingml/2006/main" noGrp="1"/>
          </p:cNvSpPr>
          <p:nvPr/>
        </p:nvSpPr>
        <p:spPr>
          <a:xfrm xmlns:a="http://schemas.openxmlformats.org/drawingml/2006/main">
            <a:off x="5591175" y="1438275"/>
            <a:ext cx="4143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350" b="0">
                <a:solidFill>
                  <a:srgbClr val="59657A"/>
                </a:solidFill>
                <a:latin typeface="Arial"/>
                <a:ea typeface="Arial"/>
                <a:cs typeface="Arial"/>
              </a:defRPr>
            </a:defPPr>
            <a:lvl1pPr algn="l">
              <a:defRPr sz="1350" b="0">
                <a:solidFill>
                  <a:srgbClr val="59657A"/>
                </a:solidFill>
                <a:latin typeface="Arial"/>
                <a:ea typeface="Arial"/>
                <a:cs typeface="Arial"/>
              </a:defRPr>
            </a:lvl1pPr>
            <a:lvl2pPr algn="l">
              <a:defRPr sz="1350" b="0">
                <a:solidFill>
                  <a:srgbClr val="59657A"/>
                </a:solidFill>
                <a:latin typeface="Arial"/>
                <a:ea typeface="Arial"/>
                <a:cs typeface="Arial"/>
              </a:defRPr>
            </a:lvl2pPr>
            <a:lvl3pPr algn="l">
              <a:defRPr sz="1350" b="0">
                <a:solidFill>
                  <a:srgbClr val="59657A"/>
                </a:solidFill>
                <a:latin typeface="Arial"/>
                <a:ea typeface="Arial"/>
                <a:cs typeface="Arial"/>
              </a:defRPr>
            </a:lvl3pPr>
            <a:lvl4pPr algn="l">
              <a:defRPr sz="1350" b="0">
                <a:solidFill>
                  <a:srgbClr val="59657A"/>
                </a:solidFill>
                <a:latin typeface="Arial"/>
                <a:ea typeface="Arial"/>
                <a:cs typeface="Arial"/>
              </a:defRPr>
            </a:lvl4pPr>
            <a:lvl5pPr algn="l">
              <a:defRPr sz="1350" b="0">
                <a:solidFill>
                  <a:srgbClr val="59657A"/>
                </a:solidFill>
                <a:latin typeface="Arial"/>
                <a:ea typeface="Arial"/>
                <a:cs typeface="Arial"/>
              </a:defRPr>
            </a:lvl5pPr>
            <a:lvl6pPr algn="l">
              <a:defRPr sz="1350" b="0">
                <a:solidFill>
                  <a:srgbClr val="59657A"/>
                </a:solidFill>
                <a:latin typeface="Arial"/>
                <a:ea typeface="Arial"/>
                <a:cs typeface="Arial"/>
              </a:defRPr>
            </a:lvl6pPr>
            <a:lvl7pPr algn="l">
              <a:defRPr sz="1350" b="0">
                <a:solidFill>
                  <a:srgbClr val="59657A"/>
                </a:solidFill>
                <a:latin typeface="Arial"/>
                <a:ea typeface="Arial"/>
                <a:cs typeface="Arial"/>
              </a:defRPr>
            </a:lvl7pPr>
            <a:lvl8pPr algn="l">
              <a:defRPr sz="1350" b="0">
                <a:solidFill>
                  <a:srgbClr val="59657A"/>
                </a:solidFill>
                <a:latin typeface="Arial"/>
                <a:ea typeface="Arial"/>
                <a:cs typeface="Arial"/>
              </a:defRPr>
            </a:lvl8pPr>
            <a:lvl9pPr algn="l">
              <a:defRPr sz="1350" b="0">
                <a:solidFill>
                  <a:srgbClr val="59657A"/>
                </a:solidFill>
                <a:latin typeface="Arial"/>
                <a:ea typeface="Arial"/>
                <a:cs typeface="Arial"/>
              </a:defRPr>
            </a:lvl9pPr>
          </a:lstStyle>
          <a:p xmlns:a="http://schemas.openxmlformats.org/drawingml/2006/main">
            <a:pPr algn="l">
              <a:defRPr sz="1350" b="0">
                <a:solidFill>
                  <a:srgbClr val="59657A"/>
                </a:solidFill>
                <a:latin typeface="Arial"/>
                <a:ea typeface="Arial"/>
                <a:cs typeface="Arial"/>
              </a:defRPr>
            </a:pPr>
            <a:r>
              <a:rPr sz="1350" b="0">
                <a:solidFill>
                  <a:srgbClr val="59657A"/>
                </a:solidFill>
                <a:latin typeface="Arial"/>
                <a:ea typeface="Arial"/>
                <a:cs typeface="Arial"/>
              </a:rPr>
              <a:t>Locally Demonstrated: candidate</a:t>
            </a:r>
          </a:p>
        </p:txBody>
      </p:sp>
      <p:sp>
        <p:nvSpPr>
          <p:cNvPr id="11" name="status P-11">
            <a:extLst xmlns:a="http://schemas.openxmlformats.org/drawingml/2006/main">
              <a:ext uri="{FF2B5EF4-FFF2-40B4-BE49-F238E27FC236}">
                <a16:creationId xmlns:a16="http://schemas.microsoft.com/office/drawing/2014/main" id="{33411CD3-3722-424D-B13D-EC118F45EE9A}"/>
              </a:ext>
            </a:extLst>
          </p:cNvPr>
          <p:cNvSpPr>
            <a:spLocks xmlns:a="http://schemas.openxmlformats.org/drawingml/2006/main" noGrp="1"/>
          </p:cNvSpPr>
          <p:nvPr/>
        </p:nvSpPr>
        <p:spPr>
          <a:xfrm xmlns:a="http://schemas.openxmlformats.org/drawingml/2006/main">
            <a:off x="10782300" y="1485900"/>
            <a:ext cx="209550" cy="209550"/>
          </a:xfrm>
          <a:prstGeom xmlns:a="http://schemas.openxmlformats.org/drawingml/2006/main" prst="rect">
            <a:avLst/>
          </a:prstGeom>
          <a:noFill xmlns:a="http://schemas.openxmlformats.org/drawingml/2006/main"/>
          <a:ln xmlns:a="http://schemas.openxmlformats.org/drawingml/2006/main" w="11430">
            <a:solidFill>
              <a:srgbClr val="8793A4"/>
            </a:solidFill>
          </a:ln>
        </p:spPr>
      </p:sp>
      <p:sp>
        <p:nvSpPr>
          <p:cNvPr id="12" name="status letter-12">
            <a:extLst xmlns:a="http://schemas.openxmlformats.org/drawingml/2006/main">
              <a:ext uri="{FF2B5EF4-FFF2-40B4-BE49-F238E27FC236}">
                <a16:creationId xmlns:a16="http://schemas.microsoft.com/office/drawing/2014/main" id="{CD35C801-3A4D-43CC-9F35-D3A2B2FC3BE3}"/>
              </a:ext>
            </a:extLst>
          </p:cNvPr>
          <p:cNvSpPr>
            <a:spLocks xmlns:a="http://schemas.openxmlformats.org/drawingml/2006/main" noGrp="1"/>
          </p:cNvSpPr>
          <p:nvPr/>
        </p:nvSpPr>
        <p:spPr>
          <a:xfrm xmlns:a="http://schemas.openxmlformats.org/drawingml/2006/main">
            <a:off x="10791825" y="1495425"/>
            <a:ext cx="19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050" b="1">
                <a:solidFill>
                  <a:srgbClr val="59657A"/>
                </a:solidFill>
                <a:latin typeface="Arial"/>
                <a:ea typeface="Arial"/>
                <a:cs typeface="Arial"/>
              </a:defRPr>
            </a:defPPr>
            <a:lvl1pPr algn="ctr">
              <a:defRPr sz="1050" b="1">
                <a:solidFill>
                  <a:srgbClr val="59657A"/>
                </a:solidFill>
                <a:latin typeface="Arial"/>
                <a:ea typeface="Arial"/>
                <a:cs typeface="Arial"/>
              </a:defRPr>
            </a:lvl1pPr>
            <a:lvl2pPr algn="ctr">
              <a:defRPr sz="1050" b="1">
                <a:solidFill>
                  <a:srgbClr val="59657A"/>
                </a:solidFill>
                <a:latin typeface="Arial"/>
                <a:ea typeface="Arial"/>
                <a:cs typeface="Arial"/>
              </a:defRPr>
            </a:lvl2pPr>
            <a:lvl3pPr algn="ctr">
              <a:defRPr sz="1050" b="1">
                <a:solidFill>
                  <a:srgbClr val="59657A"/>
                </a:solidFill>
                <a:latin typeface="Arial"/>
                <a:ea typeface="Arial"/>
                <a:cs typeface="Arial"/>
              </a:defRPr>
            </a:lvl3pPr>
            <a:lvl4pPr algn="ctr">
              <a:defRPr sz="1050" b="1">
                <a:solidFill>
                  <a:srgbClr val="59657A"/>
                </a:solidFill>
                <a:latin typeface="Arial"/>
                <a:ea typeface="Arial"/>
                <a:cs typeface="Arial"/>
              </a:defRPr>
            </a:lvl4pPr>
            <a:lvl5pPr algn="ctr">
              <a:defRPr sz="1050" b="1">
                <a:solidFill>
                  <a:srgbClr val="59657A"/>
                </a:solidFill>
                <a:latin typeface="Arial"/>
                <a:ea typeface="Arial"/>
                <a:cs typeface="Arial"/>
              </a:defRPr>
            </a:lvl5pPr>
            <a:lvl6pPr algn="ctr">
              <a:defRPr sz="1050" b="1">
                <a:solidFill>
                  <a:srgbClr val="59657A"/>
                </a:solidFill>
                <a:latin typeface="Arial"/>
                <a:ea typeface="Arial"/>
                <a:cs typeface="Arial"/>
              </a:defRPr>
            </a:lvl6pPr>
            <a:lvl7pPr algn="ctr">
              <a:defRPr sz="1050" b="1">
                <a:solidFill>
                  <a:srgbClr val="59657A"/>
                </a:solidFill>
                <a:latin typeface="Arial"/>
                <a:ea typeface="Arial"/>
                <a:cs typeface="Arial"/>
              </a:defRPr>
            </a:lvl7pPr>
            <a:lvl8pPr algn="ctr">
              <a:defRPr sz="1050" b="1">
                <a:solidFill>
                  <a:srgbClr val="59657A"/>
                </a:solidFill>
                <a:latin typeface="Arial"/>
                <a:ea typeface="Arial"/>
                <a:cs typeface="Arial"/>
              </a:defRPr>
            </a:lvl8pPr>
            <a:lvl9pPr algn="ctr">
              <a:defRPr sz="1050" b="1">
                <a:solidFill>
                  <a:srgbClr val="59657A"/>
                </a:solidFill>
                <a:latin typeface="Arial"/>
                <a:ea typeface="Arial"/>
                <a:cs typeface="Arial"/>
              </a:defRPr>
            </a:lvl9pPr>
          </a:lstStyle>
          <a:p xmlns:a="http://schemas.openxmlformats.org/drawingml/2006/main">
            <a:pPr algn="ctr">
              <a:defRPr sz="1050" b="1">
                <a:solidFill>
                  <a:srgbClr val="59657A"/>
                </a:solidFill>
                <a:latin typeface="Arial"/>
                <a:ea typeface="Arial"/>
                <a:cs typeface="Arial"/>
              </a:defRPr>
            </a:pPr>
            <a:r>
              <a:rPr sz="1050" b="1">
                <a:solidFill>
                  <a:srgbClr val="59657A"/>
                </a:solidFill>
                <a:latin typeface="Arial"/>
                <a:ea typeface="Arial"/>
                <a:cs typeface="Arial"/>
              </a:rPr>
              <a:t>P</a:t>
            </a:r>
          </a:p>
        </p:txBody>
      </p:sp>
      <p:sp>
        <p:nvSpPr>
          <p:cNvPr id="13" name="Proposed legend-13">
            <a:extLst xmlns:a="http://schemas.openxmlformats.org/drawingml/2006/main">
              <a:ext uri="{FF2B5EF4-FFF2-40B4-BE49-F238E27FC236}">
                <a16:creationId xmlns:a16="http://schemas.microsoft.com/office/drawing/2014/main" id="{D67315B6-79A1-475A-9F69-051DA3A8D505}"/>
              </a:ext>
            </a:extLst>
          </p:cNvPr>
          <p:cNvSpPr>
            <a:spLocks xmlns:a="http://schemas.openxmlformats.org/drawingml/2006/main" noGrp="1"/>
          </p:cNvSpPr>
          <p:nvPr/>
        </p:nvSpPr>
        <p:spPr>
          <a:xfrm xmlns:a="http://schemas.openxmlformats.org/drawingml/2006/main">
            <a:off x="11106150" y="1438275"/>
            <a:ext cx="3714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350" b="0">
                <a:solidFill>
                  <a:srgbClr val="59657A"/>
                </a:solidFill>
                <a:latin typeface="Arial"/>
                <a:ea typeface="Arial"/>
                <a:cs typeface="Arial"/>
              </a:defRPr>
            </a:defPPr>
            <a:lvl1pPr algn="l">
              <a:defRPr sz="1350" b="0">
                <a:solidFill>
                  <a:srgbClr val="59657A"/>
                </a:solidFill>
                <a:latin typeface="Arial"/>
                <a:ea typeface="Arial"/>
                <a:cs typeface="Arial"/>
              </a:defRPr>
            </a:lvl1pPr>
            <a:lvl2pPr algn="l">
              <a:defRPr sz="1350" b="0">
                <a:solidFill>
                  <a:srgbClr val="59657A"/>
                </a:solidFill>
                <a:latin typeface="Arial"/>
                <a:ea typeface="Arial"/>
                <a:cs typeface="Arial"/>
              </a:defRPr>
            </a:lvl2pPr>
            <a:lvl3pPr algn="l">
              <a:defRPr sz="1350" b="0">
                <a:solidFill>
                  <a:srgbClr val="59657A"/>
                </a:solidFill>
                <a:latin typeface="Arial"/>
                <a:ea typeface="Arial"/>
                <a:cs typeface="Arial"/>
              </a:defRPr>
            </a:lvl3pPr>
            <a:lvl4pPr algn="l">
              <a:defRPr sz="1350" b="0">
                <a:solidFill>
                  <a:srgbClr val="59657A"/>
                </a:solidFill>
                <a:latin typeface="Arial"/>
                <a:ea typeface="Arial"/>
                <a:cs typeface="Arial"/>
              </a:defRPr>
            </a:lvl4pPr>
            <a:lvl5pPr algn="l">
              <a:defRPr sz="1350" b="0">
                <a:solidFill>
                  <a:srgbClr val="59657A"/>
                </a:solidFill>
                <a:latin typeface="Arial"/>
                <a:ea typeface="Arial"/>
                <a:cs typeface="Arial"/>
              </a:defRPr>
            </a:lvl5pPr>
            <a:lvl6pPr algn="l">
              <a:defRPr sz="1350" b="0">
                <a:solidFill>
                  <a:srgbClr val="59657A"/>
                </a:solidFill>
                <a:latin typeface="Arial"/>
                <a:ea typeface="Arial"/>
                <a:cs typeface="Arial"/>
              </a:defRPr>
            </a:lvl6pPr>
            <a:lvl7pPr algn="l">
              <a:defRPr sz="1350" b="0">
                <a:solidFill>
                  <a:srgbClr val="59657A"/>
                </a:solidFill>
                <a:latin typeface="Arial"/>
                <a:ea typeface="Arial"/>
                <a:cs typeface="Arial"/>
              </a:defRPr>
            </a:lvl7pPr>
            <a:lvl8pPr algn="l">
              <a:defRPr sz="1350" b="0">
                <a:solidFill>
                  <a:srgbClr val="59657A"/>
                </a:solidFill>
                <a:latin typeface="Arial"/>
                <a:ea typeface="Arial"/>
                <a:cs typeface="Arial"/>
              </a:defRPr>
            </a:lvl8pPr>
            <a:lvl9pPr algn="l">
              <a:defRPr sz="1350" b="0">
                <a:solidFill>
                  <a:srgbClr val="59657A"/>
                </a:solidFill>
                <a:latin typeface="Arial"/>
                <a:ea typeface="Arial"/>
                <a:cs typeface="Arial"/>
              </a:defRPr>
            </a:lvl9pPr>
          </a:lstStyle>
          <a:p xmlns:a="http://schemas.openxmlformats.org/drawingml/2006/main">
            <a:pPr algn="l">
              <a:defRPr sz="1350" b="0">
                <a:solidFill>
                  <a:srgbClr val="59657A"/>
                </a:solidFill>
                <a:latin typeface="Arial"/>
                <a:ea typeface="Arial"/>
                <a:cs typeface="Arial"/>
              </a:defRPr>
            </a:pPr>
            <a:r>
              <a:rPr sz="1350" b="0">
                <a:solidFill>
                  <a:srgbClr val="59657A"/>
                </a:solidFill>
                <a:latin typeface="Arial"/>
                <a:ea typeface="Arial"/>
                <a:cs typeface="Arial"/>
              </a:rPr>
              <a:t>Proposed: future activation</a:t>
            </a:r>
          </a:p>
        </p:txBody>
      </p:sp>
      <p:sp>
        <p:nvSpPr>
          <p:cNvPr id="14" name="Layer Experience-14">
            <a:extLst xmlns:a="http://schemas.openxmlformats.org/drawingml/2006/main">
              <a:ext uri="{FF2B5EF4-FFF2-40B4-BE49-F238E27FC236}">
                <a16:creationId xmlns:a16="http://schemas.microsoft.com/office/drawing/2014/main" id="{D83BA9B0-3EEE-4154-86F5-1AAB675792DE}"/>
              </a:ext>
            </a:extLst>
          </p:cNvPr>
          <p:cNvSpPr>
            <a:spLocks xmlns:a="http://schemas.openxmlformats.org/drawingml/2006/main" noGrp="1"/>
          </p:cNvSpPr>
          <p:nvPr/>
        </p:nvSpPr>
        <p:spPr>
          <a:xfrm xmlns:a="http://schemas.openxmlformats.org/drawingml/2006/main">
            <a:off x="419100" y="2124075"/>
            <a:ext cx="1695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17243F"/>
                </a:solidFill>
                <a:latin typeface="Arial"/>
                <a:ea typeface="Arial"/>
                <a:cs typeface="Arial"/>
              </a:defRPr>
            </a:defPPr>
            <a:lvl1pPr algn="l">
              <a:defRPr sz="1575" b="1">
                <a:solidFill>
                  <a:srgbClr val="17243F"/>
                </a:solidFill>
                <a:latin typeface="Arial"/>
                <a:ea typeface="Arial"/>
                <a:cs typeface="Arial"/>
              </a:defRPr>
            </a:lvl1pPr>
            <a:lvl2pPr algn="l">
              <a:defRPr sz="1575" b="1">
                <a:solidFill>
                  <a:srgbClr val="17243F"/>
                </a:solidFill>
                <a:latin typeface="Arial"/>
                <a:ea typeface="Arial"/>
                <a:cs typeface="Arial"/>
              </a:defRPr>
            </a:lvl2pPr>
            <a:lvl3pPr algn="l">
              <a:defRPr sz="1575" b="1">
                <a:solidFill>
                  <a:srgbClr val="17243F"/>
                </a:solidFill>
                <a:latin typeface="Arial"/>
                <a:ea typeface="Arial"/>
                <a:cs typeface="Arial"/>
              </a:defRPr>
            </a:lvl3pPr>
            <a:lvl4pPr algn="l">
              <a:defRPr sz="1575" b="1">
                <a:solidFill>
                  <a:srgbClr val="17243F"/>
                </a:solidFill>
                <a:latin typeface="Arial"/>
                <a:ea typeface="Arial"/>
                <a:cs typeface="Arial"/>
              </a:defRPr>
            </a:lvl4pPr>
            <a:lvl5pPr algn="l">
              <a:defRPr sz="1575" b="1">
                <a:solidFill>
                  <a:srgbClr val="17243F"/>
                </a:solidFill>
                <a:latin typeface="Arial"/>
                <a:ea typeface="Arial"/>
                <a:cs typeface="Arial"/>
              </a:defRPr>
            </a:lvl5pPr>
            <a:lvl6pPr algn="l">
              <a:defRPr sz="1575" b="1">
                <a:solidFill>
                  <a:srgbClr val="17243F"/>
                </a:solidFill>
                <a:latin typeface="Arial"/>
                <a:ea typeface="Arial"/>
                <a:cs typeface="Arial"/>
              </a:defRPr>
            </a:lvl6pPr>
            <a:lvl7pPr algn="l">
              <a:defRPr sz="1575" b="1">
                <a:solidFill>
                  <a:srgbClr val="17243F"/>
                </a:solidFill>
                <a:latin typeface="Arial"/>
                <a:ea typeface="Arial"/>
                <a:cs typeface="Arial"/>
              </a:defRPr>
            </a:lvl7pPr>
            <a:lvl8pPr algn="l">
              <a:defRPr sz="1575" b="1">
                <a:solidFill>
                  <a:srgbClr val="17243F"/>
                </a:solidFill>
                <a:latin typeface="Arial"/>
                <a:ea typeface="Arial"/>
                <a:cs typeface="Arial"/>
              </a:defRPr>
            </a:lvl8pPr>
            <a:lvl9pPr algn="l">
              <a:defRPr sz="1575" b="1">
                <a:solidFill>
                  <a:srgbClr val="17243F"/>
                </a:solidFill>
                <a:latin typeface="Arial"/>
                <a:ea typeface="Arial"/>
                <a:cs typeface="Arial"/>
              </a:defRPr>
            </a:lvl9pPr>
          </a:lstStyle>
          <a:p xmlns:a="http://schemas.openxmlformats.org/drawingml/2006/main">
            <a:pPr algn="l">
              <a:defRPr sz="1575" b="1">
                <a:solidFill>
                  <a:srgbClr val="17243F"/>
                </a:solidFill>
                <a:latin typeface="Arial"/>
                <a:ea typeface="Arial"/>
                <a:cs typeface="Arial"/>
              </a:defRPr>
            </a:pPr>
            <a:r>
              <a:rPr sz="1575" b="1">
                <a:solidFill>
                  <a:srgbClr val="17243F"/>
                </a:solidFill>
                <a:latin typeface="Arial"/>
                <a:ea typeface="Arial"/>
                <a:cs typeface="Arial"/>
              </a:rPr>
              <a:t>Experience</a:t>
            </a:r>
          </a:p>
        </p:txBody>
      </p:sp>
      <p:cxnSp>
        <p:nvCxnSpPr>
          <p:cNvPr id="15" name="Layer divider-15">
            <a:extLst xmlns:a="http://schemas.openxmlformats.org/drawingml/2006/main">
              <a:ext uri="{FF2B5EF4-FFF2-40B4-BE49-F238E27FC236}">
                <a16:creationId xmlns:a16="http://schemas.microsoft.com/office/drawing/2014/main" id="{18461F16-F298-4296-9169-9858BE678A9D}"/>
              </a:ext>
            </a:extLst>
          </p:cNvPr>
          <p:cNvCxnSpPr/>
          <p:nvPr/>
        </p:nvCxnSpPr>
        <p:spPr>
          <a:xfrm xmlns:a="http://schemas.openxmlformats.org/drawingml/2006/main" flipH="0" flipV="0">
            <a:off x="419100" y="2790825"/>
            <a:ext cx="14401800" cy="0"/>
          </a:xfrm>
          <a:prstGeom xmlns:a="http://schemas.openxmlformats.org/drawingml/2006/main" prst="straightConnector1">
            <a:avLst/>
          </a:prstGeom>
          <a:ln xmlns:a="http://schemas.openxmlformats.org/drawingml/2006/main" w="11430">
            <a:solidFill>
              <a:srgbClr val="D8E2E8"/>
            </a:solidFill>
            <a:tailEnd type="none" w="med" len="med"/>
          </a:ln>
        </p:spPr>
      </p:cxnSp>
      <p:sp>
        <p:nvSpPr>
          <p:cNvPr id="16" name="status L-16">
            <a:extLst xmlns:a="http://schemas.openxmlformats.org/drawingml/2006/main">
              <a:ext uri="{FF2B5EF4-FFF2-40B4-BE49-F238E27FC236}">
                <a16:creationId xmlns:a16="http://schemas.microsoft.com/office/drawing/2014/main" id="{D4C968A7-3727-4272-9DD5-7F2524CADA86}"/>
              </a:ext>
            </a:extLst>
          </p:cNvPr>
          <p:cNvSpPr>
            <a:spLocks xmlns:a="http://schemas.openxmlformats.org/drawingml/2006/main" noGrp="1"/>
          </p:cNvSpPr>
          <p:nvPr/>
        </p:nvSpPr>
        <p:spPr>
          <a:xfrm xmlns:a="http://schemas.openxmlformats.org/drawingml/2006/main">
            <a:off x="2381250" y="2143125"/>
            <a:ext cx="209550" cy="209550"/>
          </a:xfrm>
          <a:prstGeom xmlns:a="http://schemas.openxmlformats.org/drawingml/2006/main" prst="rect">
            <a:avLst/>
          </a:prstGeom>
          <a:solidFill xmlns:a="http://schemas.openxmlformats.org/drawingml/2006/main">
            <a:srgbClr val="087F80"/>
          </a:solidFill>
          <a:ln xmlns:a="http://schemas.openxmlformats.org/drawingml/2006/main" w="11430">
            <a:solidFill>
              <a:srgbClr val="087F80"/>
            </a:solidFill>
          </a:ln>
        </p:spPr>
      </p:sp>
      <p:sp>
        <p:nvSpPr>
          <p:cNvPr id="17" name="status letter-17">
            <a:extLst xmlns:a="http://schemas.openxmlformats.org/drawingml/2006/main">
              <a:ext uri="{FF2B5EF4-FFF2-40B4-BE49-F238E27FC236}">
                <a16:creationId xmlns:a16="http://schemas.microsoft.com/office/drawing/2014/main" id="{A87D176B-33B9-44DB-B765-2753403C7CD2}"/>
              </a:ext>
            </a:extLst>
          </p:cNvPr>
          <p:cNvSpPr>
            <a:spLocks xmlns:a="http://schemas.openxmlformats.org/drawingml/2006/main" noGrp="1"/>
          </p:cNvSpPr>
          <p:nvPr/>
        </p:nvSpPr>
        <p:spPr>
          <a:xfrm xmlns:a="http://schemas.openxmlformats.org/drawingml/2006/main">
            <a:off x="2390775" y="2152650"/>
            <a:ext cx="19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050" b="1">
                <a:solidFill>
                  <a:srgbClr val="FFFFFF"/>
                </a:solidFill>
                <a:latin typeface="Arial"/>
                <a:ea typeface="Arial"/>
                <a:cs typeface="Arial"/>
              </a:defRPr>
            </a:defPPr>
            <a:lvl1pPr algn="ctr">
              <a:defRPr sz="1050" b="1">
                <a:solidFill>
                  <a:srgbClr val="FFFFFF"/>
                </a:solidFill>
                <a:latin typeface="Arial"/>
                <a:ea typeface="Arial"/>
                <a:cs typeface="Arial"/>
              </a:defRPr>
            </a:lvl1pPr>
            <a:lvl2pPr algn="ctr">
              <a:defRPr sz="1050" b="1">
                <a:solidFill>
                  <a:srgbClr val="FFFFFF"/>
                </a:solidFill>
                <a:latin typeface="Arial"/>
                <a:ea typeface="Arial"/>
                <a:cs typeface="Arial"/>
              </a:defRPr>
            </a:lvl2pPr>
            <a:lvl3pPr algn="ctr">
              <a:defRPr sz="1050" b="1">
                <a:solidFill>
                  <a:srgbClr val="FFFFFF"/>
                </a:solidFill>
                <a:latin typeface="Arial"/>
                <a:ea typeface="Arial"/>
                <a:cs typeface="Arial"/>
              </a:defRPr>
            </a:lvl3pPr>
            <a:lvl4pPr algn="ctr">
              <a:defRPr sz="1050" b="1">
                <a:solidFill>
                  <a:srgbClr val="FFFFFF"/>
                </a:solidFill>
                <a:latin typeface="Arial"/>
                <a:ea typeface="Arial"/>
                <a:cs typeface="Arial"/>
              </a:defRPr>
            </a:lvl4pPr>
            <a:lvl5pPr algn="ctr">
              <a:defRPr sz="1050" b="1">
                <a:solidFill>
                  <a:srgbClr val="FFFFFF"/>
                </a:solidFill>
                <a:latin typeface="Arial"/>
                <a:ea typeface="Arial"/>
                <a:cs typeface="Arial"/>
              </a:defRPr>
            </a:lvl5pPr>
            <a:lvl6pPr algn="ctr">
              <a:defRPr sz="1050" b="1">
                <a:solidFill>
                  <a:srgbClr val="FFFFFF"/>
                </a:solidFill>
                <a:latin typeface="Arial"/>
                <a:ea typeface="Arial"/>
                <a:cs typeface="Arial"/>
              </a:defRPr>
            </a:lvl6pPr>
            <a:lvl7pPr algn="ctr">
              <a:defRPr sz="1050" b="1">
                <a:solidFill>
                  <a:srgbClr val="FFFFFF"/>
                </a:solidFill>
                <a:latin typeface="Arial"/>
                <a:ea typeface="Arial"/>
                <a:cs typeface="Arial"/>
              </a:defRPr>
            </a:lvl7pPr>
            <a:lvl8pPr algn="ctr">
              <a:defRPr sz="1050" b="1">
                <a:solidFill>
                  <a:srgbClr val="FFFFFF"/>
                </a:solidFill>
                <a:latin typeface="Arial"/>
                <a:ea typeface="Arial"/>
                <a:cs typeface="Arial"/>
              </a:defRPr>
            </a:lvl8pPr>
            <a:lvl9pPr algn="ctr">
              <a:defRPr sz="1050" b="1">
                <a:solidFill>
                  <a:srgbClr val="FFFFFF"/>
                </a:solidFill>
                <a:latin typeface="Arial"/>
                <a:ea typeface="Arial"/>
                <a:cs typeface="Arial"/>
              </a:defRPr>
            </a:lvl9pPr>
          </a:lstStyle>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L</a:t>
            </a:r>
          </a:p>
        </p:txBody>
      </p:sp>
      <p:sp>
        <p:nvSpPr>
          <p:cNvPr id="18" name="browserframe-18">
            <a:extLst xmlns:a="http://schemas.openxmlformats.org/drawingml/2006/main">
              <a:ext uri="{FF2B5EF4-FFF2-40B4-BE49-F238E27FC236}">
                <a16:creationId xmlns:a16="http://schemas.microsoft.com/office/drawing/2014/main" id="{D7F8E5B4-D26B-4C42-B1A3-8D664F9331C8}"/>
              </a:ext>
            </a:extLst>
          </p:cNvPr>
          <p:cNvSpPr>
            <a:spLocks xmlns:a="http://schemas.openxmlformats.org/drawingml/2006/main" noGrp="1"/>
          </p:cNvSpPr>
          <p:nvPr/>
        </p:nvSpPr>
        <p:spPr>
          <a:xfrm xmlns:a="http://schemas.openxmlformats.org/drawingml/2006/main">
            <a:off x="2705100" y="2144316"/>
            <a:ext cx="257175" cy="225028"/>
          </a:xfrm>
          <a:prstGeom xmlns:a="http://schemas.openxmlformats.org/drawingml/2006/main" prst="rect">
            <a:avLst/>
          </a:prstGeom>
          <a:noFill xmlns:a="http://schemas.openxmlformats.org/drawingml/2006/main"/>
          <a:ln xmlns:a="http://schemas.openxmlformats.org/drawingml/2006/main" w="19288">
            <a:solidFill>
              <a:srgbClr val="087F80"/>
            </a:solidFill>
          </a:ln>
        </p:spPr>
      </p:sp>
      <p:cxnSp>
        <p:nvCxnSpPr>
          <p:cNvPr id="19" name="browserbar-19">
            <a:extLst xmlns:a="http://schemas.openxmlformats.org/drawingml/2006/main">
              <a:ext uri="{FF2B5EF4-FFF2-40B4-BE49-F238E27FC236}">
                <a16:creationId xmlns:a16="http://schemas.microsoft.com/office/drawing/2014/main" id="{1561C59A-A67A-41D8-B8FC-4D545C09482E}"/>
              </a:ext>
            </a:extLst>
          </p:cNvPr>
          <p:cNvCxnSpPr/>
          <p:nvPr/>
        </p:nvCxnSpPr>
        <p:spPr>
          <a:xfrm xmlns:a="http://schemas.openxmlformats.org/drawingml/2006/main" flipH="0" flipV="0">
            <a:off x="2705100" y="2208609"/>
            <a:ext cx="257175" cy="0"/>
          </a:xfrm>
          <a:prstGeom xmlns:a="http://schemas.openxmlformats.org/drawingml/2006/main" prst="straightConnector1">
            <a:avLst/>
          </a:prstGeom>
          <a:ln xmlns:a="http://schemas.openxmlformats.org/drawingml/2006/main" w="19288">
            <a:solidFill>
              <a:srgbClr val="087F80"/>
            </a:solidFill>
            <a:tailEnd type="none" w="med" len="med"/>
          </a:ln>
        </p:spPr>
      </p:cxnSp>
      <p:sp>
        <p:nvSpPr>
          <p:cNvPr id="20" name="browserdot-20">
            <a:extLst xmlns:a="http://schemas.openxmlformats.org/drawingml/2006/main">
              <a:ext uri="{FF2B5EF4-FFF2-40B4-BE49-F238E27FC236}">
                <a16:creationId xmlns:a16="http://schemas.microsoft.com/office/drawing/2014/main" id="{3371DA33-99E2-48CF-A8EB-C4E3ED6DB047}"/>
              </a:ext>
            </a:extLst>
          </p:cNvPr>
          <p:cNvSpPr>
            <a:spLocks xmlns:a="http://schemas.openxmlformats.org/drawingml/2006/main" noGrp="1"/>
          </p:cNvSpPr>
          <p:nvPr/>
        </p:nvSpPr>
        <p:spPr>
          <a:xfrm xmlns:a="http://schemas.openxmlformats.org/drawingml/2006/main">
            <a:off x="2737247" y="2165747"/>
            <a:ext cx="21431" cy="21431"/>
          </a:xfrm>
          <a:prstGeom xmlns:a="http://schemas.openxmlformats.org/drawingml/2006/main" prst="ellipse">
            <a:avLst/>
          </a:prstGeom>
          <a:solidFill xmlns:a="http://schemas.openxmlformats.org/drawingml/2006/main">
            <a:srgbClr val="087F80"/>
          </a:solidFill>
          <a:ln xmlns:a="http://schemas.openxmlformats.org/drawingml/2006/main" w="19288">
            <a:solidFill>
              <a:srgbClr val="087F80"/>
            </a:solidFill>
          </a:ln>
        </p:spPr>
      </p:sp>
      <p:sp>
        <p:nvSpPr>
          <p:cNvPr id="21" name="Next.js / React title-21">
            <a:extLst xmlns:a="http://schemas.openxmlformats.org/drawingml/2006/main">
              <a:ext uri="{FF2B5EF4-FFF2-40B4-BE49-F238E27FC236}">
                <a16:creationId xmlns:a16="http://schemas.microsoft.com/office/drawing/2014/main" id="{59BC25B3-B8E0-47FB-9FA5-6B327DCA901C}"/>
              </a:ext>
            </a:extLst>
          </p:cNvPr>
          <p:cNvSpPr>
            <a:spLocks xmlns:a="http://schemas.openxmlformats.org/drawingml/2006/main" noGrp="1"/>
          </p:cNvSpPr>
          <p:nvPr/>
        </p:nvSpPr>
        <p:spPr>
          <a:xfrm xmlns:a="http://schemas.openxmlformats.org/drawingml/2006/main">
            <a:off x="3114675" y="2076450"/>
            <a:ext cx="32480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17243F"/>
                </a:solidFill>
                <a:latin typeface="Arial"/>
                <a:ea typeface="Arial"/>
                <a:cs typeface="Arial"/>
              </a:defRPr>
            </a:defPPr>
            <a:lvl1pPr algn="l">
              <a:defRPr sz="1575" b="1">
                <a:solidFill>
                  <a:srgbClr val="17243F"/>
                </a:solidFill>
                <a:latin typeface="Arial"/>
                <a:ea typeface="Arial"/>
                <a:cs typeface="Arial"/>
              </a:defRPr>
            </a:lvl1pPr>
            <a:lvl2pPr algn="l">
              <a:defRPr sz="1575" b="1">
                <a:solidFill>
                  <a:srgbClr val="17243F"/>
                </a:solidFill>
                <a:latin typeface="Arial"/>
                <a:ea typeface="Arial"/>
                <a:cs typeface="Arial"/>
              </a:defRPr>
            </a:lvl2pPr>
            <a:lvl3pPr algn="l">
              <a:defRPr sz="1575" b="1">
                <a:solidFill>
                  <a:srgbClr val="17243F"/>
                </a:solidFill>
                <a:latin typeface="Arial"/>
                <a:ea typeface="Arial"/>
                <a:cs typeface="Arial"/>
              </a:defRPr>
            </a:lvl3pPr>
            <a:lvl4pPr algn="l">
              <a:defRPr sz="1575" b="1">
                <a:solidFill>
                  <a:srgbClr val="17243F"/>
                </a:solidFill>
                <a:latin typeface="Arial"/>
                <a:ea typeface="Arial"/>
                <a:cs typeface="Arial"/>
              </a:defRPr>
            </a:lvl4pPr>
            <a:lvl5pPr algn="l">
              <a:defRPr sz="1575" b="1">
                <a:solidFill>
                  <a:srgbClr val="17243F"/>
                </a:solidFill>
                <a:latin typeface="Arial"/>
                <a:ea typeface="Arial"/>
                <a:cs typeface="Arial"/>
              </a:defRPr>
            </a:lvl5pPr>
            <a:lvl6pPr algn="l">
              <a:defRPr sz="1575" b="1">
                <a:solidFill>
                  <a:srgbClr val="17243F"/>
                </a:solidFill>
                <a:latin typeface="Arial"/>
                <a:ea typeface="Arial"/>
                <a:cs typeface="Arial"/>
              </a:defRPr>
            </a:lvl6pPr>
            <a:lvl7pPr algn="l">
              <a:defRPr sz="1575" b="1">
                <a:solidFill>
                  <a:srgbClr val="17243F"/>
                </a:solidFill>
                <a:latin typeface="Arial"/>
                <a:ea typeface="Arial"/>
                <a:cs typeface="Arial"/>
              </a:defRPr>
            </a:lvl7pPr>
            <a:lvl8pPr algn="l">
              <a:defRPr sz="1575" b="1">
                <a:solidFill>
                  <a:srgbClr val="17243F"/>
                </a:solidFill>
                <a:latin typeface="Arial"/>
                <a:ea typeface="Arial"/>
                <a:cs typeface="Arial"/>
              </a:defRPr>
            </a:lvl8pPr>
            <a:lvl9pPr algn="l">
              <a:defRPr sz="1575" b="1">
                <a:solidFill>
                  <a:srgbClr val="17243F"/>
                </a:solidFill>
                <a:latin typeface="Arial"/>
                <a:ea typeface="Arial"/>
                <a:cs typeface="Arial"/>
              </a:defRPr>
            </a:lvl9pPr>
          </a:lstStyle>
          <a:p xmlns:a="http://schemas.openxmlformats.org/drawingml/2006/main">
            <a:pPr algn="l">
              <a:defRPr sz="1575" b="1">
                <a:solidFill>
                  <a:srgbClr val="17243F"/>
                </a:solidFill>
                <a:latin typeface="Arial"/>
                <a:ea typeface="Arial"/>
                <a:cs typeface="Arial"/>
              </a:defRPr>
            </a:pPr>
            <a:r>
              <a:rPr sz="1575" b="1">
                <a:solidFill>
                  <a:srgbClr val="17243F"/>
                </a:solidFill>
                <a:latin typeface="Arial"/>
                <a:ea typeface="Arial"/>
                <a:cs typeface="Arial"/>
              </a:rPr>
              <a:t>Next.js / React</a:t>
            </a:r>
          </a:p>
        </p:txBody>
      </p:sp>
      <p:sp>
        <p:nvSpPr>
          <p:cNvPr id="22" name="Next.js / React benefit-22">
            <a:extLst xmlns:a="http://schemas.openxmlformats.org/drawingml/2006/main">
              <a:ext uri="{FF2B5EF4-FFF2-40B4-BE49-F238E27FC236}">
                <a16:creationId xmlns:a16="http://schemas.microsoft.com/office/drawing/2014/main" id="{17E25C30-1637-472B-B8EF-2F0D1C439B73}"/>
              </a:ext>
            </a:extLst>
          </p:cNvPr>
          <p:cNvSpPr>
            <a:spLocks xmlns:a="http://schemas.openxmlformats.org/drawingml/2006/main" noGrp="1"/>
          </p:cNvSpPr>
          <p:nvPr/>
        </p:nvSpPr>
        <p:spPr>
          <a:xfrm xmlns:a="http://schemas.openxmlformats.org/drawingml/2006/main">
            <a:off x="3114675" y="2409825"/>
            <a:ext cx="32480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350" b="0">
                <a:solidFill>
                  <a:srgbClr val="59657A"/>
                </a:solidFill>
                <a:latin typeface="Arial"/>
                <a:ea typeface="Arial"/>
                <a:cs typeface="Arial"/>
              </a:defRPr>
            </a:defPPr>
            <a:lvl1pPr algn="l">
              <a:defRPr sz="1350" b="0">
                <a:solidFill>
                  <a:srgbClr val="59657A"/>
                </a:solidFill>
                <a:latin typeface="Arial"/>
                <a:ea typeface="Arial"/>
                <a:cs typeface="Arial"/>
              </a:defRPr>
            </a:lvl1pPr>
            <a:lvl2pPr algn="l">
              <a:defRPr sz="1350" b="0">
                <a:solidFill>
                  <a:srgbClr val="59657A"/>
                </a:solidFill>
                <a:latin typeface="Arial"/>
                <a:ea typeface="Arial"/>
                <a:cs typeface="Arial"/>
              </a:defRPr>
            </a:lvl2pPr>
            <a:lvl3pPr algn="l">
              <a:defRPr sz="1350" b="0">
                <a:solidFill>
                  <a:srgbClr val="59657A"/>
                </a:solidFill>
                <a:latin typeface="Arial"/>
                <a:ea typeface="Arial"/>
                <a:cs typeface="Arial"/>
              </a:defRPr>
            </a:lvl3pPr>
            <a:lvl4pPr algn="l">
              <a:defRPr sz="1350" b="0">
                <a:solidFill>
                  <a:srgbClr val="59657A"/>
                </a:solidFill>
                <a:latin typeface="Arial"/>
                <a:ea typeface="Arial"/>
                <a:cs typeface="Arial"/>
              </a:defRPr>
            </a:lvl4pPr>
            <a:lvl5pPr algn="l">
              <a:defRPr sz="1350" b="0">
                <a:solidFill>
                  <a:srgbClr val="59657A"/>
                </a:solidFill>
                <a:latin typeface="Arial"/>
                <a:ea typeface="Arial"/>
                <a:cs typeface="Arial"/>
              </a:defRPr>
            </a:lvl5pPr>
            <a:lvl6pPr algn="l">
              <a:defRPr sz="1350" b="0">
                <a:solidFill>
                  <a:srgbClr val="59657A"/>
                </a:solidFill>
                <a:latin typeface="Arial"/>
                <a:ea typeface="Arial"/>
                <a:cs typeface="Arial"/>
              </a:defRPr>
            </a:lvl6pPr>
            <a:lvl7pPr algn="l">
              <a:defRPr sz="1350" b="0">
                <a:solidFill>
                  <a:srgbClr val="59657A"/>
                </a:solidFill>
                <a:latin typeface="Arial"/>
                <a:ea typeface="Arial"/>
                <a:cs typeface="Arial"/>
              </a:defRPr>
            </a:lvl7pPr>
            <a:lvl8pPr algn="l">
              <a:defRPr sz="1350" b="0">
                <a:solidFill>
                  <a:srgbClr val="59657A"/>
                </a:solidFill>
                <a:latin typeface="Arial"/>
                <a:ea typeface="Arial"/>
                <a:cs typeface="Arial"/>
              </a:defRPr>
            </a:lvl8pPr>
            <a:lvl9pPr algn="l">
              <a:defRPr sz="1350" b="0">
                <a:solidFill>
                  <a:srgbClr val="59657A"/>
                </a:solidFill>
                <a:latin typeface="Arial"/>
                <a:ea typeface="Arial"/>
                <a:cs typeface="Arial"/>
              </a:defRPr>
            </a:lvl9pPr>
          </a:lstStyle>
          <a:p xmlns:a="http://schemas.openxmlformats.org/drawingml/2006/main">
            <a:pPr algn="l">
              <a:defRPr sz="1350" b="0">
                <a:solidFill>
                  <a:srgbClr val="59657A"/>
                </a:solidFill>
                <a:latin typeface="Arial"/>
                <a:ea typeface="Arial"/>
                <a:cs typeface="Arial"/>
              </a:defRPr>
            </a:pPr>
            <a:r>
              <a:rPr sz="1350" b="0">
                <a:solidFill>
                  <a:srgbClr val="59657A"/>
                </a:solidFill>
                <a:latin typeface="Arial"/>
                <a:ea typeface="Arial"/>
                <a:cs typeface="Arial"/>
              </a:rPr>
              <a:t>Public site and governed workspace</a:t>
            </a:r>
          </a:p>
        </p:txBody>
      </p:sp>
      <p:sp>
        <p:nvSpPr>
          <p:cNvPr id="23" name="status L-23">
            <a:extLst xmlns:a="http://schemas.openxmlformats.org/drawingml/2006/main">
              <a:ext uri="{FF2B5EF4-FFF2-40B4-BE49-F238E27FC236}">
                <a16:creationId xmlns:a16="http://schemas.microsoft.com/office/drawing/2014/main" id="{09FF6CEF-C750-4DF6-A6B9-0E3558AEB404}"/>
              </a:ext>
            </a:extLst>
          </p:cNvPr>
          <p:cNvSpPr>
            <a:spLocks xmlns:a="http://schemas.openxmlformats.org/drawingml/2006/main" noGrp="1"/>
          </p:cNvSpPr>
          <p:nvPr/>
        </p:nvSpPr>
        <p:spPr>
          <a:xfrm xmlns:a="http://schemas.openxmlformats.org/drawingml/2006/main">
            <a:off x="6572250" y="2143125"/>
            <a:ext cx="209550" cy="209550"/>
          </a:xfrm>
          <a:prstGeom xmlns:a="http://schemas.openxmlformats.org/drawingml/2006/main" prst="rect">
            <a:avLst/>
          </a:prstGeom>
          <a:solidFill xmlns:a="http://schemas.openxmlformats.org/drawingml/2006/main">
            <a:srgbClr val="087F80"/>
          </a:solidFill>
          <a:ln xmlns:a="http://schemas.openxmlformats.org/drawingml/2006/main" w="11430">
            <a:solidFill>
              <a:srgbClr val="087F80"/>
            </a:solidFill>
          </a:ln>
        </p:spPr>
      </p:sp>
      <p:sp>
        <p:nvSpPr>
          <p:cNvPr id="24" name="status letter-24">
            <a:extLst xmlns:a="http://schemas.openxmlformats.org/drawingml/2006/main">
              <a:ext uri="{FF2B5EF4-FFF2-40B4-BE49-F238E27FC236}">
                <a16:creationId xmlns:a16="http://schemas.microsoft.com/office/drawing/2014/main" id="{6D7D5F5F-0A8E-4957-B4EB-A90B56B030A3}"/>
              </a:ext>
            </a:extLst>
          </p:cNvPr>
          <p:cNvSpPr>
            <a:spLocks xmlns:a="http://schemas.openxmlformats.org/drawingml/2006/main" noGrp="1"/>
          </p:cNvSpPr>
          <p:nvPr/>
        </p:nvSpPr>
        <p:spPr>
          <a:xfrm xmlns:a="http://schemas.openxmlformats.org/drawingml/2006/main">
            <a:off x="6581775" y="2152650"/>
            <a:ext cx="19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050" b="1">
                <a:solidFill>
                  <a:srgbClr val="FFFFFF"/>
                </a:solidFill>
                <a:latin typeface="Arial"/>
                <a:ea typeface="Arial"/>
                <a:cs typeface="Arial"/>
              </a:defRPr>
            </a:defPPr>
            <a:lvl1pPr algn="ctr">
              <a:defRPr sz="1050" b="1">
                <a:solidFill>
                  <a:srgbClr val="FFFFFF"/>
                </a:solidFill>
                <a:latin typeface="Arial"/>
                <a:ea typeface="Arial"/>
                <a:cs typeface="Arial"/>
              </a:defRPr>
            </a:lvl1pPr>
            <a:lvl2pPr algn="ctr">
              <a:defRPr sz="1050" b="1">
                <a:solidFill>
                  <a:srgbClr val="FFFFFF"/>
                </a:solidFill>
                <a:latin typeface="Arial"/>
                <a:ea typeface="Arial"/>
                <a:cs typeface="Arial"/>
              </a:defRPr>
            </a:lvl2pPr>
            <a:lvl3pPr algn="ctr">
              <a:defRPr sz="1050" b="1">
                <a:solidFill>
                  <a:srgbClr val="FFFFFF"/>
                </a:solidFill>
                <a:latin typeface="Arial"/>
                <a:ea typeface="Arial"/>
                <a:cs typeface="Arial"/>
              </a:defRPr>
            </a:lvl3pPr>
            <a:lvl4pPr algn="ctr">
              <a:defRPr sz="1050" b="1">
                <a:solidFill>
                  <a:srgbClr val="FFFFFF"/>
                </a:solidFill>
                <a:latin typeface="Arial"/>
                <a:ea typeface="Arial"/>
                <a:cs typeface="Arial"/>
              </a:defRPr>
            </a:lvl4pPr>
            <a:lvl5pPr algn="ctr">
              <a:defRPr sz="1050" b="1">
                <a:solidFill>
                  <a:srgbClr val="FFFFFF"/>
                </a:solidFill>
                <a:latin typeface="Arial"/>
                <a:ea typeface="Arial"/>
                <a:cs typeface="Arial"/>
              </a:defRPr>
            </a:lvl5pPr>
            <a:lvl6pPr algn="ctr">
              <a:defRPr sz="1050" b="1">
                <a:solidFill>
                  <a:srgbClr val="FFFFFF"/>
                </a:solidFill>
                <a:latin typeface="Arial"/>
                <a:ea typeface="Arial"/>
                <a:cs typeface="Arial"/>
              </a:defRPr>
            </a:lvl6pPr>
            <a:lvl7pPr algn="ctr">
              <a:defRPr sz="1050" b="1">
                <a:solidFill>
                  <a:srgbClr val="FFFFFF"/>
                </a:solidFill>
                <a:latin typeface="Arial"/>
                <a:ea typeface="Arial"/>
                <a:cs typeface="Arial"/>
              </a:defRPr>
            </a:lvl7pPr>
            <a:lvl8pPr algn="ctr">
              <a:defRPr sz="1050" b="1">
                <a:solidFill>
                  <a:srgbClr val="FFFFFF"/>
                </a:solidFill>
                <a:latin typeface="Arial"/>
                <a:ea typeface="Arial"/>
                <a:cs typeface="Arial"/>
              </a:defRPr>
            </a:lvl8pPr>
            <a:lvl9pPr algn="ctr">
              <a:defRPr sz="1050" b="1">
                <a:solidFill>
                  <a:srgbClr val="FFFFFF"/>
                </a:solidFill>
                <a:latin typeface="Arial"/>
                <a:ea typeface="Arial"/>
                <a:cs typeface="Arial"/>
              </a:defRPr>
            </a:lvl9pPr>
          </a:lstStyle>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L</a:t>
            </a:r>
          </a:p>
        </p:txBody>
      </p:sp>
      <p:sp>
        <p:nvSpPr>
          <p:cNvPr id="25" name="typedpanel-25">
            <a:extLst xmlns:a="http://schemas.openxmlformats.org/drawingml/2006/main">
              <a:ext uri="{FF2B5EF4-FFF2-40B4-BE49-F238E27FC236}">
                <a16:creationId xmlns:a16="http://schemas.microsoft.com/office/drawing/2014/main" id="{3C861AAC-58F2-452D-8F2C-5062C77B4983}"/>
              </a:ext>
            </a:extLst>
          </p:cNvPr>
          <p:cNvSpPr>
            <a:spLocks xmlns:a="http://schemas.openxmlformats.org/drawingml/2006/main" noGrp="1"/>
          </p:cNvSpPr>
          <p:nvPr/>
        </p:nvSpPr>
        <p:spPr>
          <a:xfrm xmlns:a="http://schemas.openxmlformats.org/drawingml/2006/main">
            <a:off x="6906816" y="2133600"/>
            <a:ext cx="235744" cy="257175"/>
          </a:xfrm>
          <a:prstGeom xmlns:a="http://schemas.openxmlformats.org/drawingml/2006/main" prst="rect">
            <a:avLst/>
          </a:prstGeom>
          <a:noFill xmlns:a="http://schemas.openxmlformats.org/drawingml/2006/main"/>
          <a:ln xmlns:a="http://schemas.openxmlformats.org/drawingml/2006/main" w="19288">
            <a:solidFill>
              <a:srgbClr val="087F80"/>
            </a:solidFill>
          </a:ln>
        </p:spPr>
      </p:sp>
      <p:cxnSp>
        <p:nvCxnSpPr>
          <p:cNvPr id="26" name="typedleft1-26">
            <a:extLst xmlns:a="http://schemas.openxmlformats.org/drawingml/2006/main">
              <a:ext uri="{FF2B5EF4-FFF2-40B4-BE49-F238E27FC236}">
                <a16:creationId xmlns:a16="http://schemas.microsoft.com/office/drawing/2014/main" id="{3DB20529-4182-4577-B68C-91DC4B05BC40}"/>
              </a:ext>
            </a:extLst>
          </p:cNvPr>
          <p:cNvCxnSpPr/>
          <p:nvPr/>
        </p:nvCxnSpPr>
        <p:spPr>
          <a:xfrm xmlns:a="http://schemas.openxmlformats.org/drawingml/2006/main" flipH="1" flipV="0">
            <a:off x="6938963" y="2208609"/>
            <a:ext cx="42863" cy="53578"/>
          </a:xfrm>
          <a:prstGeom xmlns:a="http://schemas.openxmlformats.org/drawingml/2006/main" prst="straightConnector1">
            <a:avLst/>
          </a:prstGeom>
          <a:ln xmlns:a="http://schemas.openxmlformats.org/drawingml/2006/main" w="19288">
            <a:solidFill>
              <a:srgbClr val="087F80"/>
            </a:solidFill>
            <a:tailEnd type="none" w="med" len="med"/>
          </a:ln>
        </p:spPr>
      </p:cxnSp>
      <p:cxnSp>
        <p:nvCxnSpPr>
          <p:cNvPr id="27" name="typedleft2-27">
            <a:extLst xmlns:a="http://schemas.openxmlformats.org/drawingml/2006/main">
              <a:ext uri="{FF2B5EF4-FFF2-40B4-BE49-F238E27FC236}">
                <a16:creationId xmlns:a16="http://schemas.microsoft.com/office/drawing/2014/main" id="{030AF198-0B5A-4780-ACE4-758B31025DA2}"/>
              </a:ext>
            </a:extLst>
          </p:cNvPr>
          <p:cNvCxnSpPr/>
          <p:nvPr/>
        </p:nvCxnSpPr>
        <p:spPr>
          <a:xfrm xmlns:a="http://schemas.openxmlformats.org/drawingml/2006/main" flipH="0" flipV="0">
            <a:off x="6938963" y="2262188"/>
            <a:ext cx="42863" cy="53578"/>
          </a:xfrm>
          <a:prstGeom xmlns:a="http://schemas.openxmlformats.org/drawingml/2006/main" prst="straightConnector1">
            <a:avLst/>
          </a:prstGeom>
          <a:ln xmlns:a="http://schemas.openxmlformats.org/drawingml/2006/main" w="19288">
            <a:solidFill>
              <a:srgbClr val="087F80"/>
            </a:solidFill>
            <a:tailEnd type="none" w="med" len="med"/>
          </a:ln>
        </p:spPr>
      </p:cxnSp>
      <p:cxnSp>
        <p:nvCxnSpPr>
          <p:cNvPr id="28" name="typedright1-28">
            <a:extLst xmlns:a="http://schemas.openxmlformats.org/drawingml/2006/main">
              <a:ext uri="{FF2B5EF4-FFF2-40B4-BE49-F238E27FC236}">
                <a16:creationId xmlns:a16="http://schemas.microsoft.com/office/drawing/2014/main" id="{1CA5AF44-4767-4974-BB52-868E3666E4AC}"/>
              </a:ext>
            </a:extLst>
          </p:cNvPr>
          <p:cNvCxnSpPr/>
          <p:nvPr/>
        </p:nvCxnSpPr>
        <p:spPr>
          <a:xfrm xmlns:a="http://schemas.openxmlformats.org/drawingml/2006/main" flipH="0" flipV="0">
            <a:off x="7067550" y="2208609"/>
            <a:ext cx="42863" cy="53578"/>
          </a:xfrm>
          <a:prstGeom xmlns:a="http://schemas.openxmlformats.org/drawingml/2006/main" prst="straightConnector1">
            <a:avLst/>
          </a:prstGeom>
          <a:ln xmlns:a="http://schemas.openxmlformats.org/drawingml/2006/main" w="19288">
            <a:solidFill>
              <a:srgbClr val="087F80"/>
            </a:solidFill>
            <a:tailEnd type="none" w="med" len="med"/>
          </a:ln>
        </p:spPr>
      </p:cxnSp>
      <p:cxnSp>
        <p:nvCxnSpPr>
          <p:cNvPr id="29" name="typedright2-29">
            <a:extLst xmlns:a="http://schemas.openxmlformats.org/drawingml/2006/main">
              <a:ext uri="{FF2B5EF4-FFF2-40B4-BE49-F238E27FC236}">
                <a16:creationId xmlns:a16="http://schemas.microsoft.com/office/drawing/2014/main" id="{D85E8662-347A-46C6-BEC8-1EBEF36C0423}"/>
              </a:ext>
            </a:extLst>
          </p:cNvPr>
          <p:cNvCxnSpPr/>
          <p:nvPr/>
        </p:nvCxnSpPr>
        <p:spPr>
          <a:xfrm xmlns:a="http://schemas.openxmlformats.org/drawingml/2006/main" flipH="1" flipV="0">
            <a:off x="7067550" y="2262188"/>
            <a:ext cx="42863" cy="53578"/>
          </a:xfrm>
          <a:prstGeom xmlns:a="http://schemas.openxmlformats.org/drawingml/2006/main" prst="straightConnector1">
            <a:avLst/>
          </a:prstGeom>
          <a:ln xmlns:a="http://schemas.openxmlformats.org/drawingml/2006/main" w="19288">
            <a:solidFill>
              <a:srgbClr val="087F80"/>
            </a:solidFill>
            <a:tailEnd type="none" w="med" len="med"/>
          </a:ln>
        </p:spPr>
      </p:cxnSp>
      <p:cxnSp>
        <p:nvCxnSpPr>
          <p:cNvPr id="30" name="typedslash-30">
            <a:extLst xmlns:a="http://schemas.openxmlformats.org/drawingml/2006/main">
              <a:ext uri="{FF2B5EF4-FFF2-40B4-BE49-F238E27FC236}">
                <a16:creationId xmlns:a16="http://schemas.microsoft.com/office/drawing/2014/main" id="{41974461-C621-4F34-B609-3C7415012985}"/>
              </a:ext>
            </a:extLst>
          </p:cNvPr>
          <p:cNvCxnSpPr/>
          <p:nvPr/>
        </p:nvCxnSpPr>
        <p:spPr>
          <a:xfrm xmlns:a="http://schemas.openxmlformats.org/drawingml/2006/main" flipH="1" flipV="0">
            <a:off x="7003256" y="2197894"/>
            <a:ext cx="42863" cy="128588"/>
          </a:xfrm>
          <a:prstGeom xmlns:a="http://schemas.openxmlformats.org/drawingml/2006/main" prst="straightConnector1">
            <a:avLst/>
          </a:prstGeom>
          <a:ln xmlns:a="http://schemas.openxmlformats.org/drawingml/2006/main" w="19288">
            <a:solidFill>
              <a:srgbClr val="087F80"/>
            </a:solidFill>
            <a:tailEnd type="none" w="med" len="med"/>
          </a:ln>
        </p:spPr>
      </p:cxnSp>
      <p:sp>
        <p:nvSpPr>
          <p:cNvPr id="31" name="TypeScript / Tailwind title-31">
            <a:extLst xmlns:a="http://schemas.openxmlformats.org/drawingml/2006/main">
              <a:ext uri="{FF2B5EF4-FFF2-40B4-BE49-F238E27FC236}">
                <a16:creationId xmlns:a16="http://schemas.microsoft.com/office/drawing/2014/main" id="{DD1AD427-8B77-4884-815A-FB5EB656E596}"/>
              </a:ext>
            </a:extLst>
          </p:cNvPr>
          <p:cNvSpPr>
            <a:spLocks xmlns:a="http://schemas.openxmlformats.org/drawingml/2006/main" noGrp="1"/>
          </p:cNvSpPr>
          <p:nvPr/>
        </p:nvSpPr>
        <p:spPr>
          <a:xfrm xmlns:a="http://schemas.openxmlformats.org/drawingml/2006/main">
            <a:off x="7305675" y="2076450"/>
            <a:ext cx="32480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17243F"/>
                </a:solidFill>
                <a:latin typeface="Arial"/>
                <a:ea typeface="Arial"/>
                <a:cs typeface="Arial"/>
              </a:defRPr>
            </a:defPPr>
            <a:lvl1pPr algn="l">
              <a:defRPr sz="1575" b="1">
                <a:solidFill>
                  <a:srgbClr val="17243F"/>
                </a:solidFill>
                <a:latin typeface="Arial"/>
                <a:ea typeface="Arial"/>
                <a:cs typeface="Arial"/>
              </a:defRPr>
            </a:lvl1pPr>
            <a:lvl2pPr algn="l">
              <a:defRPr sz="1575" b="1">
                <a:solidFill>
                  <a:srgbClr val="17243F"/>
                </a:solidFill>
                <a:latin typeface="Arial"/>
                <a:ea typeface="Arial"/>
                <a:cs typeface="Arial"/>
              </a:defRPr>
            </a:lvl2pPr>
            <a:lvl3pPr algn="l">
              <a:defRPr sz="1575" b="1">
                <a:solidFill>
                  <a:srgbClr val="17243F"/>
                </a:solidFill>
                <a:latin typeface="Arial"/>
                <a:ea typeface="Arial"/>
                <a:cs typeface="Arial"/>
              </a:defRPr>
            </a:lvl3pPr>
            <a:lvl4pPr algn="l">
              <a:defRPr sz="1575" b="1">
                <a:solidFill>
                  <a:srgbClr val="17243F"/>
                </a:solidFill>
                <a:latin typeface="Arial"/>
                <a:ea typeface="Arial"/>
                <a:cs typeface="Arial"/>
              </a:defRPr>
            </a:lvl4pPr>
            <a:lvl5pPr algn="l">
              <a:defRPr sz="1575" b="1">
                <a:solidFill>
                  <a:srgbClr val="17243F"/>
                </a:solidFill>
                <a:latin typeface="Arial"/>
                <a:ea typeface="Arial"/>
                <a:cs typeface="Arial"/>
              </a:defRPr>
            </a:lvl5pPr>
            <a:lvl6pPr algn="l">
              <a:defRPr sz="1575" b="1">
                <a:solidFill>
                  <a:srgbClr val="17243F"/>
                </a:solidFill>
                <a:latin typeface="Arial"/>
                <a:ea typeface="Arial"/>
                <a:cs typeface="Arial"/>
              </a:defRPr>
            </a:lvl6pPr>
            <a:lvl7pPr algn="l">
              <a:defRPr sz="1575" b="1">
                <a:solidFill>
                  <a:srgbClr val="17243F"/>
                </a:solidFill>
                <a:latin typeface="Arial"/>
                <a:ea typeface="Arial"/>
                <a:cs typeface="Arial"/>
              </a:defRPr>
            </a:lvl7pPr>
            <a:lvl8pPr algn="l">
              <a:defRPr sz="1575" b="1">
                <a:solidFill>
                  <a:srgbClr val="17243F"/>
                </a:solidFill>
                <a:latin typeface="Arial"/>
                <a:ea typeface="Arial"/>
                <a:cs typeface="Arial"/>
              </a:defRPr>
            </a:lvl8pPr>
            <a:lvl9pPr algn="l">
              <a:defRPr sz="1575" b="1">
                <a:solidFill>
                  <a:srgbClr val="17243F"/>
                </a:solidFill>
                <a:latin typeface="Arial"/>
                <a:ea typeface="Arial"/>
                <a:cs typeface="Arial"/>
              </a:defRPr>
            </a:lvl9pPr>
          </a:lstStyle>
          <a:p xmlns:a="http://schemas.openxmlformats.org/drawingml/2006/main">
            <a:pPr algn="l">
              <a:defRPr sz="1575" b="1">
                <a:solidFill>
                  <a:srgbClr val="17243F"/>
                </a:solidFill>
                <a:latin typeface="Arial"/>
                <a:ea typeface="Arial"/>
                <a:cs typeface="Arial"/>
              </a:defRPr>
            </a:pPr>
            <a:r>
              <a:rPr sz="1575" b="1">
                <a:solidFill>
                  <a:srgbClr val="17243F"/>
                </a:solidFill>
                <a:latin typeface="Arial"/>
                <a:ea typeface="Arial"/>
                <a:cs typeface="Arial"/>
              </a:rPr>
              <a:t>TypeScript / Tailwind</a:t>
            </a:r>
          </a:p>
        </p:txBody>
      </p:sp>
      <p:sp>
        <p:nvSpPr>
          <p:cNvPr id="32" name="TypeScript / Tailwind benefit-32">
            <a:extLst xmlns:a="http://schemas.openxmlformats.org/drawingml/2006/main">
              <a:ext uri="{FF2B5EF4-FFF2-40B4-BE49-F238E27FC236}">
                <a16:creationId xmlns:a16="http://schemas.microsoft.com/office/drawing/2014/main" id="{02DEDFAD-3B68-4DC4-86B0-C6433AC6C1D3}"/>
              </a:ext>
            </a:extLst>
          </p:cNvPr>
          <p:cNvSpPr>
            <a:spLocks xmlns:a="http://schemas.openxmlformats.org/drawingml/2006/main" noGrp="1"/>
          </p:cNvSpPr>
          <p:nvPr/>
        </p:nvSpPr>
        <p:spPr>
          <a:xfrm xmlns:a="http://schemas.openxmlformats.org/drawingml/2006/main">
            <a:off x="7305675" y="2409825"/>
            <a:ext cx="32480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350" b="0">
                <a:solidFill>
                  <a:srgbClr val="59657A"/>
                </a:solidFill>
                <a:latin typeface="Arial"/>
                <a:ea typeface="Arial"/>
                <a:cs typeface="Arial"/>
              </a:defRPr>
            </a:defPPr>
            <a:lvl1pPr algn="l">
              <a:defRPr sz="1350" b="0">
                <a:solidFill>
                  <a:srgbClr val="59657A"/>
                </a:solidFill>
                <a:latin typeface="Arial"/>
                <a:ea typeface="Arial"/>
                <a:cs typeface="Arial"/>
              </a:defRPr>
            </a:lvl1pPr>
            <a:lvl2pPr algn="l">
              <a:defRPr sz="1350" b="0">
                <a:solidFill>
                  <a:srgbClr val="59657A"/>
                </a:solidFill>
                <a:latin typeface="Arial"/>
                <a:ea typeface="Arial"/>
                <a:cs typeface="Arial"/>
              </a:defRPr>
            </a:lvl2pPr>
            <a:lvl3pPr algn="l">
              <a:defRPr sz="1350" b="0">
                <a:solidFill>
                  <a:srgbClr val="59657A"/>
                </a:solidFill>
                <a:latin typeface="Arial"/>
                <a:ea typeface="Arial"/>
                <a:cs typeface="Arial"/>
              </a:defRPr>
            </a:lvl3pPr>
            <a:lvl4pPr algn="l">
              <a:defRPr sz="1350" b="0">
                <a:solidFill>
                  <a:srgbClr val="59657A"/>
                </a:solidFill>
                <a:latin typeface="Arial"/>
                <a:ea typeface="Arial"/>
                <a:cs typeface="Arial"/>
              </a:defRPr>
            </a:lvl4pPr>
            <a:lvl5pPr algn="l">
              <a:defRPr sz="1350" b="0">
                <a:solidFill>
                  <a:srgbClr val="59657A"/>
                </a:solidFill>
                <a:latin typeface="Arial"/>
                <a:ea typeface="Arial"/>
                <a:cs typeface="Arial"/>
              </a:defRPr>
            </a:lvl5pPr>
            <a:lvl6pPr algn="l">
              <a:defRPr sz="1350" b="0">
                <a:solidFill>
                  <a:srgbClr val="59657A"/>
                </a:solidFill>
                <a:latin typeface="Arial"/>
                <a:ea typeface="Arial"/>
                <a:cs typeface="Arial"/>
              </a:defRPr>
            </a:lvl6pPr>
            <a:lvl7pPr algn="l">
              <a:defRPr sz="1350" b="0">
                <a:solidFill>
                  <a:srgbClr val="59657A"/>
                </a:solidFill>
                <a:latin typeface="Arial"/>
                <a:ea typeface="Arial"/>
                <a:cs typeface="Arial"/>
              </a:defRPr>
            </a:lvl7pPr>
            <a:lvl8pPr algn="l">
              <a:defRPr sz="1350" b="0">
                <a:solidFill>
                  <a:srgbClr val="59657A"/>
                </a:solidFill>
                <a:latin typeface="Arial"/>
                <a:ea typeface="Arial"/>
                <a:cs typeface="Arial"/>
              </a:defRPr>
            </a:lvl8pPr>
            <a:lvl9pPr algn="l">
              <a:defRPr sz="1350" b="0">
                <a:solidFill>
                  <a:srgbClr val="59657A"/>
                </a:solidFill>
                <a:latin typeface="Arial"/>
                <a:ea typeface="Arial"/>
                <a:cs typeface="Arial"/>
              </a:defRPr>
            </a:lvl9pPr>
          </a:lstStyle>
          <a:p xmlns:a="http://schemas.openxmlformats.org/drawingml/2006/main">
            <a:pPr algn="l">
              <a:defRPr sz="1350" b="0">
                <a:solidFill>
                  <a:srgbClr val="59657A"/>
                </a:solidFill>
                <a:latin typeface="Arial"/>
                <a:ea typeface="Arial"/>
                <a:cs typeface="Arial"/>
              </a:defRPr>
            </a:pPr>
            <a:r>
              <a:rPr sz="1350" b="0">
                <a:solidFill>
                  <a:srgbClr val="59657A"/>
                </a:solidFill>
                <a:latin typeface="Arial"/>
                <a:ea typeface="Arial"/>
                <a:cs typeface="Arial"/>
              </a:rPr>
              <a:t>Typed UI, Lucide icons and themes</a:t>
            </a:r>
          </a:p>
        </p:txBody>
      </p:sp>
      <p:sp>
        <p:nvSpPr>
          <p:cNvPr id="33" name="status L-33">
            <a:extLst xmlns:a="http://schemas.openxmlformats.org/drawingml/2006/main">
              <a:ext uri="{FF2B5EF4-FFF2-40B4-BE49-F238E27FC236}">
                <a16:creationId xmlns:a16="http://schemas.microsoft.com/office/drawing/2014/main" id="{78C74CD1-A112-4AD9-95A7-7AC54D108E2D}"/>
              </a:ext>
            </a:extLst>
          </p:cNvPr>
          <p:cNvSpPr>
            <a:spLocks xmlns:a="http://schemas.openxmlformats.org/drawingml/2006/main" noGrp="1"/>
          </p:cNvSpPr>
          <p:nvPr/>
        </p:nvSpPr>
        <p:spPr>
          <a:xfrm xmlns:a="http://schemas.openxmlformats.org/drawingml/2006/main">
            <a:off x="10763250" y="2143125"/>
            <a:ext cx="209550" cy="209550"/>
          </a:xfrm>
          <a:prstGeom xmlns:a="http://schemas.openxmlformats.org/drawingml/2006/main" prst="rect">
            <a:avLst/>
          </a:prstGeom>
          <a:solidFill xmlns:a="http://schemas.openxmlformats.org/drawingml/2006/main">
            <a:srgbClr val="087F80"/>
          </a:solidFill>
          <a:ln xmlns:a="http://schemas.openxmlformats.org/drawingml/2006/main" w="11430">
            <a:solidFill>
              <a:srgbClr val="087F80"/>
            </a:solidFill>
          </a:ln>
        </p:spPr>
      </p:sp>
      <p:sp>
        <p:nvSpPr>
          <p:cNvPr id="34" name="status letter-34">
            <a:extLst xmlns:a="http://schemas.openxmlformats.org/drawingml/2006/main">
              <a:ext uri="{FF2B5EF4-FFF2-40B4-BE49-F238E27FC236}">
                <a16:creationId xmlns:a16="http://schemas.microsoft.com/office/drawing/2014/main" id="{F50243E9-2694-482F-AB86-E1169ACCA37D}"/>
              </a:ext>
            </a:extLst>
          </p:cNvPr>
          <p:cNvSpPr>
            <a:spLocks xmlns:a="http://schemas.openxmlformats.org/drawingml/2006/main" noGrp="1"/>
          </p:cNvSpPr>
          <p:nvPr/>
        </p:nvSpPr>
        <p:spPr>
          <a:xfrm xmlns:a="http://schemas.openxmlformats.org/drawingml/2006/main">
            <a:off x="10772775" y="2152650"/>
            <a:ext cx="19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050" b="1">
                <a:solidFill>
                  <a:srgbClr val="FFFFFF"/>
                </a:solidFill>
                <a:latin typeface="Arial"/>
                <a:ea typeface="Arial"/>
                <a:cs typeface="Arial"/>
              </a:defRPr>
            </a:defPPr>
            <a:lvl1pPr algn="ctr">
              <a:defRPr sz="1050" b="1">
                <a:solidFill>
                  <a:srgbClr val="FFFFFF"/>
                </a:solidFill>
                <a:latin typeface="Arial"/>
                <a:ea typeface="Arial"/>
                <a:cs typeface="Arial"/>
              </a:defRPr>
            </a:lvl1pPr>
            <a:lvl2pPr algn="ctr">
              <a:defRPr sz="1050" b="1">
                <a:solidFill>
                  <a:srgbClr val="FFFFFF"/>
                </a:solidFill>
                <a:latin typeface="Arial"/>
                <a:ea typeface="Arial"/>
                <a:cs typeface="Arial"/>
              </a:defRPr>
            </a:lvl2pPr>
            <a:lvl3pPr algn="ctr">
              <a:defRPr sz="1050" b="1">
                <a:solidFill>
                  <a:srgbClr val="FFFFFF"/>
                </a:solidFill>
                <a:latin typeface="Arial"/>
                <a:ea typeface="Arial"/>
                <a:cs typeface="Arial"/>
              </a:defRPr>
            </a:lvl3pPr>
            <a:lvl4pPr algn="ctr">
              <a:defRPr sz="1050" b="1">
                <a:solidFill>
                  <a:srgbClr val="FFFFFF"/>
                </a:solidFill>
                <a:latin typeface="Arial"/>
                <a:ea typeface="Arial"/>
                <a:cs typeface="Arial"/>
              </a:defRPr>
            </a:lvl4pPr>
            <a:lvl5pPr algn="ctr">
              <a:defRPr sz="1050" b="1">
                <a:solidFill>
                  <a:srgbClr val="FFFFFF"/>
                </a:solidFill>
                <a:latin typeface="Arial"/>
                <a:ea typeface="Arial"/>
                <a:cs typeface="Arial"/>
              </a:defRPr>
            </a:lvl5pPr>
            <a:lvl6pPr algn="ctr">
              <a:defRPr sz="1050" b="1">
                <a:solidFill>
                  <a:srgbClr val="FFFFFF"/>
                </a:solidFill>
                <a:latin typeface="Arial"/>
                <a:ea typeface="Arial"/>
                <a:cs typeface="Arial"/>
              </a:defRPr>
            </a:lvl6pPr>
            <a:lvl7pPr algn="ctr">
              <a:defRPr sz="1050" b="1">
                <a:solidFill>
                  <a:srgbClr val="FFFFFF"/>
                </a:solidFill>
                <a:latin typeface="Arial"/>
                <a:ea typeface="Arial"/>
                <a:cs typeface="Arial"/>
              </a:defRPr>
            </a:lvl7pPr>
            <a:lvl8pPr algn="ctr">
              <a:defRPr sz="1050" b="1">
                <a:solidFill>
                  <a:srgbClr val="FFFFFF"/>
                </a:solidFill>
                <a:latin typeface="Arial"/>
                <a:ea typeface="Arial"/>
                <a:cs typeface="Arial"/>
              </a:defRPr>
            </a:lvl8pPr>
            <a:lvl9pPr algn="ctr">
              <a:defRPr sz="1050" b="1">
                <a:solidFill>
                  <a:srgbClr val="FFFFFF"/>
                </a:solidFill>
                <a:latin typeface="Arial"/>
                <a:ea typeface="Arial"/>
                <a:cs typeface="Arial"/>
              </a:defRPr>
            </a:lvl9pPr>
          </a:lstStyle>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L</a:t>
            </a:r>
          </a:p>
        </p:txBody>
      </p:sp>
      <p:sp>
        <p:nvSpPr>
          <p:cNvPr id="35" name="filepage-35">
            <a:extLst xmlns:a="http://schemas.openxmlformats.org/drawingml/2006/main">
              <a:ext uri="{FF2B5EF4-FFF2-40B4-BE49-F238E27FC236}">
                <a16:creationId xmlns:a16="http://schemas.microsoft.com/office/drawing/2014/main" id="{1F6B89AF-806A-4F25-B2A1-6EF7AB68DF69}"/>
              </a:ext>
            </a:extLst>
          </p:cNvPr>
          <p:cNvSpPr>
            <a:spLocks xmlns:a="http://schemas.openxmlformats.org/drawingml/2006/main" noGrp="1"/>
          </p:cNvSpPr>
          <p:nvPr/>
        </p:nvSpPr>
        <p:spPr>
          <a:xfrm xmlns:a="http://schemas.openxmlformats.org/drawingml/2006/main">
            <a:off x="11119247" y="2133600"/>
            <a:ext cx="192881" cy="257175"/>
          </a:xfrm>
          <a:prstGeom xmlns:a="http://schemas.openxmlformats.org/drawingml/2006/main" prst="rect">
            <a:avLst/>
          </a:prstGeom>
          <a:noFill xmlns:a="http://schemas.openxmlformats.org/drawingml/2006/main"/>
          <a:ln xmlns:a="http://schemas.openxmlformats.org/drawingml/2006/main" w="19288">
            <a:solidFill>
              <a:srgbClr val="087F80"/>
            </a:solidFill>
          </a:ln>
        </p:spPr>
      </p:sp>
      <p:cxnSp>
        <p:nvCxnSpPr>
          <p:cNvPr id="36" name="filerow1-36">
            <a:extLst xmlns:a="http://schemas.openxmlformats.org/drawingml/2006/main">
              <a:ext uri="{FF2B5EF4-FFF2-40B4-BE49-F238E27FC236}">
                <a16:creationId xmlns:a16="http://schemas.microsoft.com/office/drawing/2014/main" id="{96F0F0DA-9BAD-4893-ACEA-32B12ACA80E9}"/>
              </a:ext>
            </a:extLst>
          </p:cNvPr>
          <p:cNvCxnSpPr/>
          <p:nvPr/>
        </p:nvCxnSpPr>
        <p:spPr>
          <a:xfrm xmlns:a="http://schemas.openxmlformats.org/drawingml/2006/main" flipH="0" flipV="0">
            <a:off x="11162109" y="2187178"/>
            <a:ext cx="107156" cy="0"/>
          </a:xfrm>
          <a:prstGeom xmlns:a="http://schemas.openxmlformats.org/drawingml/2006/main" prst="straightConnector1">
            <a:avLst/>
          </a:prstGeom>
          <a:ln xmlns:a="http://schemas.openxmlformats.org/drawingml/2006/main" w="19288">
            <a:solidFill>
              <a:srgbClr val="087F80"/>
            </a:solidFill>
            <a:tailEnd type="none" w="med" len="med"/>
          </a:ln>
        </p:spPr>
      </p:cxnSp>
      <p:cxnSp>
        <p:nvCxnSpPr>
          <p:cNvPr id="37" name="filetick1-37">
            <a:extLst xmlns:a="http://schemas.openxmlformats.org/drawingml/2006/main">
              <a:ext uri="{FF2B5EF4-FFF2-40B4-BE49-F238E27FC236}">
                <a16:creationId xmlns:a16="http://schemas.microsoft.com/office/drawing/2014/main" id="{BB6C1ADB-FC89-4B2F-9008-C1BD3A871D28}"/>
              </a:ext>
            </a:extLst>
          </p:cNvPr>
          <p:cNvCxnSpPr/>
          <p:nvPr/>
        </p:nvCxnSpPr>
        <p:spPr>
          <a:xfrm xmlns:a="http://schemas.openxmlformats.org/drawingml/2006/main" flipH="0" flipV="0">
            <a:off x="11151394" y="2283619"/>
            <a:ext cx="53578" cy="53578"/>
          </a:xfrm>
          <a:prstGeom xmlns:a="http://schemas.openxmlformats.org/drawingml/2006/main" prst="straightConnector1">
            <a:avLst/>
          </a:prstGeom>
          <a:ln xmlns:a="http://schemas.openxmlformats.org/drawingml/2006/main" w="19288">
            <a:solidFill>
              <a:srgbClr val="087F80"/>
            </a:solidFill>
            <a:tailEnd type="none" w="med" len="med"/>
          </a:ln>
        </p:spPr>
      </p:cxnSp>
      <p:cxnSp>
        <p:nvCxnSpPr>
          <p:cNvPr id="38" name="filetick2-38">
            <a:extLst xmlns:a="http://schemas.openxmlformats.org/drawingml/2006/main">
              <a:ext uri="{FF2B5EF4-FFF2-40B4-BE49-F238E27FC236}">
                <a16:creationId xmlns:a16="http://schemas.microsoft.com/office/drawing/2014/main" id="{E0039738-AEB5-4749-BBDF-44B10C6D7373}"/>
              </a:ext>
            </a:extLst>
          </p:cNvPr>
          <p:cNvCxnSpPr/>
          <p:nvPr/>
        </p:nvCxnSpPr>
        <p:spPr>
          <a:xfrm xmlns:a="http://schemas.openxmlformats.org/drawingml/2006/main" flipH="0" flipV="1">
            <a:off x="11204972" y="2240756"/>
            <a:ext cx="85725" cy="96441"/>
          </a:xfrm>
          <a:prstGeom xmlns:a="http://schemas.openxmlformats.org/drawingml/2006/main" prst="straightConnector1">
            <a:avLst/>
          </a:prstGeom>
          <a:ln xmlns:a="http://schemas.openxmlformats.org/drawingml/2006/main" w="19288">
            <a:solidFill>
              <a:srgbClr val="087F80"/>
            </a:solidFill>
            <a:tailEnd type="none" w="med" len="med"/>
          </a:ln>
        </p:spPr>
      </p:cxnSp>
      <p:sp>
        <p:nvSpPr>
          <p:cNvPr id="39" name="Browser-local parsers title-39">
            <a:extLst xmlns:a="http://schemas.openxmlformats.org/drawingml/2006/main">
              <a:ext uri="{FF2B5EF4-FFF2-40B4-BE49-F238E27FC236}">
                <a16:creationId xmlns:a16="http://schemas.microsoft.com/office/drawing/2014/main" id="{70EEA6A3-9033-45B9-9B05-5E7FE7164AF9}"/>
              </a:ext>
            </a:extLst>
          </p:cNvPr>
          <p:cNvSpPr>
            <a:spLocks xmlns:a="http://schemas.openxmlformats.org/drawingml/2006/main" noGrp="1"/>
          </p:cNvSpPr>
          <p:nvPr/>
        </p:nvSpPr>
        <p:spPr>
          <a:xfrm xmlns:a="http://schemas.openxmlformats.org/drawingml/2006/main">
            <a:off x="11496675" y="2076450"/>
            <a:ext cx="33051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17243F"/>
                </a:solidFill>
                <a:latin typeface="Arial"/>
                <a:ea typeface="Arial"/>
                <a:cs typeface="Arial"/>
              </a:defRPr>
            </a:defPPr>
            <a:lvl1pPr algn="l">
              <a:defRPr sz="1575" b="1">
                <a:solidFill>
                  <a:srgbClr val="17243F"/>
                </a:solidFill>
                <a:latin typeface="Arial"/>
                <a:ea typeface="Arial"/>
                <a:cs typeface="Arial"/>
              </a:defRPr>
            </a:lvl1pPr>
            <a:lvl2pPr algn="l">
              <a:defRPr sz="1575" b="1">
                <a:solidFill>
                  <a:srgbClr val="17243F"/>
                </a:solidFill>
                <a:latin typeface="Arial"/>
                <a:ea typeface="Arial"/>
                <a:cs typeface="Arial"/>
              </a:defRPr>
            </a:lvl2pPr>
            <a:lvl3pPr algn="l">
              <a:defRPr sz="1575" b="1">
                <a:solidFill>
                  <a:srgbClr val="17243F"/>
                </a:solidFill>
                <a:latin typeface="Arial"/>
                <a:ea typeface="Arial"/>
                <a:cs typeface="Arial"/>
              </a:defRPr>
            </a:lvl3pPr>
            <a:lvl4pPr algn="l">
              <a:defRPr sz="1575" b="1">
                <a:solidFill>
                  <a:srgbClr val="17243F"/>
                </a:solidFill>
                <a:latin typeface="Arial"/>
                <a:ea typeface="Arial"/>
                <a:cs typeface="Arial"/>
              </a:defRPr>
            </a:lvl4pPr>
            <a:lvl5pPr algn="l">
              <a:defRPr sz="1575" b="1">
                <a:solidFill>
                  <a:srgbClr val="17243F"/>
                </a:solidFill>
                <a:latin typeface="Arial"/>
                <a:ea typeface="Arial"/>
                <a:cs typeface="Arial"/>
              </a:defRPr>
            </a:lvl5pPr>
            <a:lvl6pPr algn="l">
              <a:defRPr sz="1575" b="1">
                <a:solidFill>
                  <a:srgbClr val="17243F"/>
                </a:solidFill>
                <a:latin typeface="Arial"/>
                <a:ea typeface="Arial"/>
                <a:cs typeface="Arial"/>
              </a:defRPr>
            </a:lvl6pPr>
            <a:lvl7pPr algn="l">
              <a:defRPr sz="1575" b="1">
                <a:solidFill>
                  <a:srgbClr val="17243F"/>
                </a:solidFill>
                <a:latin typeface="Arial"/>
                <a:ea typeface="Arial"/>
                <a:cs typeface="Arial"/>
              </a:defRPr>
            </a:lvl7pPr>
            <a:lvl8pPr algn="l">
              <a:defRPr sz="1575" b="1">
                <a:solidFill>
                  <a:srgbClr val="17243F"/>
                </a:solidFill>
                <a:latin typeface="Arial"/>
                <a:ea typeface="Arial"/>
                <a:cs typeface="Arial"/>
              </a:defRPr>
            </a:lvl8pPr>
            <a:lvl9pPr algn="l">
              <a:defRPr sz="1575" b="1">
                <a:solidFill>
                  <a:srgbClr val="17243F"/>
                </a:solidFill>
                <a:latin typeface="Arial"/>
                <a:ea typeface="Arial"/>
                <a:cs typeface="Arial"/>
              </a:defRPr>
            </a:lvl9pPr>
          </a:lstStyle>
          <a:p xmlns:a="http://schemas.openxmlformats.org/drawingml/2006/main">
            <a:pPr algn="l">
              <a:defRPr sz="1575" b="1">
                <a:solidFill>
                  <a:srgbClr val="17243F"/>
                </a:solidFill>
                <a:latin typeface="Arial"/>
                <a:ea typeface="Arial"/>
                <a:cs typeface="Arial"/>
              </a:defRPr>
            </a:pPr>
            <a:r>
              <a:rPr sz="1575" b="1">
                <a:solidFill>
                  <a:srgbClr val="17243F"/>
                </a:solidFill>
                <a:latin typeface="Arial"/>
                <a:ea typeface="Arial"/>
                <a:cs typeface="Arial"/>
              </a:rPr>
              <a:t>Browser-local parsers</a:t>
            </a:r>
          </a:p>
        </p:txBody>
      </p:sp>
      <p:sp>
        <p:nvSpPr>
          <p:cNvPr id="40" name="Browser-local parsers benefit-40">
            <a:extLst xmlns:a="http://schemas.openxmlformats.org/drawingml/2006/main">
              <a:ext uri="{FF2B5EF4-FFF2-40B4-BE49-F238E27FC236}">
                <a16:creationId xmlns:a16="http://schemas.microsoft.com/office/drawing/2014/main" id="{70597EBB-26F7-455A-9933-4B1C8B23E6EB}"/>
              </a:ext>
            </a:extLst>
          </p:cNvPr>
          <p:cNvSpPr>
            <a:spLocks xmlns:a="http://schemas.openxmlformats.org/drawingml/2006/main" noGrp="1"/>
          </p:cNvSpPr>
          <p:nvPr/>
        </p:nvSpPr>
        <p:spPr>
          <a:xfrm xmlns:a="http://schemas.openxmlformats.org/drawingml/2006/main">
            <a:off x="11496675" y="2409825"/>
            <a:ext cx="33051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350" b="0">
                <a:solidFill>
                  <a:srgbClr val="59657A"/>
                </a:solidFill>
                <a:latin typeface="Arial"/>
                <a:ea typeface="Arial"/>
                <a:cs typeface="Arial"/>
              </a:defRPr>
            </a:defPPr>
            <a:lvl1pPr algn="l">
              <a:defRPr sz="1350" b="0">
                <a:solidFill>
                  <a:srgbClr val="59657A"/>
                </a:solidFill>
                <a:latin typeface="Arial"/>
                <a:ea typeface="Arial"/>
                <a:cs typeface="Arial"/>
              </a:defRPr>
            </a:lvl1pPr>
            <a:lvl2pPr algn="l">
              <a:defRPr sz="1350" b="0">
                <a:solidFill>
                  <a:srgbClr val="59657A"/>
                </a:solidFill>
                <a:latin typeface="Arial"/>
                <a:ea typeface="Arial"/>
                <a:cs typeface="Arial"/>
              </a:defRPr>
            </a:lvl2pPr>
            <a:lvl3pPr algn="l">
              <a:defRPr sz="1350" b="0">
                <a:solidFill>
                  <a:srgbClr val="59657A"/>
                </a:solidFill>
                <a:latin typeface="Arial"/>
                <a:ea typeface="Arial"/>
                <a:cs typeface="Arial"/>
              </a:defRPr>
            </a:lvl3pPr>
            <a:lvl4pPr algn="l">
              <a:defRPr sz="1350" b="0">
                <a:solidFill>
                  <a:srgbClr val="59657A"/>
                </a:solidFill>
                <a:latin typeface="Arial"/>
                <a:ea typeface="Arial"/>
                <a:cs typeface="Arial"/>
              </a:defRPr>
            </a:lvl4pPr>
            <a:lvl5pPr algn="l">
              <a:defRPr sz="1350" b="0">
                <a:solidFill>
                  <a:srgbClr val="59657A"/>
                </a:solidFill>
                <a:latin typeface="Arial"/>
                <a:ea typeface="Arial"/>
                <a:cs typeface="Arial"/>
              </a:defRPr>
            </a:lvl5pPr>
            <a:lvl6pPr algn="l">
              <a:defRPr sz="1350" b="0">
                <a:solidFill>
                  <a:srgbClr val="59657A"/>
                </a:solidFill>
                <a:latin typeface="Arial"/>
                <a:ea typeface="Arial"/>
                <a:cs typeface="Arial"/>
              </a:defRPr>
            </a:lvl6pPr>
            <a:lvl7pPr algn="l">
              <a:defRPr sz="1350" b="0">
                <a:solidFill>
                  <a:srgbClr val="59657A"/>
                </a:solidFill>
                <a:latin typeface="Arial"/>
                <a:ea typeface="Arial"/>
                <a:cs typeface="Arial"/>
              </a:defRPr>
            </a:lvl7pPr>
            <a:lvl8pPr algn="l">
              <a:defRPr sz="1350" b="0">
                <a:solidFill>
                  <a:srgbClr val="59657A"/>
                </a:solidFill>
                <a:latin typeface="Arial"/>
                <a:ea typeface="Arial"/>
                <a:cs typeface="Arial"/>
              </a:defRPr>
            </a:lvl8pPr>
            <a:lvl9pPr algn="l">
              <a:defRPr sz="1350" b="0">
                <a:solidFill>
                  <a:srgbClr val="59657A"/>
                </a:solidFill>
                <a:latin typeface="Arial"/>
                <a:ea typeface="Arial"/>
                <a:cs typeface="Arial"/>
              </a:defRPr>
            </a:lvl9pPr>
          </a:lstStyle>
          <a:p xmlns:a="http://schemas.openxmlformats.org/drawingml/2006/main">
            <a:pPr algn="l">
              <a:defRPr sz="1350" b="0">
                <a:solidFill>
                  <a:srgbClr val="59657A"/>
                </a:solidFill>
                <a:latin typeface="Arial"/>
                <a:ea typeface="Arial"/>
                <a:cs typeface="Arial"/>
              </a:defRPr>
            </a:pPr>
            <a:r>
              <a:rPr sz="1350" b="0">
                <a:solidFill>
                  <a:srgbClr val="59657A"/>
                </a:solidFill>
                <a:latin typeface="Arial"/>
                <a:ea typeface="Arial"/>
                <a:cs typeface="Arial"/>
              </a:rPr>
              <a:t>Supported file checks stay on device</a:t>
            </a:r>
          </a:p>
        </p:txBody>
      </p:sp>
      <p:sp>
        <p:nvSpPr>
          <p:cNvPr id="41" name="Layer API &amp; access-41">
            <a:extLst xmlns:a="http://schemas.openxmlformats.org/drawingml/2006/main">
              <a:ext uri="{FF2B5EF4-FFF2-40B4-BE49-F238E27FC236}">
                <a16:creationId xmlns:a16="http://schemas.microsoft.com/office/drawing/2014/main" id="{9BC82D18-1821-48C0-A3B4-3240D344A901}"/>
              </a:ext>
            </a:extLst>
          </p:cNvPr>
          <p:cNvSpPr>
            <a:spLocks xmlns:a="http://schemas.openxmlformats.org/drawingml/2006/main" noGrp="1"/>
          </p:cNvSpPr>
          <p:nvPr/>
        </p:nvSpPr>
        <p:spPr>
          <a:xfrm xmlns:a="http://schemas.openxmlformats.org/drawingml/2006/main">
            <a:off x="419100" y="2981325"/>
            <a:ext cx="1695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17243F"/>
                </a:solidFill>
                <a:latin typeface="Arial"/>
                <a:ea typeface="Arial"/>
                <a:cs typeface="Arial"/>
              </a:defRPr>
            </a:defPPr>
            <a:lvl1pPr algn="l">
              <a:defRPr sz="1575" b="1">
                <a:solidFill>
                  <a:srgbClr val="17243F"/>
                </a:solidFill>
                <a:latin typeface="Arial"/>
                <a:ea typeface="Arial"/>
                <a:cs typeface="Arial"/>
              </a:defRPr>
            </a:lvl1pPr>
            <a:lvl2pPr algn="l">
              <a:defRPr sz="1575" b="1">
                <a:solidFill>
                  <a:srgbClr val="17243F"/>
                </a:solidFill>
                <a:latin typeface="Arial"/>
                <a:ea typeface="Arial"/>
                <a:cs typeface="Arial"/>
              </a:defRPr>
            </a:lvl2pPr>
            <a:lvl3pPr algn="l">
              <a:defRPr sz="1575" b="1">
                <a:solidFill>
                  <a:srgbClr val="17243F"/>
                </a:solidFill>
                <a:latin typeface="Arial"/>
                <a:ea typeface="Arial"/>
                <a:cs typeface="Arial"/>
              </a:defRPr>
            </a:lvl3pPr>
            <a:lvl4pPr algn="l">
              <a:defRPr sz="1575" b="1">
                <a:solidFill>
                  <a:srgbClr val="17243F"/>
                </a:solidFill>
                <a:latin typeface="Arial"/>
                <a:ea typeface="Arial"/>
                <a:cs typeface="Arial"/>
              </a:defRPr>
            </a:lvl4pPr>
            <a:lvl5pPr algn="l">
              <a:defRPr sz="1575" b="1">
                <a:solidFill>
                  <a:srgbClr val="17243F"/>
                </a:solidFill>
                <a:latin typeface="Arial"/>
                <a:ea typeface="Arial"/>
                <a:cs typeface="Arial"/>
              </a:defRPr>
            </a:lvl5pPr>
            <a:lvl6pPr algn="l">
              <a:defRPr sz="1575" b="1">
                <a:solidFill>
                  <a:srgbClr val="17243F"/>
                </a:solidFill>
                <a:latin typeface="Arial"/>
                <a:ea typeface="Arial"/>
                <a:cs typeface="Arial"/>
              </a:defRPr>
            </a:lvl6pPr>
            <a:lvl7pPr algn="l">
              <a:defRPr sz="1575" b="1">
                <a:solidFill>
                  <a:srgbClr val="17243F"/>
                </a:solidFill>
                <a:latin typeface="Arial"/>
                <a:ea typeface="Arial"/>
                <a:cs typeface="Arial"/>
              </a:defRPr>
            </a:lvl7pPr>
            <a:lvl8pPr algn="l">
              <a:defRPr sz="1575" b="1">
                <a:solidFill>
                  <a:srgbClr val="17243F"/>
                </a:solidFill>
                <a:latin typeface="Arial"/>
                <a:ea typeface="Arial"/>
                <a:cs typeface="Arial"/>
              </a:defRPr>
            </a:lvl8pPr>
            <a:lvl9pPr algn="l">
              <a:defRPr sz="1575" b="1">
                <a:solidFill>
                  <a:srgbClr val="17243F"/>
                </a:solidFill>
                <a:latin typeface="Arial"/>
                <a:ea typeface="Arial"/>
                <a:cs typeface="Arial"/>
              </a:defRPr>
            </a:lvl9pPr>
          </a:lstStyle>
          <a:p xmlns:a="http://schemas.openxmlformats.org/drawingml/2006/main">
            <a:pPr algn="l">
              <a:defRPr sz="1575" b="1">
                <a:solidFill>
                  <a:srgbClr val="17243F"/>
                </a:solidFill>
                <a:latin typeface="Arial"/>
                <a:ea typeface="Arial"/>
                <a:cs typeface="Arial"/>
              </a:defRPr>
            </a:pPr>
            <a:r>
              <a:rPr sz="1575" b="1">
                <a:solidFill>
                  <a:srgbClr val="17243F"/>
                </a:solidFill>
                <a:latin typeface="Arial"/>
                <a:ea typeface="Arial"/>
                <a:cs typeface="Arial"/>
              </a:rPr>
              <a:t>API &amp; access</a:t>
            </a:r>
          </a:p>
        </p:txBody>
      </p:sp>
      <p:cxnSp>
        <p:nvCxnSpPr>
          <p:cNvPr id="42" name="Layer divider-42">
            <a:extLst xmlns:a="http://schemas.openxmlformats.org/drawingml/2006/main">
              <a:ext uri="{FF2B5EF4-FFF2-40B4-BE49-F238E27FC236}">
                <a16:creationId xmlns:a16="http://schemas.microsoft.com/office/drawing/2014/main" id="{68F328A2-490F-4C57-9554-98DC5A24C487}"/>
              </a:ext>
            </a:extLst>
          </p:cNvPr>
          <p:cNvCxnSpPr/>
          <p:nvPr/>
        </p:nvCxnSpPr>
        <p:spPr>
          <a:xfrm xmlns:a="http://schemas.openxmlformats.org/drawingml/2006/main" flipH="0" flipV="0">
            <a:off x="419100" y="3648075"/>
            <a:ext cx="14401800" cy="0"/>
          </a:xfrm>
          <a:prstGeom xmlns:a="http://schemas.openxmlformats.org/drawingml/2006/main" prst="straightConnector1">
            <a:avLst/>
          </a:prstGeom>
          <a:ln xmlns:a="http://schemas.openxmlformats.org/drawingml/2006/main" w="11430">
            <a:solidFill>
              <a:srgbClr val="D8E2E8"/>
            </a:solidFill>
            <a:tailEnd type="none" w="med" len="med"/>
          </a:ln>
        </p:spPr>
      </p:cxnSp>
      <p:sp>
        <p:nvSpPr>
          <p:cNvPr id="43" name="status L-43">
            <a:extLst xmlns:a="http://schemas.openxmlformats.org/drawingml/2006/main">
              <a:ext uri="{FF2B5EF4-FFF2-40B4-BE49-F238E27FC236}">
                <a16:creationId xmlns:a16="http://schemas.microsoft.com/office/drawing/2014/main" id="{8C6E4EF4-5378-4DE2-AD14-BE10A2795EC1}"/>
              </a:ext>
            </a:extLst>
          </p:cNvPr>
          <p:cNvSpPr>
            <a:spLocks xmlns:a="http://schemas.openxmlformats.org/drawingml/2006/main" noGrp="1"/>
          </p:cNvSpPr>
          <p:nvPr/>
        </p:nvSpPr>
        <p:spPr>
          <a:xfrm xmlns:a="http://schemas.openxmlformats.org/drawingml/2006/main">
            <a:off x="2381250" y="3000375"/>
            <a:ext cx="209550" cy="209550"/>
          </a:xfrm>
          <a:prstGeom xmlns:a="http://schemas.openxmlformats.org/drawingml/2006/main" prst="rect">
            <a:avLst/>
          </a:prstGeom>
          <a:solidFill xmlns:a="http://schemas.openxmlformats.org/drawingml/2006/main">
            <a:srgbClr val="087F80"/>
          </a:solidFill>
          <a:ln xmlns:a="http://schemas.openxmlformats.org/drawingml/2006/main" w="11430">
            <a:solidFill>
              <a:srgbClr val="087F80"/>
            </a:solidFill>
          </a:ln>
        </p:spPr>
      </p:sp>
      <p:sp>
        <p:nvSpPr>
          <p:cNvPr id="44" name="status letter-44">
            <a:extLst xmlns:a="http://schemas.openxmlformats.org/drawingml/2006/main">
              <a:ext uri="{FF2B5EF4-FFF2-40B4-BE49-F238E27FC236}">
                <a16:creationId xmlns:a16="http://schemas.microsoft.com/office/drawing/2014/main" id="{7BB819B3-EC4D-4AFF-8855-00CCD388142A}"/>
              </a:ext>
            </a:extLst>
          </p:cNvPr>
          <p:cNvSpPr>
            <a:spLocks xmlns:a="http://schemas.openxmlformats.org/drawingml/2006/main" noGrp="1"/>
          </p:cNvSpPr>
          <p:nvPr/>
        </p:nvSpPr>
        <p:spPr>
          <a:xfrm xmlns:a="http://schemas.openxmlformats.org/drawingml/2006/main">
            <a:off x="2390775" y="3009900"/>
            <a:ext cx="19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050" b="1">
                <a:solidFill>
                  <a:srgbClr val="FFFFFF"/>
                </a:solidFill>
                <a:latin typeface="Arial"/>
                <a:ea typeface="Arial"/>
                <a:cs typeface="Arial"/>
              </a:defRPr>
            </a:defPPr>
            <a:lvl1pPr algn="ctr">
              <a:defRPr sz="1050" b="1">
                <a:solidFill>
                  <a:srgbClr val="FFFFFF"/>
                </a:solidFill>
                <a:latin typeface="Arial"/>
                <a:ea typeface="Arial"/>
                <a:cs typeface="Arial"/>
              </a:defRPr>
            </a:lvl1pPr>
            <a:lvl2pPr algn="ctr">
              <a:defRPr sz="1050" b="1">
                <a:solidFill>
                  <a:srgbClr val="FFFFFF"/>
                </a:solidFill>
                <a:latin typeface="Arial"/>
                <a:ea typeface="Arial"/>
                <a:cs typeface="Arial"/>
              </a:defRPr>
            </a:lvl2pPr>
            <a:lvl3pPr algn="ctr">
              <a:defRPr sz="1050" b="1">
                <a:solidFill>
                  <a:srgbClr val="FFFFFF"/>
                </a:solidFill>
                <a:latin typeface="Arial"/>
                <a:ea typeface="Arial"/>
                <a:cs typeface="Arial"/>
              </a:defRPr>
            </a:lvl3pPr>
            <a:lvl4pPr algn="ctr">
              <a:defRPr sz="1050" b="1">
                <a:solidFill>
                  <a:srgbClr val="FFFFFF"/>
                </a:solidFill>
                <a:latin typeface="Arial"/>
                <a:ea typeface="Arial"/>
                <a:cs typeface="Arial"/>
              </a:defRPr>
            </a:lvl4pPr>
            <a:lvl5pPr algn="ctr">
              <a:defRPr sz="1050" b="1">
                <a:solidFill>
                  <a:srgbClr val="FFFFFF"/>
                </a:solidFill>
                <a:latin typeface="Arial"/>
                <a:ea typeface="Arial"/>
                <a:cs typeface="Arial"/>
              </a:defRPr>
            </a:lvl5pPr>
            <a:lvl6pPr algn="ctr">
              <a:defRPr sz="1050" b="1">
                <a:solidFill>
                  <a:srgbClr val="FFFFFF"/>
                </a:solidFill>
                <a:latin typeface="Arial"/>
                <a:ea typeface="Arial"/>
                <a:cs typeface="Arial"/>
              </a:defRPr>
            </a:lvl6pPr>
            <a:lvl7pPr algn="ctr">
              <a:defRPr sz="1050" b="1">
                <a:solidFill>
                  <a:srgbClr val="FFFFFF"/>
                </a:solidFill>
                <a:latin typeface="Arial"/>
                <a:ea typeface="Arial"/>
                <a:cs typeface="Arial"/>
              </a:defRPr>
            </a:lvl7pPr>
            <a:lvl8pPr algn="ctr">
              <a:defRPr sz="1050" b="1">
                <a:solidFill>
                  <a:srgbClr val="FFFFFF"/>
                </a:solidFill>
                <a:latin typeface="Arial"/>
                <a:ea typeface="Arial"/>
                <a:cs typeface="Arial"/>
              </a:defRPr>
            </a:lvl8pPr>
            <a:lvl9pPr algn="ctr">
              <a:defRPr sz="1050" b="1">
                <a:solidFill>
                  <a:srgbClr val="FFFFFF"/>
                </a:solidFill>
                <a:latin typeface="Arial"/>
                <a:ea typeface="Arial"/>
                <a:cs typeface="Arial"/>
              </a:defRPr>
            </a:lvl9pPr>
          </a:lstStyle>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L</a:t>
            </a:r>
          </a:p>
        </p:txBody>
      </p:sp>
      <p:sp>
        <p:nvSpPr>
          <p:cNvPr id="45" name="apia-45">
            <a:extLst xmlns:a="http://schemas.openxmlformats.org/drawingml/2006/main">
              <a:ext uri="{FF2B5EF4-FFF2-40B4-BE49-F238E27FC236}">
                <a16:creationId xmlns:a16="http://schemas.microsoft.com/office/drawing/2014/main" id="{547F28F9-E2B2-4D15-B380-3F293AED273D}"/>
              </a:ext>
            </a:extLst>
          </p:cNvPr>
          <p:cNvSpPr>
            <a:spLocks xmlns:a="http://schemas.openxmlformats.org/drawingml/2006/main" noGrp="1"/>
          </p:cNvSpPr>
          <p:nvPr/>
        </p:nvSpPr>
        <p:spPr>
          <a:xfrm xmlns:a="http://schemas.openxmlformats.org/drawingml/2006/main">
            <a:off x="2705100" y="2990850"/>
            <a:ext cx="257175" cy="96441"/>
          </a:xfrm>
          <a:prstGeom xmlns:a="http://schemas.openxmlformats.org/drawingml/2006/main" prst="rect">
            <a:avLst/>
          </a:prstGeom>
          <a:noFill xmlns:a="http://schemas.openxmlformats.org/drawingml/2006/main"/>
          <a:ln xmlns:a="http://schemas.openxmlformats.org/drawingml/2006/main" w="19288">
            <a:solidFill>
              <a:srgbClr val="087F80"/>
            </a:solidFill>
          </a:ln>
        </p:spPr>
      </p:sp>
      <p:sp>
        <p:nvSpPr>
          <p:cNvPr id="46" name="apib-46">
            <a:extLst xmlns:a="http://schemas.openxmlformats.org/drawingml/2006/main">
              <a:ext uri="{FF2B5EF4-FFF2-40B4-BE49-F238E27FC236}">
                <a16:creationId xmlns:a16="http://schemas.microsoft.com/office/drawing/2014/main" id="{9F8E92C0-AEC9-4656-BD91-3B0D50FEDA94}"/>
              </a:ext>
            </a:extLst>
          </p:cNvPr>
          <p:cNvSpPr>
            <a:spLocks xmlns:a="http://schemas.openxmlformats.org/drawingml/2006/main" noGrp="1"/>
          </p:cNvSpPr>
          <p:nvPr/>
        </p:nvSpPr>
        <p:spPr>
          <a:xfrm xmlns:a="http://schemas.openxmlformats.org/drawingml/2006/main">
            <a:off x="2705100" y="3151584"/>
            <a:ext cx="257175" cy="96441"/>
          </a:xfrm>
          <a:prstGeom xmlns:a="http://schemas.openxmlformats.org/drawingml/2006/main" prst="rect">
            <a:avLst/>
          </a:prstGeom>
          <a:noFill xmlns:a="http://schemas.openxmlformats.org/drawingml/2006/main"/>
          <a:ln xmlns:a="http://schemas.openxmlformats.org/drawingml/2006/main" w="19288">
            <a:solidFill>
              <a:srgbClr val="087F80"/>
            </a:solidFill>
          </a:ln>
        </p:spPr>
      </p:sp>
      <p:sp>
        <p:nvSpPr>
          <p:cNvPr id="47" name="apidot1-47">
            <a:extLst xmlns:a="http://schemas.openxmlformats.org/drawingml/2006/main">
              <a:ext uri="{FF2B5EF4-FFF2-40B4-BE49-F238E27FC236}">
                <a16:creationId xmlns:a16="http://schemas.microsoft.com/office/drawing/2014/main" id="{B3ED4DE6-80E3-4245-9B43-22A5F678B758}"/>
              </a:ext>
            </a:extLst>
          </p:cNvPr>
          <p:cNvSpPr>
            <a:spLocks xmlns:a="http://schemas.openxmlformats.org/drawingml/2006/main" noGrp="1"/>
          </p:cNvSpPr>
          <p:nvPr/>
        </p:nvSpPr>
        <p:spPr>
          <a:xfrm xmlns:a="http://schemas.openxmlformats.org/drawingml/2006/main">
            <a:off x="2737247" y="3022997"/>
            <a:ext cx="21431" cy="21431"/>
          </a:xfrm>
          <a:prstGeom xmlns:a="http://schemas.openxmlformats.org/drawingml/2006/main" prst="ellipse">
            <a:avLst/>
          </a:prstGeom>
          <a:solidFill xmlns:a="http://schemas.openxmlformats.org/drawingml/2006/main">
            <a:srgbClr val="087F80"/>
          </a:solidFill>
          <a:ln xmlns:a="http://schemas.openxmlformats.org/drawingml/2006/main" w="19288">
            <a:solidFill>
              <a:srgbClr val="087F80"/>
            </a:solidFill>
          </a:ln>
        </p:spPr>
      </p:sp>
      <p:sp>
        <p:nvSpPr>
          <p:cNvPr id="48" name="apidot2-48">
            <a:extLst xmlns:a="http://schemas.openxmlformats.org/drawingml/2006/main">
              <a:ext uri="{FF2B5EF4-FFF2-40B4-BE49-F238E27FC236}">
                <a16:creationId xmlns:a16="http://schemas.microsoft.com/office/drawing/2014/main" id="{E9D93A5B-C697-4BFA-82D8-8015AD1443B4}"/>
              </a:ext>
            </a:extLst>
          </p:cNvPr>
          <p:cNvSpPr>
            <a:spLocks xmlns:a="http://schemas.openxmlformats.org/drawingml/2006/main" noGrp="1"/>
          </p:cNvSpPr>
          <p:nvPr/>
        </p:nvSpPr>
        <p:spPr>
          <a:xfrm xmlns:a="http://schemas.openxmlformats.org/drawingml/2006/main">
            <a:off x="2737247" y="3183731"/>
            <a:ext cx="21431" cy="21431"/>
          </a:xfrm>
          <a:prstGeom xmlns:a="http://schemas.openxmlformats.org/drawingml/2006/main" prst="ellipse">
            <a:avLst/>
          </a:prstGeom>
          <a:solidFill xmlns:a="http://schemas.openxmlformats.org/drawingml/2006/main">
            <a:srgbClr val="087F80"/>
          </a:solidFill>
          <a:ln xmlns:a="http://schemas.openxmlformats.org/drawingml/2006/main" w="19288">
            <a:solidFill>
              <a:srgbClr val="087F80"/>
            </a:solidFill>
          </a:ln>
        </p:spPr>
      </p:sp>
      <p:cxnSp>
        <p:nvCxnSpPr>
          <p:cNvPr id="49" name="apirule1-49">
            <a:extLst xmlns:a="http://schemas.openxmlformats.org/drawingml/2006/main">
              <a:ext uri="{FF2B5EF4-FFF2-40B4-BE49-F238E27FC236}">
                <a16:creationId xmlns:a16="http://schemas.microsoft.com/office/drawing/2014/main" id="{14F350C7-5BD8-42D2-9A44-7FEAE5438B33}"/>
              </a:ext>
            </a:extLst>
          </p:cNvPr>
          <p:cNvCxnSpPr/>
          <p:nvPr/>
        </p:nvCxnSpPr>
        <p:spPr>
          <a:xfrm xmlns:a="http://schemas.openxmlformats.org/drawingml/2006/main" flipH="0" flipV="0">
            <a:off x="2812256" y="3039070"/>
            <a:ext cx="117872" cy="0"/>
          </a:xfrm>
          <a:prstGeom xmlns:a="http://schemas.openxmlformats.org/drawingml/2006/main" prst="straightConnector1">
            <a:avLst/>
          </a:prstGeom>
          <a:ln xmlns:a="http://schemas.openxmlformats.org/drawingml/2006/main" w="19288">
            <a:solidFill>
              <a:srgbClr val="087F80"/>
            </a:solidFill>
            <a:tailEnd type="none" w="med" len="med"/>
          </a:ln>
        </p:spPr>
      </p:cxnSp>
      <p:cxnSp>
        <p:nvCxnSpPr>
          <p:cNvPr id="50" name="apirule2-50">
            <a:extLst xmlns:a="http://schemas.openxmlformats.org/drawingml/2006/main">
              <a:ext uri="{FF2B5EF4-FFF2-40B4-BE49-F238E27FC236}">
                <a16:creationId xmlns:a16="http://schemas.microsoft.com/office/drawing/2014/main" id="{A50AA608-A012-492C-8BBE-F4ECD4DFE4E4}"/>
              </a:ext>
            </a:extLst>
          </p:cNvPr>
          <p:cNvCxnSpPr/>
          <p:nvPr/>
        </p:nvCxnSpPr>
        <p:spPr>
          <a:xfrm xmlns:a="http://schemas.openxmlformats.org/drawingml/2006/main" flipH="0" flipV="0">
            <a:off x="2812256" y="3199805"/>
            <a:ext cx="117872" cy="0"/>
          </a:xfrm>
          <a:prstGeom xmlns:a="http://schemas.openxmlformats.org/drawingml/2006/main" prst="straightConnector1">
            <a:avLst/>
          </a:prstGeom>
          <a:ln xmlns:a="http://schemas.openxmlformats.org/drawingml/2006/main" w="19288">
            <a:solidFill>
              <a:srgbClr val="087F80"/>
            </a:solidFill>
            <a:tailEnd type="none" w="med" len="med"/>
          </a:ln>
        </p:spPr>
      </p:cxnSp>
      <p:sp>
        <p:nvSpPr>
          <p:cNvPr id="51" name="Python / FastAPI / Pydantic title-51">
            <a:extLst xmlns:a="http://schemas.openxmlformats.org/drawingml/2006/main">
              <a:ext uri="{FF2B5EF4-FFF2-40B4-BE49-F238E27FC236}">
                <a16:creationId xmlns:a16="http://schemas.microsoft.com/office/drawing/2014/main" id="{7884680F-C4D2-4241-BD9A-1A593F6A5D3D}"/>
              </a:ext>
            </a:extLst>
          </p:cNvPr>
          <p:cNvSpPr>
            <a:spLocks xmlns:a="http://schemas.openxmlformats.org/drawingml/2006/main" noGrp="1"/>
          </p:cNvSpPr>
          <p:nvPr/>
        </p:nvSpPr>
        <p:spPr>
          <a:xfrm xmlns:a="http://schemas.openxmlformats.org/drawingml/2006/main">
            <a:off x="3114675" y="2933700"/>
            <a:ext cx="32480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1">
                <a:solidFill>
                  <a:srgbClr val="17243F"/>
                </a:solidFill>
                <a:latin typeface="Arial"/>
                <a:ea typeface="Arial"/>
                <a:cs typeface="Arial"/>
              </a:defRPr>
            </a:defPPr>
            <a:lvl1pPr algn="l">
              <a:defRPr sz="1500" b="1">
                <a:solidFill>
                  <a:srgbClr val="17243F"/>
                </a:solidFill>
                <a:latin typeface="Arial"/>
                <a:ea typeface="Arial"/>
                <a:cs typeface="Arial"/>
              </a:defRPr>
            </a:lvl1pPr>
            <a:lvl2pPr algn="l">
              <a:defRPr sz="1500" b="1">
                <a:solidFill>
                  <a:srgbClr val="17243F"/>
                </a:solidFill>
                <a:latin typeface="Arial"/>
                <a:ea typeface="Arial"/>
                <a:cs typeface="Arial"/>
              </a:defRPr>
            </a:lvl2pPr>
            <a:lvl3pPr algn="l">
              <a:defRPr sz="1500" b="1">
                <a:solidFill>
                  <a:srgbClr val="17243F"/>
                </a:solidFill>
                <a:latin typeface="Arial"/>
                <a:ea typeface="Arial"/>
                <a:cs typeface="Arial"/>
              </a:defRPr>
            </a:lvl3pPr>
            <a:lvl4pPr algn="l">
              <a:defRPr sz="1500" b="1">
                <a:solidFill>
                  <a:srgbClr val="17243F"/>
                </a:solidFill>
                <a:latin typeface="Arial"/>
                <a:ea typeface="Arial"/>
                <a:cs typeface="Arial"/>
              </a:defRPr>
            </a:lvl4pPr>
            <a:lvl5pPr algn="l">
              <a:defRPr sz="1500" b="1">
                <a:solidFill>
                  <a:srgbClr val="17243F"/>
                </a:solidFill>
                <a:latin typeface="Arial"/>
                <a:ea typeface="Arial"/>
                <a:cs typeface="Arial"/>
              </a:defRPr>
            </a:lvl5pPr>
            <a:lvl6pPr algn="l">
              <a:defRPr sz="1500" b="1">
                <a:solidFill>
                  <a:srgbClr val="17243F"/>
                </a:solidFill>
                <a:latin typeface="Arial"/>
                <a:ea typeface="Arial"/>
                <a:cs typeface="Arial"/>
              </a:defRPr>
            </a:lvl6pPr>
            <a:lvl7pPr algn="l">
              <a:defRPr sz="1500" b="1">
                <a:solidFill>
                  <a:srgbClr val="17243F"/>
                </a:solidFill>
                <a:latin typeface="Arial"/>
                <a:ea typeface="Arial"/>
                <a:cs typeface="Arial"/>
              </a:defRPr>
            </a:lvl7pPr>
            <a:lvl8pPr algn="l">
              <a:defRPr sz="1500" b="1">
                <a:solidFill>
                  <a:srgbClr val="17243F"/>
                </a:solidFill>
                <a:latin typeface="Arial"/>
                <a:ea typeface="Arial"/>
                <a:cs typeface="Arial"/>
              </a:defRPr>
            </a:lvl8pPr>
            <a:lvl9pPr algn="l">
              <a:defRPr sz="1500" b="1">
                <a:solidFill>
                  <a:srgbClr val="17243F"/>
                </a:solidFill>
                <a:latin typeface="Arial"/>
                <a:ea typeface="Arial"/>
                <a:cs typeface="Arial"/>
              </a:defRPr>
            </a:lvl9pPr>
          </a:lstStyle>
          <a:p xmlns:a="http://schemas.openxmlformats.org/drawingml/2006/main">
            <a:pPr algn="l">
              <a:defRPr sz="1500" b="1">
                <a:solidFill>
                  <a:srgbClr val="17243F"/>
                </a:solidFill>
                <a:latin typeface="Arial"/>
                <a:ea typeface="Arial"/>
                <a:cs typeface="Arial"/>
              </a:defRPr>
            </a:pPr>
            <a:r>
              <a:rPr sz="1500" b="1">
                <a:solidFill>
                  <a:srgbClr val="17243F"/>
                </a:solidFill>
                <a:latin typeface="Arial"/>
                <a:ea typeface="Arial"/>
                <a:cs typeface="Arial"/>
              </a:rPr>
              <a:t>Python / FastAPI / Pydantic</a:t>
            </a:r>
          </a:p>
        </p:txBody>
      </p:sp>
      <p:sp>
        <p:nvSpPr>
          <p:cNvPr id="52" name="Python / FastAPI / Pydantic benefit-52">
            <a:extLst xmlns:a="http://schemas.openxmlformats.org/drawingml/2006/main">
              <a:ext uri="{FF2B5EF4-FFF2-40B4-BE49-F238E27FC236}">
                <a16:creationId xmlns:a16="http://schemas.microsoft.com/office/drawing/2014/main" id="{3C342365-9B0D-47D7-BD7B-67E9E87E6D0D}"/>
              </a:ext>
            </a:extLst>
          </p:cNvPr>
          <p:cNvSpPr>
            <a:spLocks xmlns:a="http://schemas.openxmlformats.org/drawingml/2006/main" noGrp="1"/>
          </p:cNvSpPr>
          <p:nvPr/>
        </p:nvSpPr>
        <p:spPr>
          <a:xfrm xmlns:a="http://schemas.openxmlformats.org/drawingml/2006/main">
            <a:off x="3114675" y="3267075"/>
            <a:ext cx="32480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350" b="0">
                <a:solidFill>
                  <a:srgbClr val="59657A"/>
                </a:solidFill>
                <a:latin typeface="Arial"/>
                <a:ea typeface="Arial"/>
                <a:cs typeface="Arial"/>
              </a:defRPr>
            </a:defPPr>
            <a:lvl1pPr algn="l">
              <a:defRPr sz="1350" b="0">
                <a:solidFill>
                  <a:srgbClr val="59657A"/>
                </a:solidFill>
                <a:latin typeface="Arial"/>
                <a:ea typeface="Arial"/>
                <a:cs typeface="Arial"/>
              </a:defRPr>
            </a:lvl1pPr>
            <a:lvl2pPr algn="l">
              <a:defRPr sz="1350" b="0">
                <a:solidFill>
                  <a:srgbClr val="59657A"/>
                </a:solidFill>
                <a:latin typeface="Arial"/>
                <a:ea typeface="Arial"/>
                <a:cs typeface="Arial"/>
              </a:defRPr>
            </a:lvl2pPr>
            <a:lvl3pPr algn="l">
              <a:defRPr sz="1350" b="0">
                <a:solidFill>
                  <a:srgbClr val="59657A"/>
                </a:solidFill>
                <a:latin typeface="Arial"/>
                <a:ea typeface="Arial"/>
                <a:cs typeface="Arial"/>
              </a:defRPr>
            </a:lvl3pPr>
            <a:lvl4pPr algn="l">
              <a:defRPr sz="1350" b="0">
                <a:solidFill>
                  <a:srgbClr val="59657A"/>
                </a:solidFill>
                <a:latin typeface="Arial"/>
                <a:ea typeface="Arial"/>
                <a:cs typeface="Arial"/>
              </a:defRPr>
            </a:lvl4pPr>
            <a:lvl5pPr algn="l">
              <a:defRPr sz="1350" b="0">
                <a:solidFill>
                  <a:srgbClr val="59657A"/>
                </a:solidFill>
                <a:latin typeface="Arial"/>
                <a:ea typeface="Arial"/>
                <a:cs typeface="Arial"/>
              </a:defRPr>
            </a:lvl5pPr>
            <a:lvl6pPr algn="l">
              <a:defRPr sz="1350" b="0">
                <a:solidFill>
                  <a:srgbClr val="59657A"/>
                </a:solidFill>
                <a:latin typeface="Arial"/>
                <a:ea typeface="Arial"/>
                <a:cs typeface="Arial"/>
              </a:defRPr>
            </a:lvl6pPr>
            <a:lvl7pPr algn="l">
              <a:defRPr sz="1350" b="0">
                <a:solidFill>
                  <a:srgbClr val="59657A"/>
                </a:solidFill>
                <a:latin typeface="Arial"/>
                <a:ea typeface="Arial"/>
                <a:cs typeface="Arial"/>
              </a:defRPr>
            </a:lvl7pPr>
            <a:lvl8pPr algn="l">
              <a:defRPr sz="1350" b="0">
                <a:solidFill>
                  <a:srgbClr val="59657A"/>
                </a:solidFill>
                <a:latin typeface="Arial"/>
                <a:ea typeface="Arial"/>
                <a:cs typeface="Arial"/>
              </a:defRPr>
            </a:lvl8pPr>
            <a:lvl9pPr algn="l">
              <a:defRPr sz="1350" b="0">
                <a:solidFill>
                  <a:srgbClr val="59657A"/>
                </a:solidFill>
                <a:latin typeface="Arial"/>
                <a:ea typeface="Arial"/>
                <a:cs typeface="Arial"/>
              </a:defRPr>
            </a:lvl9pPr>
          </a:lstStyle>
          <a:p xmlns:a="http://schemas.openxmlformats.org/drawingml/2006/main">
            <a:pPr algn="l">
              <a:defRPr sz="1350" b="0">
                <a:solidFill>
                  <a:srgbClr val="59657A"/>
                </a:solidFill>
                <a:latin typeface="Arial"/>
                <a:ea typeface="Arial"/>
                <a:cs typeface="Arial"/>
              </a:defRPr>
            </a:pPr>
            <a:r>
              <a:rPr sz="1350" b="0">
                <a:solidFill>
                  <a:srgbClr val="59657A"/>
                </a:solidFill>
                <a:latin typeface="Arial"/>
                <a:ea typeface="Arial"/>
                <a:cs typeface="Arial"/>
              </a:rPr>
              <a:t>Typed contracts and bounded API calls</a:t>
            </a:r>
          </a:p>
        </p:txBody>
      </p:sp>
      <p:sp>
        <p:nvSpPr>
          <p:cNvPr id="53" name="status I-53">
            <a:extLst xmlns:a="http://schemas.openxmlformats.org/drawingml/2006/main">
              <a:ext uri="{FF2B5EF4-FFF2-40B4-BE49-F238E27FC236}">
                <a16:creationId xmlns:a16="http://schemas.microsoft.com/office/drawing/2014/main" id="{B3713A6D-015C-4566-ADE8-D449BEEDDEE6}"/>
              </a:ext>
            </a:extLst>
          </p:cNvPr>
          <p:cNvSpPr>
            <a:spLocks xmlns:a="http://schemas.openxmlformats.org/drawingml/2006/main" noGrp="1"/>
          </p:cNvSpPr>
          <p:nvPr/>
        </p:nvSpPr>
        <p:spPr>
          <a:xfrm xmlns:a="http://schemas.openxmlformats.org/drawingml/2006/main">
            <a:off x="6572250" y="3000375"/>
            <a:ext cx="209550" cy="209550"/>
          </a:xfrm>
          <a:prstGeom xmlns:a="http://schemas.openxmlformats.org/drawingml/2006/main" prst="rect">
            <a:avLst/>
          </a:prstGeom>
          <a:solidFill xmlns:a="http://schemas.openxmlformats.org/drawingml/2006/main">
            <a:srgbClr val="087A55"/>
          </a:solidFill>
          <a:ln xmlns:a="http://schemas.openxmlformats.org/drawingml/2006/main" w="11430">
            <a:solidFill>
              <a:srgbClr val="087A55"/>
            </a:solidFill>
          </a:ln>
        </p:spPr>
      </p:sp>
      <p:sp>
        <p:nvSpPr>
          <p:cNvPr id="54" name="status letter-54">
            <a:extLst xmlns:a="http://schemas.openxmlformats.org/drawingml/2006/main">
              <a:ext uri="{FF2B5EF4-FFF2-40B4-BE49-F238E27FC236}">
                <a16:creationId xmlns:a16="http://schemas.microsoft.com/office/drawing/2014/main" id="{E9300DCB-E4CB-4C8E-9D68-16C834090900}"/>
              </a:ext>
            </a:extLst>
          </p:cNvPr>
          <p:cNvSpPr>
            <a:spLocks xmlns:a="http://schemas.openxmlformats.org/drawingml/2006/main" noGrp="1"/>
          </p:cNvSpPr>
          <p:nvPr/>
        </p:nvSpPr>
        <p:spPr>
          <a:xfrm xmlns:a="http://schemas.openxmlformats.org/drawingml/2006/main">
            <a:off x="6581775" y="3009900"/>
            <a:ext cx="19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050" b="1">
                <a:solidFill>
                  <a:srgbClr val="FFFFFF"/>
                </a:solidFill>
                <a:latin typeface="Arial"/>
                <a:ea typeface="Arial"/>
                <a:cs typeface="Arial"/>
              </a:defRPr>
            </a:defPPr>
            <a:lvl1pPr algn="ctr">
              <a:defRPr sz="1050" b="1">
                <a:solidFill>
                  <a:srgbClr val="FFFFFF"/>
                </a:solidFill>
                <a:latin typeface="Arial"/>
                <a:ea typeface="Arial"/>
                <a:cs typeface="Arial"/>
              </a:defRPr>
            </a:lvl1pPr>
            <a:lvl2pPr algn="ctr">
              <a:defRPr sz="1050" b="1">
                <a:solidFill>
                  <a:srgbClr val="FFFFFF"/>
                </a:solidFill>
                <a:latin typeface="Arial"/>
                <a:ea typeface="Arial"/>
                <a:cs typeface="Arial"/>
              </a:defRPr>
            </a:lvl2pPr>
            <a:lvl3pPr algn="ctr">
              <a:defRPr sz="1050" b="1">
                <a:solidFill>
                  <a:srgbClr val="FFFFFF"/>
                </a:solidFill>
                <a:latin typeface="Arial"/>
                <a:ea typeface="Arial"/>
                <a:cs typeface="Arial"/>
              </a:defRPr>
            </a:lvl3pPr>
            <a:lvl4pPr algn="ctr">
              <a:defRPr sz="1050" b="1">
                <a:solidFill>
                  <a:srgbClr val="FFFFFF"/>
                </a:solidFill>
                <a:latin typeface="Arial"/>
                <a:ea typeface="Arial"/>
                <a:cs typeface="Arial"/>
              </a:defRPr>
            </a:lvl4pPr>
            <a:lvl5pPr algn="ctr">
              <a:defRPr sz="1050" b="1">
                <a:solidFill>
                  <a:srgbClr val="FFFFFF"/>
                </a:solidFill>
                <a:latin typeface="Arial"/>
                <a:ea typeface="Arial"/>
                <a:cs typeface="Arial"/>
              </a:defRPr>
            </a:lvl5pPr>
            <a:lvl6pPr algn="ctr">
              <a:defRPr sz="1050" b="1">
                <a:solidFill>
                  <a:srgbClr val="FFFFFF"/>
                </a:solidFill>
                <a:latin typeface="Arial"/>
                <a:ea typeface="Arial"/>
                <a:cs typeface="Arial"/>
              </a:defRPr>
            </a:lvl6pPr>
            <a:lvl7pPr algn="ctr">
              <a:defRPr sz="1050" b="1">
                <a:solidFill>
                  <a:srgbClr val="FFFFFF"/>
                </a:solidFill>
                <a:latin typeface="Arial"/>
                <a:ea typeface="Arial"/>
                <a:cs typeface="Arial"/>
              </a:defRPr>
            </a:lvl7pPr>
            <a:lvl8pPr algn="ctr">
              <a:defRPr sz="1050" b="1">
                <a:solidFill>
                  <a:srgbClr val="FFFFFF"/>
                </a:solidFill>
                <a:latin typeface="Arial"/>
                <a:ea typeface="Arial"/>
                <a:cs typeface="Arial"/>
              </a:defRPr>
            </a:lvl8pPr>
            <a:lvl9pPr algn="ctr">
              <a:defRPr sz="1050" b="1">
                <a:solidFill>
                  <a:srgbClr val="FFFFFF"/>
                </a:solidFill>
                <a:latin typeface="Arial"/>
                <a:ea typeface="Arial"/>
                <a:cs typeface="Arial"/>
              </a:defRPr>
            </a:lvl9pPr>
          </a:lstStyle>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I</a:t>
            </a:r>
          </a:p>
        </p:txBody>
      </p:sp>
      <p:pic>
        <p:nvPicPr>
          <p:cNvPr id="55" name="">
            <a:extLst xmlns:a="http://schemas.openxmlformats.org/drawingml/2006/main">
              <a:ext uri="{FF2B5EF4-FFF2-40B4-BE49-F238E27FC236}">
                <a16:creationId xmlns:a16="http://schemas.microsoft.com/office/drawing/2014/main" id="{79CA8B8C-79A0-4781-B14A-74699D38540F}"/>
              </a:ext>
            </a:extLst>
          </p:cNvPr>
          <p:cNvPicPr>
            <a:picLocks xmlns:a="http://schemas.openxmlformats.org/drawingml/2006/main" noChangeAspect="1"/>
          </p:cNvPicPr>
          <p:nvPr/>
        </p:nvPicPr>
        <p:blipFill>
          <a:blip xmlns:r="http://schemas.openxmlformats.org/officeDocument/2006/relationships" xmlns:a="http://schemas.openxmlformats.org/drawingml/2006/main" r:embed="R0750a6bd5fdd4201">
            <a:extLst>
              <a:ext uri="{96DAC541-7B7A-43D3-8B79-37D633B846F1}">
                <asvg:svgBlip xmlns:asvg="http://schemas.microsoft.com/office/drawing/2016/SVG/main" r:embed="R232b9e8067dd4eb4"/>
              </a:ext>
            </a:extLst>
          </a:blip>
          <a:stretch xmlns:a="http://schemas.openxmlformats.org/drawingml/2006/main"/>
        </p:blipFill>
        <p:spPr>
          <a:xfrm xmlns:a="http://schemas.openxmlformats.org/drawingml/2006/main">
            <a:off x="6867525" y="2943225"/>
            <a:ext cx="323850" cy="323850"/>
          </a:xfrm>
          <a:prstGeom xmlns:a="http://schemas.openxmlformats.org/drawingml/2006/main" prst="rect">
            <a:avLst/>
          </a:prstGeom>
        </p:spPr>
      </p:pic>
      <p:sp>
        <p:nvSpPr>
          <p:cNvPr id="56" name="Firebase Authentication title-55">
            <a:extLst xmlns:a="http://schemas.openxmlformats.org/drawingml/2006/main">
              <a:ext uri="{FF2B5EF4-FFF2-40B4-BE49-F238E27FC236}">
                <a16:creationId xmlns:a16="http://schemas.microsoft.com/office/drawing/2014/main" id="{FFC80EB2-90CF-49A8-AC15-CD55F843BC31}"/>
              </a:ext>
            </a:extLst>
          </p:cNvPr>
          <p:cNvSpPr>
            <a:spLocks xmlns:a="http://schemas.openxmlformats.org/drawingml/2006/main" noGrp="1"/>
          </p:cNvSpPr>
          <p:nvPr/>
        </p:nvSpPr>
        <p:spPr>
          <a:xfrm xmlns:a="http://schemas.openxmlformats.org/drawingml/2006/main">
            <a:off x="7305675" y="2933700"/>
            <a:ext cx="32480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1">
                <a:solidFill>
                  <a:srgbClr val="17243F"/>
                </a:solidFill>
                <a:latin typeface="Arial"/>
                <a:ea typeface="Arial"/>
                <a:cs typeface="Arial"/>
              </a:defRPr>
            </a:defPPr>
            <a:lvl1pPr algn="l">
              <a:defRPr sz="1500" b="1">
                <a:solidFill>
                  <a:srgbClr val="17243F"/>
                </a:solidFill>
                <a:latin typeface="Arial"/>
                <a:ea typeface="Arial"/>
                <a:cs typeface="Arial"/>
              </a:defRPr>
            </a:lvl1pPr>
            <a:lvl2pPr algn="l">
              <a:defRPr sz="1500" b="1">
                <a:solidFill>
                  <a:srgbClr val="17243F"/>
                </a:solidFill>
                <a:latin typeface="Arial"/>
                <a:ea typeface="Arial"/>
                <a:cs typeface="Arial"/>
              </a:defRPr>
            </a:lvl2pPr>
            <a:lvl3pPr algn="l">
              <a:defRPr sz="1500" b="1">
                <a:solidFill>
                  <a:srgbClr val="17243F"/>
                </a:solidFill>
                <a:latin typeface="Arial"/>
                <a:ea typeface="Arial"/>
                <a:cs typeface="Arial"/>
              </a:defRPr>
            </a:lvl3pPr>
            <a:lvl4pPr algn="l">
              <a:defRPr sz="1500" b="1">
                <a:solidFill>
                  <a:srgbClr val="17243F"/>
                </a:solidFill>
                <a:latin typeface="Arial"/>
                <a:ea typeface="Arial"/>
                <a:cs typeface="Arial"/>
              </a:defRPr>
            </a:lvl4pPr>
            <a:lvl5pPr algn="l">
              <a:defRPr sz="1500" b="1">
                <a:solidFill>
                  <a:srgbClr val="17243F"/>
                </a:solidFill>
                <a:latin typeface="Arial"/>
                <a:ea typeface="Arial"/>
                <a:cs typeface="Arial"/>
              </a:defRPr>
            </a:lvl5pPr>
            <a:lvl6pPr algn="l">
              <a:defRPr sz="1500" b="1">
                <a:solidFill>
                  <a:srgbClr val="17243F"/>
                </a:solidFill>
                <a:latin typeface="Arial"/>
                <a:ea typeface="Arial"/>
                <a:cs typeface="Arial"/>
              </a:defRPr>
            </a:lvl6pPr>
            <a:lvl7pPr algn="l">
              <a:defRPr sz="1500" b="1">
                <a:solidFill>
                  <a:srgbClr val="17243F"/>
                </a:solidFill>
                <a:latin typeface="Arial"/>
                <a:ea typeface="Arial"/>
                <a:cs typeface="Arial"/>
              </a:defRPr>
            </a:lvl7pPr>
            <a:lvl8pPr algn="l">
              <a:defRPr sz="1500" b="1">
                <a:solidFill>
                  <a:srgbClr val="17243F"/>
                </a:solidFill>
                <a:latin typeface="Arial"/>
                <a:ea typeface="Arial"/>
                <a:cs typeface="Arial"/>
              </a:defRPr>
            </a:lvl8pPr>
            <a:lvl9pPr algn="l">
              <a:defRPr sz="1500" b="1">
                <a:solidFill>
                  <a:srgbClr val="17243F"/>
                </a:solidFill>
                <a:latin typeface="Arial"/>
                <a:ea typeface="Arial"/>
                <a:cs typeface="Arial"/>
              </a:defRPr>
            </a:lvl9pPr>
          </a:lstStyle>
          <a:p xmlns:a="http://schemas.openxmlformats.org/drawingml/2006/main">
            <a:pPr algn="l">
              <a:defRPr sz="1500" b="1">
                <a:solidFill>
                  <a:srgbClr val="17243F"/>
                </a:solidFill>
                <a:latin typeface="Arial"/>
                <a:ea typeface="Arial"/>
                <a:cs typeface="Arial"/>
              </a:defRPr>
            </a:pPr>
            <a:r>
              <a:rPr sz="1500" b="1">
                <a:solidFill>
                  <a:srgbClr val="17243F"/>
                </a:solidFill>
                <a:latin typeface="Arial"/>
                <a:ea typeface="Arial"/>
                <a:cs typeface="Arial"/>
              </a:rPr>
              <a:t>Firebase Authentication</a:t>
            </a:r>
          </a:p>
        </p:txBody>
      </p:sp>
      <p:sp>
        <p:nvSpPr>
          <p:cNvPr id="57" name="Firebase Authentication benefit-56">
            <a:extLst xmlns:a="http://schemas.openxmlformats.org/drawingml/2006/main">
              <a:ext uri="{FF2B5EF4-FFF2-40B4-BE49-F238E27FC236}">
                <a16:creationId xmlns:a16="http://schemas.microsoft.com/office/drawing/2014/main" id="{29EB2526-3F62-492B-AE9D-1E984E5A821C}"/>
              </a:ext>
            </a:extLst>
          </p:cNvPr>
          <p:cNvSpPr>
            <a:spLocks xmlns:a="http://schemas.openxmlformats.org/drawingml/2006/main" noGrp="1"/>
          </p:cNvSpPr>
          <p:nvPr/>
        </p:nvSpPr>
        <p:spPr>
          <a:xfrm xmlns:a="http://schemas.openxmlformats.org/drawingml/2006/main">
            <a:off x="7305675" y="3267075"/>
            <a:ext cx="32480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350" b="0">
                <a:solidFill>
                  <a:srgbClr val="59657A"/>
                </a:solidFill>
                <a:latin typeface="Arial"/>
                <a:ea typeface="Arial"/>
                <a:cs typeface="Arial"/>
              </a:defRPr>
            </a:defPPr>
            <a:lvl1pPr algn="l">
              <a:defRPr sz="1350" b="0">
                <a:solidFill>
                  <a:srgbClr val="59657A"/>
                </a:solidFill>
                <a:latin typeface="Arial"/>
                <a:ea typeface="Arial"/>
                <a:cs typeface="Arial"/>
              </a:defRPr>
            </a:lvl1pPr>
            <a:lvl2pPr algn="l">
              <a:defRPr sz="1350" b="0">
                <a:solidFill>
                  <a:srgbClr val="59657A"/>
                </a:solidFill>
                <a:latin typeface="Arial"/>
                <a:ea typeface="Arial"/>
                <a:cs typeface="Arial"/>
              </a:defRPr>
            </a:lvl2pPr>
            <a:lvl3pPr algn="l">
              <a:defRPr sz="1350" b="0">
                <a:solidFill>
                  <a:srgbClr val="59657A"/>
                </a:solidFill>
                <a:latin typeface="Arial"/>
                <a:ea typeface="Arial"/>
                <a:cs typeface="Arial"/>
              </a:defRPr>
            </a:lvl3pPr>
            <a:lvl4pPr algn="l">
              <a:defRPr sz="1350" b="0">
                <a:solidFill>
                  <a:srgbClr val="59657A"/>
                </a:solidFill>
                <a:latin typeface="Arial"/>
                <a:ea typeface="Arial"/>
                <a:cs typeface="Arial"/>
              </a:defRPr>
            </a:lvl4pPr>
            <a:lvl5pPr algn="l">
              <a:defRPr sz="1350" b="0">
                <a:solidFill>
                  <a:srgbClr val="59657A"/>
                </a:solidFill>
                <a:latin typeface="Arial"/>
                <a:ea typeface="Arial"/>
                <a:cs typeface="Arial"/>
              </a:defRPr>
            </a:lvl5pPr>
            <a:lvl6pPr algn="l">
              <a:defRPr sz="1350" b="0">
                <a:solidFill>
                  <a:srgbClr val="59657A"/>
                </a:solidFill>
                <a:latin typeface="Arial"/>
                <a:ea typeface="Arial"/>
                <a:cs typeface="Arial"/>
              </a:defRPr>
            </a:lvl6pPr>
            <a:lvl7pPr algn="l">
              <a:defRPr sz="1350" b="0">
                <a:solidFill>
                  <a:srgbClr val="59657A"/>
                </a:solidFill>
                <a:latin typeface="Arial"/>
                <a:ea typeface="Arial"/>
                <a:cs typeface="Arial"/>
              </a:defRPr>
            </a:lvl7pPr>
            <a:lvl8pPr algn="l">
              <a:defRPr sz="1350" b="0">
                <a:solidFill>
                  <a:srgbClr val="59657A"/>
                </a:solidFill>
                <a:latin typeface="Arial"/>
                <a:ea typeface="Arial"/>
                <a:cs typeface="Arial"/>
              </a:defRPr>
            </a:lvl8pPr>
            <a:lvl9pPr algn="l">
              <a:defRPr sz="1350" b="0">
                <a:solidFill>
                  <a:srgbClr val="59657A"/>
                </a:solidFill>
                <a:latin typeface="Arial"/>
                <a:ea typeface="Arial"/>
                <a:cs typeface="Arial"/>
              </a:defRPr>
            </a:lvl9pPr>
          </a:lstStyle>
          <a:p xmlns:a="http://schemas.openxmlformats.org/drawingml/2006/main">
            <a:pPr algn="l">
              <a:defRPr sz="1350" b="0">
                <a:solidFill>
                  <a:srgbClr val="59657A"/>
                </a:solidFill>
                <a:latin typeface="Arial"/>
                <a:ea typeface="Arial"/>
                <a:cs typeface="Arial"/>
              </a:defRPr>
            </a:pPr>
            <a:r>
              <a:rPr sz="1350" b="0">
                <a:solidFill>
                  <a:srgbClr val="59657A"/>
                </a:solidFill>
                <a:latin typeface="Arial"/>
                <a:ea typeface="Arial"/>
                <a:cs typeface="Arial"/>
              </a:rPr>
              <a:t>Google sign-in / owner isolation</a:t>
            </a:r>
          </a:p>
        </p:txBody>
      </p:sp>
      <p:sp>
        <p:nvSpPr>
          <p:cNvPr id="58" name="status L-57">
            <a:extLst xmlns:a="http://schemas.openxmlformats.org/drawingml/2006/main">
              <a:ext uri="{FF2B5EF4-FFF2-40B4-BE49-F238E27FC236}">
                <a16:creationId xmlns:a16="http://schemas.microsoft.com/office/drawing/2014/main" id="{C41D49C8-2750-4111-B535-217FD5F5BFED}"/>
              </a:ext>
            </a:extLst>
          </p:cNvPr>
          <p:cNvSpPr>
            <a:spLocks xmlns:a="http://schemas.openxmlformats.org/drawingml/2006/main" noGrp="1"/>
          </p:cNvSpPr>
          <p:nvPr/>
        </p:nvSpPr>
        <p:spPr>
          <a:xfrm xmlns:a="http://schemas.openxmlformats.org/drawingml/2006/main">
            <a:off x="10763250" y="3000375"/>
            <a:ext cx="209550" cy="209550"/>
          </a:xfrm>
          <a:prstGeom xmlns:a="http://schemas.openxmlformats.org/drawingml/2006/main" prst="rect">
            <a:avLst/>
          </a:prstGeom>
          <a:solidFill xmlns:a="http://schemas.openxmlformats.org/drawingml/2006/main">
            <a:srgbClr val="087F80"/>
          </a:solidFill>
          <a:ln xmlns:a="http://schemas.openxmlformats.org/drawingml/2006/main" w="11430">
            <a:solidFill>
              <a:srgbClr val="087F80"/>
            </a:solidFill>
          </a:ln>
        </p:spPr>
      </p:sp>
      <p:sp>
        <p:nvSpPr>
          <p:cNvPr id="59" name="status letter-58">
            <a:extLst xmlns:a="http://schemas.openxmlformats.org/drawingml/2006/main">
              <a:ext uri="{FF2B5EF4-FFF2-40B4-BE49-F238E27FC236}">
                <a16:creationId xmlns:a16="http://schemas.microsoft.com/office/drawing/2014/main" id="{B60C7B69-900A-4D03-B472-A61A9D7F4401}"/>
              </a:ext>
            </a:extLst>
          </p:cNvPr>
          <p:cNvSpPr>
            <a:spLocks xmlns:a="http://schemas.openxmlformats.org/drawingml/2006/main" noGrp="1"/>
          </p:cNvSpPr>
          <p:nvPr/>
        </p:nvSpPr>
        <p:spPr>
          <a:xfrm xmlns:a="http://schemas.openxmlformats.org/drawingml/2006/main">
            <a:off x="10772775" y="3009900"/>
            <a:ext cx="19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050" b="1">
                <a:solidFill>
                  <a:srgbClr val="FFFFFF"/>
                </a:solidFill>
                <a:latin typeface="Arial"/>
                <a:ea typeface="Arial"/>
                <a:cs typeface="Arial"/>
              </a:defRPr>
            </a:defPPr>
            <a:lvl1pPr algn="ctr">
              <a:defRPr sz="1050" b="1">
                <a:solidFill>
                  <a:srgbClr val="FFFFFF"/>
                </a:solidFill>
                <a:latin typeface="Arial"/>
                <a:ea typeface="Arial"/>
                <a:cs typeface="Arial"/>
              </a:defRPr>
            </a:lvl1pPr>
            <a:lvl2pPr algn="ctr">
              <a:defRPr sz="1050" b="1">
                <a:solidFill>
                  <a:srgbClr val="FFFFFF"/>
                </a:solidFill>
                <a:latin typeface="Arial"/>
                <a:ea typeface="Arial"/>
                <a:cs typeface="Arial"/>
              </a:defRPr>
            </a:lvl2pPr>
            <a:lvl3pPr algn="ctr">
              <a:defRPr sz="1050" b="1">
                <a:solidFill>
                  <a:srgbClr val="FFFFFF"/>
                </a:solidFill>
                <a:latin typeface="Arial"/>
                <a:ea typeface="Arial"/>
                <a:cs typeface="Arial"/>
              </a:defRPr>
            </a:lvl3pPr>
            <a:lvl4pPr algn="ctr">
              <a:defRPr sz="1050" b="1">
                <a:solidFill>
                  <a:srgbClr val="FFFFFF"/>
                </a:solidFill>
                <a:latin typeface="Arial"/>
                <a:ea typeface="Arial"/>
                <a:cs typeface="Arial"/>
              </a:defRPr>
            </a:lvl4pPr>
            <a:lvl5pPr algn="ctr">
              <a:defRPr sz="1050" b="1">
                <a:solidFill>
                  <a:srgbClr val="FFFFFF"/>
                </a:solidFill>
                <a:latin typeface="Arial"/>
                <a:ea typeface="Arial"/>
                <a:cs typeface="Arial"/>
              </a:defRPr>
            </a:lvl5pPr>
            <a:lvl6pPr algn="ctr">
              <a:defRPr sz="1050" b="1">
                <a:solidFill>
                  <a:srgbClr val="FFFFFF"/>
                </a:solidFill>
                <a:latin typeface="Arial"/>
                <a:ea typeface="Arial"/>
                <a:cs typeface="Arial"/>
              </a:defRPr>
            </a:lvl6pPr>
            <a:lvl7pPr algn="ctr">
              <a:defRPr sz="1050" b="1">
                <a:solidFill>
                  <a:srgbClr val="FFFFFF"/>
                </a:solidFill>
                <a:latin typeface="Arial"/>
                <a:ea typeface="Arial"/>
                <a:cs typeface="Arial"/>
              </a:defRPr>
            </a:lvl7pPr>
            <a:lvl8pPr algn="ctr">
              <a:defRPr sz="1050" b="1">
                <a:solidFill>
                  <a:srgbClr val="FFFFFF"/>
                </a:solidFill>
                <a:latin typeface="Arial"/>
                <a:ea typeface="Arial"/>
                <a:cs typeface="Arial"/>
              </a:defRPr>
            </a:lvl8pPr>
            <a:lvl9pPr algn="ctr">
              <a:defRPr sz="1050" b="1">
                <a:solidFill>
                  <a:srgbClr val="FFFFFF"/>
                </a:solidFill>
                <a:latin typeface="Arial"/>
                <a:ea typeface="Arial"/>
                <a:cs typeface="Arial"/>
              </a:defRPr>
            </a:lvl9pPr>
          </a:lstStyle>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L</a:t>
            </a:r>
          </a:p>
        </p:txBody>
      </p:sp>
      <p:sp>
        <p:nvSpPr>
          <p:cNvPr id="60" name="shieldbody-59">
            <a:extLst xmlns:a="http://schemas.openxmlformats.org/drawingml/2006/main">
              <a:ext uri="{FF2B5EF4-FFF2-40B4-BE49-F238E27FC236}">
                <a16:creationId xmlns:a16="http://schemas.microsoft.com/office/drawing/2014/main" id="{1C95C693-E31E-41FD-A1F5-4AC9983F07CD}"/>
              </a:ext>
            </a:extLst>
          </p:cNvPr>
          <p:cNvSpPr>
            <a:spLocks xmlns:a="http://schemas.openxmlformats.org/drawingml/2006/main" noGrp="1"/>
          </p:cNvSpPr>
          <p:nvPr/>
        </p:nvSpPr>
        <p:spPr>
          <a:xfrm xmlns:a="http://schemas.openxmlformats.org/drawingml/2006/main">
            <a:off x="11097816" y="2990850"/>
            <a:ext cx="235744" cy="257175"/>
          </a:xfrm>
          <a:prstGeom xmlns:a="http://schemas.openxmlformats.org/drawingml/2006/main" prst="pentagon">
            <a:avLst/>
          </a:prstGeom>
          <a:noFill xmlns:a="http://schemas.openxmlformats.org/drawingml/2006/main"/>
          <a:ln xmlns:a="http://schemas.openxmlformats.org/drawingml/2006/main" w="19288">
            <a:solidFill>
              <a:srgbClr val="087F80"/>
            </a:solidFill>
          </a:ln>
        </p:spPr>
      </p:sp>
      <p:cxnSp>
        <p:nvCxnSpPr>
          <p:cNvPr id="61" name="shieldtick1-60">
            <a:extLst xmlns:a="http://schemas.openxmlformats.org/drawingml/2006/main">
              <a:ext uri="{FF2B5EF4-FFF2-40B4-BE49-F238E27FC236}">
                <a16:creationId xmlns:a16="http://schemas.microsoft.com/office/drawing/2014/main" id="{D55D1757-FEB6-49A9-93AC-301F247AE4F6}"/>
              </a:ext>
            </a:extLst>
          </p:cNvPr>
          <p:cNvCxnSpPr/>
          <p:nvPr/>
        </p:nvCxnSpPr>
        <p:spPr>
          <a:xfrm xmlns:a="http://schemas.openxmlformats.org/drawingml/2006/main" flipH="0" flipV="0">
            <a:off x="11151394" y="3108722"/>
            <a:ext cx="42863" cy="53578"/>
          </a:xfrm>
          <a:prstGeom xmlns:a="http://schemas.openxmlformats.org/drawingml/2006/main" prst="straightConnector1">
            <a:avLst/>
          </a:prstGeom>
          <a:ln xmlns:a="http://schemas.openxmlformats.org/drawingml/2006/main" w="19288">
            <a:solidFill>
              <a:srgbClr val="087F80"/>
            </a:solidFill>
            <a:tailEnd type="none" w="med" len="med"/>
          </a:ln>
        </p:spPr>
      </p:cxnSp>
      <p:cxnSp>
        <p:nvCxnSpPr>
          <p:cNvPr id="62" name="shieldtick2-61">
            <a:extLst xmlns:a="http://schemas.openxmlformats.org/drawingml/2006/main">
              <a:ext uri="{FF2B5EF4-FFF2-40B4-BE49-F238E27FC236}">
                <a16:creationId xmlns:a16="http://schemas.microsoft.com/office/drawing/2014/main" id="{8F256B3F-F03A-49A0-8753-1DB4E83D5B1A}"/>
              </a:ext>
            </a:extLst>
          </p:cNvPr>
          <p:cNvCxnSpPr/>
          <p:nvPr/>
        </p:nvCxnSpPr>
        <p:spPr>
          <a:xfrm xmlns:a="http://schemas.openxmlformats.org/drawingml/2006/main" flipH="0" flipV="1">
            <a:off x="11194256" y="3065859"/>
            <a:ext cx="85725" cy="96441"/>
          </a:xfrm>
          <a:prstGeom xmlns:a="http://schemas.openxmlformats.org/drawingml/2006/main" prst="straightConnector1">
            <a:avLst/>
          </a:prstGeom>
          <a:ln xmlns:a="http://schemas.openxmlformats.org/drawingml/2006/main" w="19288">
            <a:solidFill>
              <a:srgbClr val="087F80"/>
            </a:solidFill>
            <a:tailEnd type="none" w="med" len="med"/>
          </a:ln>
        </p:spPr>
      </p:cxnSp>
      <p:sp>
        <p:nvSpPr>
          <p:cNvPr id="63" name="Owner checks / IAM proxy title-62">
            <a:extLst xmlns:a="http://schemas.openxmlformats.org/drawingml/2006/main">
              <a:ext uri="{FF2B5EF4-FFF2-40B4-BE49-F238E27FC236}">
                <a16:creationId xmlns:a16="http://schemas.microsoft.com/office/drawing/2014/main" id="{0748C9FA-750A-465A-B499-863E17C00D25}"/>
              </a:ext>
            </a:extLst>
          </p:cNvPr>
          <p:cNvSpPr>
            <a:spLocks xmlns:a="http://schemas.openxmlformats.org/drawingml/2006/main" noGrp="1"/>
          </p:cNvSpPr>
          <p:nvPr/>
        </p:nvSpPr>
        <p:spPr>
          <a:xfrm xmlns:a="http://schemas.openxmlformats.org/drawingml/2006/main">
            <a:off x="11496675" y="2933700"/>
            <a:ext cx="33051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1">
                <a:solidFill>
                  <a:srgbClr val="17243F"/>
                </a:solidFill>
                <a:latin typeface="Arial"/>
                <a:ea typeface="Arial"/>
                <a:cs typeface="Arial"/>
              </a:defRPr>
            </a:defPPr>
            <a:lvl1pPr algn="l">
              <a:defRPr sz="1500" b="1">
                <a:solidFill>
                  <a:srgbClr val="17243F"/>
                </a:solidFill>
                <a:latin typeface="Arial"/>
                <a:ea typeface="Arial"/>
                <a:cs typeface="Arial"/>
              </a:defRPr>
            </a:lvl1pPr>
            <a:lvl2pPr algn="l">
              <a:defRPr sz="1500" b="1">
                <a:solidFill>
                  <a:srgbClr val="17243F"/>
                </a:solidFill>
                <a:latin typeface="Arial"/>
                <a:ea typeface="Arial"/>
                <a:cs typeface="Arial"/>
              </a:defRPr>
            </a:lvl2pPr>
            <a:lvl3pPr algn="l">
              <a:defRPr sz="1500" b="1">
                <a:solidFill>
                  <a:srgbClr val="17243F"/>
                </a:solidFill>
                <a:latin typeface="Arial"/>
                <a:ea typeface="Arial"/>
                <a:cs typeface="Arial"/>
              </a:defRPr>
            </a:lvl3pPr>
            <a:lvl4pPr algn="l">
              <a:defRPr sz="1500" b="1">
                <a:solidFill>
                  <a:srgbClr val="17243F"/>
                </a:solidFill>
                <a:latin typeface="Arial"/>
                <a:ea typeface="Arial"/>
                <a:cs typeface="Arial"/>
              </a:defRPr>
            </a:lvl4pPr>
            <a:lvl5pPr algn="l">
              <a:defRPr sz="1500" b="1">
                <a:solidFill>
                  <a:srgbClr val="17243F"/>
                </a:solidFill>
                <a:latin typeface="Arial"/>
                <a:ea typeface="Arial"/>
                <a:cs typeface="Arial"/>
              </a:defRPr>
            </a:lvl5pPr>
            <a:lvl6pPr algn="l">
              <a:defRPr sz="1500" b="1">
                <a:solidFill>
                  <a:srgbClr val="17243F"/>
                </a:solidFill>
                <a:latin typeface="Arial"/>
                <a:ea typeface="Arial"/>
                <a:cs typeface="Arial"/>
              </a:defRPr>
            </a:lvl6pPr>
            <a:lvl7pPr algn="l">
              <a:defRPr sz="1500" b="1">
                <a:solidFill>
                  <a:srgbClr val="17243F"/>
                </a:solidFill>
                <a:latin typeface="Arial"/>
                <a:ea typeface="Arial"/>
                <a:cs typeface="Arial"/>
              </a:defRPr>
            </a:lvl7pPr>
            <a:lvl8pPr algn="l">
              <a:defRPr sz="1500" b="1">
                <a:solidFill>
                  <a:srgbClr val="17243F"/>
                </a:solidFill>
                <a:latin typeface="Arial"/>
                <a:ea typeface="Arial"/>
                <a:cs typeface="Arial"/>
              </a:defRPr>
            </a:lvl8pPr>
            <a:lvl9pPr algn="l">
              <a:defRPr sz="1500" b="1">
                <a:solidFill>
                  <a:srgbClr val="17243F"/>
                </a:solidFill>
                <a:latin typeface="Arial"/>
                <a:ea typeface="Arial"/>
                <a:cs typeface="Arial"/>
              </a:defRPr>
            </a:lvl9pPr>
          </a:lstStyle>
          <a:p xmlns:a="http://schemas.openxmlformats.org/drawingml/2006/main">
            <a:pPr algn="l">
              <a:defRPr sz="1500" b="1">
                <a:solidFill>
                  <a:srgbClr val="17243F"/>
                </a:solidFill>
                <a:latin typeface="Arial"/>
                <a:ea typeface="Arial"/>
                <a:cs typeface="Arial"/>
              </a:defRPr>
            </a:pPr>
            <a:r>
              <a:rPr sz="1500" b="1">
                <a:solidFill>
                  <a:srgbClr val="17243F"/>
                </a:solidFill>
                <a:latin typeface="Arial"/>
                <a:ea typeface="Arial"/>
                <a:cs typeface="Arial"/>
              </a:rPr>
              <a:t>Owner checks / IAM proxy</a:t>
            </a:r>
          </a:p>
        </p:txBody>
      </p:sp>
      <p:sp>
        <p:nvSpPr>
          <p:cNvPr id="64" name="Owner checks / IAM proxy benefit-63">
            <a:extLst xmlns:a="http://schemas.openxmlformats.org/drawingml/2006/main">
              <a:ext uri="{FF2B5EF4-FFF2-40B4-BE49-F238E27FC236}">
                <a16:creationId xmlns:a16="http://schemas.microsoft.com/office/drawing/2014/main" id="{73EA5CCD-27F8-4BB7-970F-A45028A917D0}"/>
              </a:ext>
            </a:extLst>
          </p:cNvPr>
          <p:cNvSpPr>
            <a:spLocks xmlns:a="http://schemas.openxmlformats.org/drawingml/2006/main" noGrp="1"/>
          </p:cNvSpPr>
          <p:nvPr/>
        </p:nvSpPr>
        <p:spPr>
          <a:xfrm xmlns:a="http://schemas.openxmlformats.org/drawingml/2006/main">
            <a:off x="11496675" y="3267075"/>
            <a:ext cx="33051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350" b="0">
                <a:solidFill>
                  <a:srgbClr val="59657A"/>
                </a:solidFill>
                <a:latin typeface="Arial"/>
                <a:ea typeface="Arial"/>
                <a:cs typeface="Arial"/>
              </a:defRPr>
            </a:defPPr>
            <a:lvl1pPr algn="l">
              <a:defRPr sz="1350" b="0">
                <a:solidFill>
                  <a:srgbClr val="59657A"/>
                </a:solidFill>
                <a:latin typeface="Arial"/>
                <a:ea typeface="Arial"/>
                <a:cs typeface="Arial"/>
              </a:defRPr>
            </a:lvl1pPr>
            <a:lvl2pPr algn="l">
              <a:defRPr sz="1350" b="0">
                <a:solidFill>
                  <a:srgbClr val="59657A"/>
                </a:solidFill>
                <a:latin typeface="Arial"/>
                <a:ea typeface="Arial"/>
                <a:cs typeface="Arial"/>
              </a:defRPr>
            </a:lvl2pPr>
            <a:lvl3pPr algn="l">
              <a:defRPr sz="1350" b="0">
                <a:solidFill>
                  <a:srgbClr val="59657A"/>
                </a:solidFill>
                <a:latin typeface="Arial"/>
                <a:ea typeface="Arial"/>
                <a:cs typeface="Arial"/>
              </a:defRPr>
            </a:lvl3pPr>
            <a:lvl4pPr algn="l">
              <a:defRPr sz="1350" b="0">
                <a:solidFill>
                  <a:srgbClr val="59657A"/>
                </a:solidFill>
                <a:latin typeface="Arial"/>
                <a:ea typeface="Arial"/>
                <a:cs typeface="Arial"/>
              </a:defRPr>
            </a:lvl4pPr>
            <a:lvl5pPr algn="l">
              <a:defRPr sz="1350" b="0">
                <a:solidFill>
                  <a:srgbClr val="59657A"/>
                </a:solidFill>
                <a:latin typeface="Arial"/>
                <a:ea typeface="Arial"/>
                <a:cs typeface="Arial"/>
              </a:defRPr>
            </a:lvl5pPr>
            <a:lvl6pPr algn="l">
              <a:defRPr sz="1350" b="0">
                <a:solidFill>
                  <a:srgbClr val="59657A"/>
                </a:solidFill>
                <a:latin typeface="Arial"/>
                <a:ea typeface="Arial"/>
                <a:cs typeface="Arial"/>
              </a:defRPr>
            </a:lvl6pPr>
            <a:lvl7pPr algn="l">
              <a:defRPr sz="1350" b="0">
                <a:solidFill>
                  <a:srgbClr val="59657A"/>
                </a:solidFill>
                <a:latin typeface="Arial"/>
                <a:ea typeface="Arial"/>
                <a:cs typeface="Arial"/>
              </a:defRPr>
            </a:lvl7pPr>
            <a:lvl8pPr algn="l">
              <a:defRPr sz="1350" b="0">
                <a:solidFill>
                  <a:srgbClr val="59657A"/>
                </a:solidFill>
                <a:latin typeface="Arial"/>
                <a:ea typeface="Arial"/>
                <a:cs typeface="Arial"/>
              </a:defRPr>
            </a:lvl8pPr>
            <a:lvl9pPr algn="l">
              <a:defRPr sz="1350" b="0">
                <a:solidFill>
                  <a:srgbClr val="59657A"/>
                </a:solidFill>
                <a:latin typeface="Arial"/>
                <a:ea typeface="Arial"/>
                <a:cs typeface="Arial"/>
              </a:defRPr>
            </a:lvl9pPr>
          </a:lstStyle>
          <a:p xmlns:a="http://schemas.openxmlformats.org/drawingml/2006/main">
            <a:pPr algn="l">
              <a:defRPr sz="1350" b="0">
                <a:solidFill>
                  <a:srgbClr val="59657A"/>
                </a:solidFill>
                <a:latin typeface="Arial"/>
                <a:ea typeface="Arial"/>
                <a:cs typeface="Arial"/>
              </a:defRPr>
            </a:pPr>
            <a:r>
              <a:rPr sz="1350" b="0">
                <a:solidFill>
                  <a:srgbClr val="59657A"/>
                </a:solidFill>
                <a:latin typeface="Arial"/>
                <a:ea typeface="Arial"/>
                <a:cs typeface="Arial"/>
              </a:rPr>
              <a:t>Human approval and service identity</a:t>
            </a:r>
          </a:p>
        </p:txBody>
      </p:sp>
      <p:sp>
        <p:nvSpPr>
          <p:cNvPr id="65" name="Layer Workflow &amp; AI-64">
            <a:extLst xmlns:a="http://schemas.openxmlformats.org/drawingml/2006/main">
              <a:ext uri="{FF2B5EF4-FFF2-40B4-BE49-F238E27FC236}">
                <a16:creationId xmlns:a16="http://schemas.microsoft.com/office/drawing/2014/main" id="{C1438C7E-3009-4992-87A3-F32BB84CA4E1}"/>
              </a:ext>
            </a:extLst>
          </p:cNvPr>
          <p:cNvSpPr>
            <a:spLocks xmlns:a="http://schemas.openxmlformats.org/drawingml/2006/main" noGrp="1"/>
          </p:cNvSpPr>
          <p:nvPr/>
        </p:nvSpPr>
        <p:spPr>
          <a:xfrm xmlns:a="http://schemas.openxmlformats.org/drawingml/2006/main">
            <a:off x="419100" y="3838575"/>
            <a:ext cx="16954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17243F"/>
                </a:solidFill>
                <a:latin typeface="Arial"/>
                <a:ea typeface="Arial"/>
                <a:cs typeface="Arial"/>
              </a:defRPr>
            </a:defPPr>
            <a:lvl1pPr algn="l">
              <a:defRPr sz="1575" b="1">
                <a:solidFill>
                  <a:srgbClr val="17243F"/>
                </a:solidFill>
                <a:latin typeface="Arial"/>
                <a:ea typeface="Arial"/>
                <a:cs typeface="Arial"/>
              </a:defRPr>
            </a:lvl1pPr>
            <a:lvl2pPr algn="l">
              <a:defRPr sz="1575" b="1">
                <a:solidFill>
                  <a:srgbClr val="17243F"/>
                </a:solidFill>
                <a:latin typeface="Arial"/>
                <a:ea typeface="Arial"/>
                <a:cs typeface="Arial"/>
              </a:defRPr>
            </a:lvl2pPr>
            <a:lvl3pPr algn="l">
              <a:defRPr sz="1575" b="1">
                <a:solidFill>
                  <a:srgbClr val="17243F"/>
                </a:solidFill>
                <a:latin typeface="Arial"/>
                <a:ea typeface="Arial"/>
                <a:cs typeface="Arial"/>
              </a:defRPr>
            </a:lvl3pPr>
            <a:lvl4pPr algn="l">
              <a:defRPr sz="1575" b="1">
                <a:solidFill>
                  <a:srgbClr val="17243F"/>
                </a:solidFill>
                <a:latin typeface="Arial"/>
                <a:ea typeface="Arial"/>
                <a:cs typeface="Arial"/>
              </a:defRPr>
            </a:lvl4pPr>
            <a:lvl5pPr algn="l">
              <a:defRPr sz="1575" b="1">
                <a:solidFill>
                  <a:srgbClr val="17243F"/>
                </a:solidFill>
                <a:latin typeface="Arial"/>
                <a:ea typeface="Arial"/>
                <a:cs typeface="Arial"/>
              </a:defRPr>
            </a:lvl5pPr>
            <a:lvl6pPr algn="l">
              <a:defRPr sz="1575" b="1">
                <a:solidFill>
                  <a:srgbClr val="17243F"/>
                </a:solidFill>
                <a:latin typeface="Arial"/>
                <a:ea typeface="Arial"/>
                <a:cs typeface="Arial"/>
              </a:defRPr>
            </a:lvl6pPr>
            <a:lvl7pPr algn="l">
              <a:defRPr sz="1575" b="1">
                <a:solidFill>
                  <a:srgbClr val="17243F"/>
                </a:solidFill>
                <a:latin typeface="Arial"/>
                <a:ea typeface="Arial"/>
                <a:cs typeface="Arial"/>
              </a:defRPr>
            </a:lvl7pPr>
            <a:lvl8pPr algn="l">
              <a:defRPr sz="1575" b="1">
                <a:solidFill>
                  <a:srgbClr val="17243F"/>
                </a:solidFill>
                <a:latin typeface="Arial"/>
                <a:ea typeface="Arial"/>
                <a:cs typeface="Arial"/>
              </a:defRPr>
            </a:lvl8pPr>
            <a:lvl9pPr algn="l">
              <a:defRPr sz="1575" b="1">
                <a:solidFill>
                  <a:srgbClr val="17243F"/>
                </a:solidFill>
                <a:latin typeface="Arial"/>
                <a:ea typeface="Arial"/>
                <a:cs typeface="Arial"/>
              </a:defRPr>
            </a:lvl9pPr>
          </a:lstStyle>
          <a:p xmlns:a="http://schemas.openxmlformats.org/drawingml/2006/main">
            <a:pPr algn="l">
              <a:defRPr sz="1575" b="1">
                <a:solidFill>
                  <a:srgbClr val="17243F"/>
                </a:solidFill>
                <a:latin typeface="Arial"/>
                <a:ea typeface="Arial"/>
                <a:cs typeface="Arial"/>
              </a:defRPr>
            </a:pPr>
            <a:r>
              <a:rPr sz="1575" b="1">
                <a:solidFill>
                  <a:srgbClr val="17243F"/>
                </a:solidFill>
                <a:latin typeface="Arial"/>
                <a:ea typeface="Arial"/>
                <a:cs typeface="Arial"/>
              </a:rPr>
              <a:t>Workflow &amp; AI</a:t>
            </a:r>
          </a:p>
        </p:txBody>
      </p:sp>
      <p:cxnSp>
        <p:nvCxnSpPr>
          <p:cNvPr id="66" name="Layer divider-65">
            <a:extLst xmlns:a="http://schemas.openxmlformats.org/drawingml/2006/main">
              <a:ext uri="{FF2B5EF4-FFF2-40B4-BE49-F238E27FC236}">
                <a16:creationId xmlns:a16="http://schemas.microsoft.com/office/drawing/2014/main" id="{92D74DED-D3D0-49C7-8FB4-F8032DE1F05B}"/>
              </a:ext>
            </a:extLst>
          </p:cNvPr>
          <p:cNvCxnSpPr/>
          <p:nvPr/>
        </p:nvCxnSpPr>
        <p:spPr>
          <a:xfrm xmlns:a="http://schemas.openxmlformats.org/drawingml/2006/main" flipH="0" flipV="0">
            <a:off x="419100" y="4581525"/>
            <a:ext cx="14401800" cy="0"/>
          </a:xfrm>
          <a:prstGeom xmlns:a="http://schemas.openxmlformats.org/drawingml/2006/main" prst="straightConnector1">
            <a:avLst/>
          </a:prstGeom>
          <a:ln xmlns:a="http://schemas.openxmlformats.org/drawingml/2006/main" w="11430">
            <a:solidFill>
              <a:srgbClr val="D8E2E8"/>
            </a:solidFill>
            <a:tailEnd type="none" w="med" len="med"/>
          </a:ln>
        </p:spPr>
      </p:cxnSp>
      <p:sp>
        <p:nvSpPr>
          <p:cNvPr id="67" name="status L-66">
            <a:extLst xmlns:a="http://schemas.openxmlformats.org/drawingml/2006/main">
              <a:ext uri="{FF2B5EF4-FFF2-40B4-BE49-F238E27FC236}">
                <a16:creationId xmlns:a16="http://schemas.microsoft.com/office/drawing/2014/main" id="{DAD502B1-8678-4276-B939-727AA246C888}"/>
              </a:ext>
            </a:extLst>
          </p:cNvPr>
          <p:cNvSpPr>
            <a:spLocks xmlns:a="http://schemas.openxmlformats.org/drawingml/2006/main" noGrp="1"/>
          </p:cNvSpPr>
          <p:nvPr/>
        </p:nvSpPr>
        <p:spPr>
          <a:xfrm xmlns:a="http://schemas.openxmlformats.org/drawingml/2006/main">
            <a:off x="2381250" y="3857625"/>
            <a:ext cx="209550" cy="209550"/>
          </a:xfrm>
          <a:prstGeom xmlns:a="http://schemas.openxmlformats.org/drawingml/2006/main" prst="rect">
            <a:avLst/>
          </a:prstGeom>
          <a:solidFill xmlns:a="http://schemas.openxmlformats.org/drawingml/2006/main">
            <a:srgbClr val="087F80"/>
          </a:solidFill>
          <a:ln xmlns:a="http://schemas.openxmlformats.org/drawingml/2006/main" w="11430">
            <a:solidFill>
              <a:srgbClr val="087F80"/>
            </a:solidFill>
          </a:ln>
        </p:spPr>
      </p:sp>
      <p:sp>
        <p:nvSpPr>
          <p:cNvPr id="68" name="status letter-67">
            <a:extLst xmlns:a="http://schemas.openxmlformats.org/drawingml/2006/main">
              <a:ext uri="{FF2B5EF4-FFF2-40B4-BE49-F238E27FC236}">
                <a16:creationId xmlns:a16="http://schemas.microsoft.com/office/drawing/2014/main" id="{C89C092C-08EC-4593-9B73-8D3576EFBC55}"/>
              </a:ext>
            </a:extLst>
          </p:cNvPr>
          <p:cNvSpPr>
            <a:spLocks xmlns:a="http://schemas.openxmlformats.org/drawingml/2006/main" noGrp="1"/>
          </p:cNvSpPr>
          <p:nvPr/>
        </p:nvSpPr>
        <p:spPr>
          <a:xfrm xmlns:a="http://schemas.openxmlformats.org/drawingml/2006/main">
            <a:off x="2390775" y="3867150"/>
            <a:ext cx="19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050" b="1">
                <a:solidFill>
                  <a:srgbClr val="FFFFFF"/>
                </a:solidFill>
                <a:latin typeface="Arial"/>
                <a:ea typeface="Arial"/>
                <a:cs typeface="Arial"/>
              </a:defRPr>
            </a:defPPr>
            <a:lvl1pPr algn="ctr">
              <a:defRPr sz="1050" b="1">
                <a:solidFill>
                  <a:srgbClr val="FFFFFF"/>
                </a:solidFill>
                <a:latin typeface="Arial"/>
                <a:ea typeface="Arial"/>
                <a:cs typeface="Arial"/>
              </a:defRPr>
            </a:lvl1pPr>
            <a:lvl2pPr algn="ctr">
              <a:defRPr sz="1050" b="1">
                <a:solidFill>
                  <a:srgbClr val="FFFFFF"/>
                </a:solidFill>
                <a:latin typeface="Arial"/>
                <a:ea typeface="Arial"/>
                <a:cs typeface="Arial"/>
              </a:defRPr>
            </a:lvl2pPr>
            <a:lvl3pPr algn="ctr">
              <a:defRPr sz="1050" b="1">
                <a:solidFill>
                  <a:srgbClr val="FFFFFF"/>
                </a:solidFill>
                <a:latin typeface="Arial"/>
                <a:ea typeface="Arial"/>
                <a:cs typeface="Arial"/>
              </a:defRPr>
            </a:lvl3pPr>
            <a:lvl4pPr algn="ctr">
              <a:defRPr sz="1050" b="1">
                <a:solidFill>
                  <a:srgbClr val="FFFFFF"/>
                </a:solidFill>
                <a:latin typeface="Arial"/>
                <a:ea typeface="Arial"/>
                <a:cs typeface="Arial"/>
              </a:defRPr>
            </a:lvl4pPr>
            <a:lvl5pPr algn="ctr">
              <a:defRPr sz="1050" b="1">
                <a:solidFill>
                  <a:srgbClr val="FFFFFF"/>
                </a:solidFill>
                <a:latin typeface="Arial"/>
                <a:ea typeface="Arial"/>
                <a:cs typeface="Arial"/>
              </a:defRPr>
            </a:lvl5pPr>
            <a:lvl6pPr algn="ctr">
              <a:defRPr sz="1050" b="1">
                <a:solidFill>
                  <a:srgbClr val="FFFFFF"/>
                </a:solidFill>
                <a:latin typeface="Arial"/>
                <a:ea typeface="Arial"/>
                <a:cs typeface="Arial"/>
              </a:defRPr>
            </a:lvl6pPr>
            <a:lvl7pPr algn="ctr">
              <a:defRPr sz="1050" b="1">
                <a:solidFill>
                  <a:srgbClr val="FFFFFF"/>
                </a:solidFill>
                <a:latin typeface="Arial"/>
                <a:ea typeface="Arial"/>
                <a:cs typeface="Arial"/>
              </a:defRPr>
            </a:lvl7pPr>
            <a:lvl8pPr algn="ctr">
              <a:defRPr sz="1050" b="1">
                <a:solidFill>
                  <a:srgbClr val="FFFFFF"/>
                </a:solidFill>
                <a:latin typeface="Arial"/>
                <a:ea typeface="Arial"/>
                <a:cs typeface="Arial"/>
              </a:defRPr>
            </a:lvl8pPr>
            <a:lvl9pPr algn="ctr">
              <a:defRPr sz="1050" b="1">
                <a:solidFill>
                  <a:srgbClr val="FFFFFF"/>
                </a:solidFill>
                <a:latin typeface="Arial"/>
                <a:ea typeface="Arial"/>
                <a:cs typeface="Arial"/>
              </a:defRPr>
            </a:lvl9pPr>
          </a:lstStyle>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L</a:t>
            </a:r>
          </a:p>
        </p:txBody>
      </p:sp>
      <p:sp>
        <p:nvSpPr>
          <p:cNvPr id="69" name="workflowparent-68">
            <a:extLst xmlns:a="http://schemas.openxmlformats.org/drawingml/2006/main">
              <a:ext uri="{FF2B5EF4-FFF2-40B4-BE49-F238E27FC236}">
                <a16:creationId xmlns:a16="http://schemas.microsoft.com/office/drawing/2014/main" id="{CC275433-D804-4B62-9FAB-B36887152045}"/>
              </a:ext>
            </a:extLst>
          </p:cNvPr>
          <p:cNvSpPr>
            <a:spLocks xmlns:a="http://schemas.openxmlformats.org/drawingml/2006/main" noGrp="1"/>
          </p:cNvSpPr>
          <p:nvPr/>
        </p:nvSpPr>
        <p:spPr>
          <a:xfrm xmlns:a="http://schemas.openxmlformats.org/drawingml/2006/main">
            <a:off x="2790825" y="3848100"/>
            <a:ext cx="85725" cy="64294"/>
          </a:xfrm>
          <a:prstGeom xmlns:a="http://schemas.openxmlformats.org/drawingml/2006/main" prst="rect">
            <a:avLst/>
          </a:prstGeom>
          <a:noFill xmlns:a="http://schemas.openxmlformats.org/drawingml/2006/main"/>
          <a:ln xmlns:a="http://schemas.openxmlformats.org/drawingml/2006/main" w="19288">
            <a:solidFill>
              <a:srgbClr val="087F80"/>
            </a:solidFill>
          </a:ln>
        </p:spPr>
      </p:sp>
      <p:sp>
        <p:nvSpPr>
          <p:cNvPr id="70" name="workflowleft-69">
            <a:extLst xmlns:a="http://schemas.openxmlformats.org/drawingml/2006/main">
              <a:ext uri="{FF2B5EF4-FFF2-40B4-BE49-F238E27FC236}">
                <a16:creationId xmlns:a16="http://schemas.microsoft.com/office/drawing/2014/main" id="{8CD542B1-E004-4403-B20B-E06D686BF343}"/>
              </a:ext>
            </a:extLst>
          </p:cNvPr>
          <p:cNvSpPr>
            <a:spLocks xmlns:a="http://schemas.openxmlformats.org/drawingml/2006/main" noGrp="1"/>
          </p:cNvSpPr>
          <p:nvPr/>
        </p:nvSpPr>
        <p:spPr>
          <a:xfrm xmlns:a="http://schemas.openxmlformats.org/drawingml/2006/main">
            <a:off x="2705100" y="4040981"/>
            <a:ext cx="85725" cy="64294"/>
          </a:xfrm>
          <a:prstGeom xmlns:a="http://schemas.openxmlformats.org/drawingml/2006/main" prst="rect">
            <a:avLst/>
          </a:prstGeom>
          <a:noFill xmlns:a="http://schemas.openxmlformats.org/drawingml/2006/main"/>
          <a:ln xmlns:a="http://schemas.openxmlformats.org/drawingml/2006/main" w="19288">
            <a:solidFill>
              <a:srgbClr val="087F80"/>
            </a:solidFill>
          </a:ln>
        </p:spPr>
      </p:sp>
      <p:sp>
        <p:nvSpPr>
          <p:cNvPr id="71" name="workflowright-70">
            <a:extLst xmlns:a="http://schemas.openxmlformats.org/drawingml/2006/main">
              <a:ext uri="{FF2B5EF4-FFF2-40B4-BE49-F238E27FC236}">
                <a16:creationId xmlns:a16="http://schemas.microsoft.com/office/drawing/2014/main" id="{200F99DE-5247-40E1-81D1-315580FB9442}"/>
              </a:ext>
            </a:extLst>
          </p:cNvPr>
          <p:cNvSpPr>
            <a:spLocks xmlns:a="http://schemas.openxmlformats.org/drawingml/2006/main" noGrp="1"/>
          </p:cNvSpPr>
          <p:nvPr/>
        </p:nvSpPr>
        <p:spPr>
          <a:xfrm xmlns:a="http://schemas.openxmlformats.org/drawingml/2006/main">
            <a:off x="2876550" y="4040981"/>
            <a:ext cx="85725" cy="64294"/>
          </a:xfrm>
          <a:prstGeom xmlns:a="http://schemas.openxmlformats.org/drawingml/2006/main" prst="rect">
            <a:avLst/>
          </a:prstGeom>
          <a:noFill xmlns:a="http://schemas.openxmlformats.org/drawingml/2006/main"/>
          <a:ln xmlns:a="http://schemas.openxmlformats.org/drawingml/2006/main" w="19288">
            <a:solidFill>
              <a:srgbClr val="087F80"/>
            </a:solidFill>
          </a:ln>
        </p:spPr>
      </p:sp>
      <p:cxnSp>
        <p:nvCxnSpPr>
          <p:cNvPr id="72" name="workflowstem-71">
            <a:extLst xmlns:a="http://schemas.openxmlformats.org/drawingml/2006/main">
              <a:ext uri="{FF2B5EF4-FFF2-40B4-BE49-F238E27FC236}">
                <a16:creationId xmlns:a16="http://schemas.microsoft.com/office/drawing/2014/main" id="{1D50532F-41C8-4169-9EC7-A4562F7954DB}"/>
              </a:ext>
            </a:extLst>
          </p:cNvPr>
          <p:cNvCxnSpPr/>
          <p:nvPr/>
        </p:nvCxnSpPr>
        <p:spPr>
          <a:xfrm xmlns:a="http://schemas.openxmlformats.org/drawingml/2006/main" flipH="0" flipV="0">
            <a:off x="2833688" y="3912394"/>
            <a:ext cx="0" cy="64294"/>
          </a:xfrm>
          <a:prstGeom xmlns:a="http://schemas.openxmlformats.org/drawingml/2006/main" prst="straightConnector1">
            <a:avLst/>
          </a:prstGeom>
          <a:ln xmlns:a="http://schemas.openxmlformats.org/drawingml/2006/main" w="19288">
            <a:solidFill>
              <a:srgbClr val="087F80"/>
            </a:solidFill>
            <a:tailEnd type="none" w="med" len="med"/>
          </a:ln>
        </p:spPr>
      </p:cxnSp>
      <p:cxnSp>
        <p:nvCxnSpPr>
          <p:cNvPr id="73" name="workflowbranch-72">
            <a:extLst xmlns:a="http://schemas.openxmlformats.org/drawingml/2006/main">
              <a:ext uri="{FF2B5EF4-FFF2-40B4-BE49-F238E27FC236}">
                <a16:creationId xmlns:a16="http://schemas.microsoft.com/office/drawing/2014/main" id="{9BF30221-84AF-4297-BCA3-650437ECA668}"/>
              </a:ext>
            </a:extLst>
          </p:cNvPr>
          <p:cNvCxnSpPr/>
          <p:nvPr/>
        </p:nvCxnSpPr>
        <p:spPr>
          <a:xfrm xmlns:a="http://schemas.openxmlformats.org/drawingml/2006/main" flipH="0" flipV="0">
            <a:off x="2747963" y="3976688"/>
            <a:ext cx="171450" cy="0"/>
          </a:xfrm>
          <a:prstGeom xmlns:a="http://schemas.openxmlformats.org/drawingml/2006/main" prst="straightConnector1">
            <a:avLst/>
          </a:prstGeom>
          <a:ln xmlns:a="http://schemas.openxmlformats.org/drawingml/2006/main" w="19288">
            <a:solidFill>
              <a:srgbClr val="087F80"/>
            </a:solidFill>
            <a:tailEnd type="none" w="med" len="med"/>
          </a:ln>
        </p:spPr>
      </p:cxnSp>
      <p:cxnSp>
        <p:nvCxnSpPr>
          <p:cNvPr id="74" name="workflowleftlink-73">
            <a:extLst xmlns:a="http://schemas.openxmlformats.org/drawingml/2006/main">
              <a:ext uri="{FF2B5EF4-FFF2-40B4-BE49-F238E27FC236}">
                <a16:creationId xmlns:a16="http://schemas.microsoft.com/office/drawing/2014/main" id="{39936679-07C5-4848-98F4-6DE1E8C590B3}"/>
              </a:ext>
            </a:extLst>
          </p:cNvPr>
          <p:cNvCxnSpPr/>
          <p:nvPr/>
        </p:nvCxnSpPr>
        <p:spPr>
          <a:xfrm xmlns:a="http://schemas.openxmlformats.org/drawingml/2006/main" flipH="0" flipV="0">
            <a:off x="2747963" y="3976688"/>
            <a:ext cx="0" cy="64294"/>
          </a:xfrm>
          <a:prstGeom xmlns:a="http://schemas.openxmlformats.org/drawingml/2006/main" prst="straightConnector1">
            <a:avLst/>
          </a:prstGeom>
          <a:ln xmlns:a="http://schemas.openxmlformats.org/drawingml/2006/main" w="19288">
            <a:solidFill>
              <a:srgbClr val="087F80"/>
            </a:solidFill>
            <a:tailEnd type="none" w="med" len="med"/>
          </a:ln>
        </p:spPr>
      </p:cxnSp>
      <p:cxnSp>
        <p:nvCxnSpPr>
          <p:cNvPr id="75" name="workflowrightlink-74">
            <a:extLst xmlns:a="http://schemas.openxmlformats.org/drawingml/2006/main">
              <a:ext uri="{FF2B5EF4-FFF2-40B4-BE49-F238E27FC236}">
                <a16:creationId xmlns:a16="http://schemas.microsoft.com/office/drawing/2014/main" id="{299A736A-F134-47DC-966F-7139FB4C9AAC}"/>
              </a:ext>
            </a:extLst>
          </p:cNvPr>
          <p:cNvCxnSpPr/>
          <p:nvPr/>
        </p:nvCxnSpPr>
        <p:spPr>
          <a:xfrm xmlns:a="http://schemas.openxmlformats.org/drawingml/2006/main" flipH="0" flipV="0">
            <a:off x="2919413" y="3976688"/>
            <a:ext cx="0" cy="64294"/>
          </a:xfrm>
          <a:prstGeom xmlns:a="http://schemas.openxmlformats.org/drawingml/2006/main" prst="straightConnector1">
            <a:avLst/>
          </a:prstGeom>
          <a:ln xmlns:a="http://schemas.openxmlformats.org/drawingml/2006/main" w="19288">
            <a:solidFill>
              <a:srgbClr val="087F80"/>
            </a:solidFill>
            <a:tailEnd type="none" w="med" len="med"/>
          </a:ln>
        </p:spPr>
      </p:cxnSp>
      <p:sp>
        <p:nvSpPr>
          <p:cNvPr id="76" name="Python workflow / tools title-75">
            <a:extLst xmlns:a="http://schemas.openxmlformats.org/drawingml/2006/main">
              <a:ext uri="{FF2B5EF4-FFF2-40B4-BE49-F238E27FC236}">
                <a16:creationId xmlns:a16="http://schemas.microsoft.com/office/drawing/2014/main" id="{DAFB9368-3A53-4E66-BE8D-93262062E51F}"/>
              </a:ext>
            </a:extLst>
          </p:cNvPr>
          <p:cNvSpPr>
            <a:spLocks xmlns:a="http://schemas.openxmlformats.org/drawingml/2006/main" noGrp="1"/>
          </p:cNvSpPr>
          <p:nvPr/>
        </p:nvSpPr>
        <p:spPr>
          <a:xfrm xmlns:a="http://schemas.openxmlformats.org/drawingml/2006/main">
            <a:off x="3114675" y="3790950"/>
            <a:ext cx="32480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1">
                <a:solidFill>
                  <a:srgbClr val="17243F"/>
                </a:solidFill>
                <a:latin typeface="Arial"/>
                <a:ea typeface="Arial"/>
                <a:cs typeface="Arial"/>
              </a:defRPr>
            </a:defPPr>
            <a:lvl1pPr algn="l">
              <a:defRPr sz="1500" b="1">
                <a:solidFill>
                  <a:srgbClr val="17243F"/>
                </a:solidFill>
                <a:latin typeface="Arial"/>
                <a:ea typeface="Arial"/>
                <a:cs typeface="Arial"/>
              </a:defRPr>
            </a:lvl1pPr>
            <a:lvl2pPr algn="l">
              <a:defRPr sz="1500" b="1">
                <a:solidFill>
                  <a:srgbClr val="17243F"/>
                </a:solidFill>
                <a:latin typeface="Arial"/>
                <a:ea typeface="Arial"/>
                <a:cs typeface="Arial"/>
              </a:defRPr>
            </a:lvl2pPr>
            <a:lvl3pPr algn="l">
              <a:defRPr sz="1500" b="1">
                <a:solidFill>
                  <a:srgbClr val="17243F"/>
                </a:solidFill>
                <a:latin typeface="Arial"/>
                <a:ea typeface="Arial"/>
                <a:cs typeface="Arial"/>
              </a:defRPr>
            </a:lvl3pPr>
            <a:lvl4pPr algn="l">
              <a:defRPr sz="1500" b="1">
                <a:solidFill>
                  <a:srgbClr val="17243F"/>
                </a:solidFill>
                <a:latin typeface="Arial"/>
                <a:ea typeface="Arial"/>
                <a:cs typeface="Arial"/>
              </a:defRPr>
            </a:lvl4pPr>
            <a:lvl5pPr algn="l">
              <a:defRPr sz="1500" b="1">
                <a:solidFill>
                  <a:srgbClr val="17243F"/>
                </a:solidFill>
                <a:latin typeface="Arial"/>
                <a:ea typeface="Arial"/>
                <a:cs typeface="Arial"/>
              </a:defRPr>
            </a:lvl5pPr>
            <a:lvl6pPr algn="l">
              <a:defRPr sz="1500" b="1">
                <a:solidFill>
                  <a:srgbClr val="17243F"/>
                </a:solidFill>
                <a:latin typeface="Arial"/>
                <a:ea typeface="Arial"/>
                <a:cs typeface="Arial"/>
              </a:defRPr>
            </a:lvl6pPr>
            <a:lvl7pPr algn="l">
              <a:defRPr sz="1500" b="1">
                <a:solidFill>
                  <a:srgbClr val="17243F"/>
                </a:solidFill>
                <a:latin typeface="Arial"/>
                <a:ea typeface="Arial"/>
                <a:cs typeface="Arial"/>
              </a:defRPr>
            </a:lvl7pPr>
            <a:lvl8pPr algn="l">
              <a:defRPr sz="1500" b="1">
                <a:solidFill>
                  <a:srgbClr val="17243F"/>
                </a:solidFill>
                <a:latin typeface="Arial"/>
                <a:ea typeface="Arial"/>
                <a:cs typeface="Arial"/>
              </a:defRPr>
            </a:lvl8pPr>
            <a:lvl9pPr algn="l">
              <a:defRPr sz="1500" b="1">
                <a:solidFill>
                  <a:srgbClr val="17243F"/>
                </a:solidFill>
                <a:latin typeface="Arial"/>
                <a:ea typeface="Arial"/>
                <a:cs typeface="Arial"/>
              </a:defRPr>
            </a:lvl9pPr>
          </a:lstStyle>
          <a:p xmlns:a="http://schemas.openxmlformats.org/drawingml/2006/main">
            <a:pPr algn="l">
              <a:defRPr sz="1500" b="1">
                <a:solidFill>
                  <a:srgbClr val="17243F"/>
                </a:solidFill>
                <a:latin typeface="Arial"/>
                <a:ea typeface="Arial"/>
                <a:cs typeface="Arial"/>
              </a:defRPr>
            </a:pPr>
            <a:r>
              <a:rPr sz="1500" b="1">
                <a:solidFill>
                  <a:srgbClr val="17243F"/>
                </a:solidFill>
                <a:latin typeface="Arial"/>
                <a:ea typeface="Arial"/>
                <a:cs typeface="Arial"/>
              </a:rPr>
              <a:t>Python workflow / tools</a:t>
            </a:r>
          </a:p>
        </p:txBody>
      </p:sp>
      <p:sp>
        <p:nvSpPr>
          <p:cNvPr id="77" name="Python workflow / tools benefit-76">
            <a:extLst xmlns:a="http://schemas.openxmlformats.org/drawingml/2006/main">
              <a:ext uri="{FF2B5EF4-FFF2-40B4-BE49-F238E27FC236}">
                <a16:creationId xmlns:a16="http://schemas.microsoft.com/office/drawing/2014/main" id="{AFAFD8D2-C9E3-492F-AC3F-C48B4B1A4835}"/>
              </a:ext>
            </a:extLst>
          </p:cNvPr>
          <p:cNvSpPr>
            <a:spLocks xmlns:a="http://schemas.openxmlformats.org/drawingml/2006/main" noGrp="1"/>
          </p:cNvSpPr>
          <p:nvPr/>
        </p:nvSpPr>
        <p:spPr>
          <a:xfrm xmlns:a="http://schemas.openxmlformats.org/drawingml/2006/main">
            <a:off x="3114675" y="4124325"/>
            <a:ext cx="32480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350" b="0">
                <a:solidFill>
                  <a:srgbClr val="59657A"/>
                </a:solidFill>
                <a:latin typeface="Arial"/>
                <a:ea typeface="Arial"/>
                <a:cs typeface="Arial"/>
              </a:defRPr>
            </a:defPPr>
            <a:lvl1pPr algn="l">
              <a:defRPr sz="1350" b="0">
                <a:solidFill>
                  <a:srgbClr val="59657A"/>
                </a:solidFill>
                <a:latin typeface="Arial"/>
                <a:ea typeface="Arial"/>
                <a:cs typeface="Arial"/>
              </a:defRPr>
            </a:lvl1pPr>
            <a:lvl2pPr algn="l">
              <a:defRPr sz="1350" b="0">
                <a:solidFill>
                  <a:srgbClr val="59657A"/>
                </a:solidFill>
                <a:latin typeface="Arial"/>
                <a:ea typeface="Arial"/>
                <a:cs typeface="Arial"/>
              </a:defRPr>
            </a:lvl2pPr>
            <a:lvl3pPr algn="l">
              <a:defRPr sz="1350" b="0">
                <a:solidFill>
                  <a:srgbClr val="59657A"/>
                </a:solidFill>
                <a:latin typeface="Arial"/>
                <a:ea typeface="Arial"/>
                <a:cs typeface="Arial"/>
              </a:defRPr>
            </a:lvl3pPr>
            <a:lvl4pPr algn="l">
              <a:defRPr sz="1350" b="0">
                <a:solidFill>
                  <a:srgbClr val="59657A"/>
                </a:solidFill>
                <a:latin typeface="Arial"/>
                <a:ea typeface="Arial"/>
                <a:cs typeface="Arial"/>
              </a:defRPr>
            </a:lvl4pPr>
            <a:lvl5pPr algn="l">
              <a:defRPr sz="1350" b="0">
                <a:solidFill>
                  <a:srgbClr val="59657A"/>
                </a:solidFill>
                <a:latin typeface="Arial"/>
                <a:ea typeface="Arial"/>
                <a:cs typeface="Arial"/>
              </a:defRPr>
            </a:lvl5pPr>
            <a:lvl6pPr algn="l">
              <a:defRPr sz="1350" b="0">
                <a:solidFill>
                  <a:srgbClr val="59657A"/>
                </a:solidFill>
                <a:latin typeface="Arial"/>
                <a:ea typeface="Arial"/>
                <a:cs typeface="Arial"/>
              </a:defRPr>
            </a:lvl6pPr>
            <a:lvl7pPr algn="l">
              <a:defRPr sz="1350" b="0">
                <a:solidFill>
                  <a:srgbClr val="59657A"/>
                </a:solidFill>
                <a:latin typeface="Arial"/>
                <a:ea typeface="Arial"/>
                <a:cs typeface="Arial"/>
              </a:defRPr>
            </a:lvl7pPr>
            <a:lvl8pPr algn="l">
              <a:defRPr sz="1350" b="0">
                <a:solidFill>
                  <a:srgbClr val="59657A"/>
                </a:solidFill>
                <a:latin typeface="Arial"/>
                <a:ea typeface="Arial"/>
                <a:cs typeface="Arial"/>
              </a:defRPr>
            </a:lvl8pPr>
            <a:lvl9pPr algn="l">
              <a:defRPr sz="1350" b="0">
                <a:solidFill>
                  <a:srgbClr val="59657A"/>
                </a:solidFill>
                <a:latin typeface="Arial"/>
                <a:ea typeface="Arial"/>
                <a:cs typeface="Arial"/>
              </a:defRPr>
            </a:lvl9pPr>
          </a:lstStyle>
          <a:p xmlns:a="http://schemas.openxmlformats.org/drawingml/2006/main">
            <a:pPr algn="l">
              <a:defRPr sz="1350" b="0">
                <a:solidFill>
                  <a:srgbClr val="59657A"/>
                </a:solidFill>
                <a:latin typeface="Arial"/>
                <a:ea typeface="Arial"/>
                <a:cs typeface="Arial"/>
              </a:defRPr>
            </a:pPr>
            <a:r>
              <a:rPr sz="1350" b="0">
                <a:solidFill>
                  <a:srgbClr val="59657A"/>
                </a:solidFill>
                <a:latin typeface="Arial"/>
                <a:ea typeface="Arial"/>
                <a:cs typeface="Arial"/>
              </a:rPr>
              <a:t>State gates and deterministic execution</a:t>
            </a:r>
          </a:p>
        </p:txBody>
      </p:sp>
      <p:sp>
        <p:nvSpPr>
          <p:cNvPr id="78" name="status L-77">
            <a:extLst xmlns:a="http://schemas.openxmlformats.org/drawingml/2006/main">
              <a:ext uri="{FF2B5EF4-FFF2-40B4-BE49-F238E27FC236}">
                <a16:creationId xmlns:a16="http://schemas.microsoft.com/office/drawing/2014/main" id="{E9AB85BE-908B-44E2-BABA-9B17078F21A1}"/>
              </a:ext>
            </a:extLst>
          </p:cNvPr>
          <p:cNvSpPr>
            <a:spLocks xmlns:a="http://schemas.openxmlformats.org/drawingml/2006/main" noGrp="1"/>
          </p:cNvSpPr>
          <p:nvPr/>
        </p:nvSpPr>
        <p:spPr>
          <a:xfrm xmlns:a="http://schemas.openxmlformats.org/drawingml/2006/main">
            <a:off x="6572250" y="3857625"/>
            <a:ext cx="209550" cy="209550"/>
          </a:xfrm>
          <a:prstGeom xmlns:a="http://schemas.openxmlformats.org/drawingml/2006/main" prst="rect">
            <a:avLst/>
          </a:prstGeom>
          <a:solidFill xmlns:a="http://schemas.openxmlformats.org/drawingml/2006/main">
            <a:srgbClr val="087F80"/>
          </a:solidFill>
          <a:ln xmlns:a="http://schemas.openxmlformats.org/drawingml/2006/main" w="11430">
            <a:solidFill>
              <a:srgbClr val="087F80"/>
            </a:solidFill>
          </a:ln>
        </p:spPr>
      </p:sp>
      <p:sp>
        <p:nvSpPr>
          <p:cNvPr id="79" name="status letter-78">
            <a:extLst xmlns:a="http://schemas.openxmlformats.org/drawingml/2006/main">
              <a:ext uri="{FF2B5EF4-FFF2-40B4-BE49-F238E27FC236}">
                <a16:creationId xmlns:a16="http://schemas.microsoft.com/office/drawing/2014/main" id="{C39BDDD0-DC1C-4076-9A3B-34807D2178A5}"/>
              </a:ext>
            </a:extLst>
          </p:cNvPr>
          <p:cNvSpPr>
            <a:spLocks xmlns:a="http://schemas.openxmlformats.org/drawingml/2006/main" noGrp="1"/>
          </p:cNvSpPr>
          <p:nvPr/>
        </p:nvSpPr>
        <p:spPr>
          <a:xfrm xmlns:a="http://schemas.openxmlformats.org/drawingml/2006/main">
            <a:off x="6581775" y="3867150"/>
            <a:ext cx="19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050" b="1">
                <a:solidFill>
                  <a:srgbClr val="FFFFFF"/>
                </a:solidFill>
                <a:latin typeface="Arial"/>
                <a:ea typeface="Arial"/>
                <a:cs typeface="Arial"/>
              </a:defRPr>
            </a:defPPr>
            <a:lvl1pPr algn="ctr">
              <a:defRPr sz="1050" b="1">
                <a:solidFill>
                  <a:srgbClr val="FFFFFF"/>
                </a:solidFill>
                <a:latin typeface="Arial"/>
                <a:ea typeface="Arial"/>
                <a:cs typeface="Arial"/>
              </a:defRPr>
            </a:lvl1pPr>
            <a:lvl2pPr algn="ctr">
              <a:defRPr sz="1050" b="1">
                <a:solidFill>
                  <a:srgbClr val="FFFFFF"/>
                </a:solidFill>
                <a:latin typeface="Arial"/>
                <a:ea typeface="Arial"/>
                <a:cs typeface="Arial"/>
              </a:defRPr>
            </a:lvl2pPr>
            <a:lvl3pPr algn="ctr">
              <a:defRPr sz="1050" b="1">
                <a:solidFill>
                  <a:srgbClr val="FFFFFF"/>
                </a:solidFill>
                <a:latin typeface="Arial"/>
                <a:ea typeface="Arial"/>
                <a:cs typeface="Arial"/>
              </a:defRPr>
            </a:lvl3pPr>
            <a:lvl4pPr algn="ctr">
              <a:defRPr sz="1050" b="1">
                <a:solidFill>
                  <a:srgbClr val="FFFFFF"/>
                </a:solidFill>
                <a:latin typeface="Arial"/>
                <a:ea typeface="Arial"/>
                <a:cs typeface="Arial"/>
              </a:defRPr>
            </a:lvl4pPr>
            <a:lvl5pPr algn="ctr">
              <a:defRPr sz="1050" b="1">
                <a:solidFill>
                  <a:srgbClr val="FFFFFF"/>
                </a:solidFill>
                <a:latin typeface="Arial"/>
                <a:ea typeface="Arial"/>
                <a:cs typeface="Arial"/>
              </a:defRPr>
            </a:lvl5pPr>
            <a:lvl6pPr algn="ctr">
              <a:defRPr sz="1050" b="1">
                <a:solidFill>
                  <a:srgbClr val="FFFFFF"/>
                </a:solidFill>
                <a:latin typeface="Arial"/>
                <a:ea typeface="Arial"/>
                <a:cs typeface="Arial"/>
              </a:defRPr>
            </a:lvl6pPr>
            <a:lvl7pPr algn="ctr">
              <a:defRPr sz="1050" b="1">
                <a:solidFill>
                  <a:srgbClr val="FFFFFF"/>
                </a:solidFill>
                <a:latin typeface="Arial"/>
                <a:ea typeface="Arial"/>
                <a:cs typeface="Arial"/>
              </a:defRPr>
            </a:lvl7pPr>
            <a:lvl8pPr algn="ctr">
              <a:defRPr sz="1050" b="1">
                <a:solidFill>
                  <a:srgbClr val="FFFFFF"/>
                </a:solidFill>
                <a:latin typeface="Arial"/>
                <a:ea typeface="Arial"/>
                <a:cs typeface="Arial"/>
              </a:defRPr>
            </a:lvl8pPr>
            <a:lvl9pPr algn="ctr">
              <a:defRPr sz="1050" b="1">
                <a:solidFill>
                  <a:srgbClr val="FFFFFF"/>
                </a:solidFill>
                <a:latin typeface="Arial"/>
                <a:ea typeface="Arial"/>
                <a:cs typeface="Arial"/>
              </a:defRPr>
            </a:lvl9pPr>
          </a:lstStyle>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L</a:t>
            </a:r>
          </a:p>
        </p:txBody>
      </p:sp>
      <p:pic>
        <p:nvPicPr>
          <p:cNvPr id="80" name="">
            <a:extLst xmlns:a="http://schemas.openxmlformats.org/drawingml/2006/main">
              <a:ext uri="{FF2B5EF4-FFF2-40B4-BE49-F238E27FC236}">
                <a16:creationId xmlns:a16="http://schemas.microsoft.com/office/drawing/2014/main" id="{C80EE1C3-3E4E-4A50-9B5C-03BA12827AD3}"/>
              </a:ext>
            </a:extLst>
          </p:cNvPr>
          <p:cNvPicPr>
            <a:picLocks xmlns:a="http://schemas.openxmlformats.org/drawingml/2006/main" noChangeAspect="1"/>
          </p:cNvPicPr>
          <p:nvPr/>
        </p:nvPicPr>
        <p:blipFill>
          <a:blip xmlns:r="http://schemas.openxmlformats.org/officeDocument/2006/relationships" xmlns:a="http://schemas.openxmlformats.org/drawingml/2006/main" r:embed="R918c39e028714337"/>
          <a:stretch xmlns:a="http://schemas.openxmlformats.org/drawingml/2006/main"/>
        </p:blipFill>
        <p:spPr>
          <a:xfrm xmlns:a="http://schemas.openxmlformats.org/drawingml/2006/main">
            <a:off x="6867525" y="3800475"/>
            <a:ext cx="323850" cy="323850"/>
          </a:xfrm>
          <a:prstGeom xmlns:a="http://schemas.openxmlformats.org/drawingml/2006/main" prst="rect">
            <a:avLst/>
          </a:prstGeom>
        </p:spPr>
      </p:pic>
      <p:sp>
        <p:nvSpPr>
          <p:cNvPr id="81" name="Google ADK + google.genai title-79">
            <a:extLst xmlns:a="http://schemas.openxmlformats.org/drawingml/2006/main">
              <a:ext uri="{FF2B5EF4-FFF2-40B4-BE49-F238E27FC236}">
                <a16:creationId xmlns:a16="http://schemas.microsoft.com/office/drawing/2014/main" id="{DF788EF3-C2CC-4091-A44F-ACD0C17576A3}"/>
              </a:ext>
            </a:extLst>
          </p:cNvPr>
          <p:cNvSpPr>
            <a:spLocks xmlns:a="http://schemas.openxmlformats.org/drawingml/2006/main" noGrp="1"/>
          </p:cNvSpPr>
          <p:nvPr/>
        </p:nvSpPr>
        <p:spPr>
          <a:xfrm xmlns:a="http://schemas.openxmlformats.org/drawingml/2006/main">
            <a:off x="7305675" y="3790950"/>
            <a:ext cx="32480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1">
                <a:solidFill>
                  <a:srgbClr val="17243F"/>
                </a:solidFill>
                <a:latin typeface="Arial"/>
                <a:ea typeface="Arial"/>
                <a:cs typeface="Arial"/>
              </a:defRPr>
            </a:defPPr>
            <a:lvl1pPr algn="l">
              <a:defRPr sz="1500" b="1">
                <a:solidFill>
                  <a:srgbClr val="17243F"/>
                </a:solidFill>
                <a:latin typeface="Arial"/>
                <a:ea typeface="Arial"/>
                <a:cs typeface="Arial"/>
              </a:defRPr>
            </a:lvl1pPr>
            <a:lvl2pPr algn="l">
              <a:defRPr sz="1500" b="1">
                <a:solidFill>
                  <a:srgbClr val="17243F"/>
                </a:solidFill>
                <a:latin typeface="Arial"/>
                <a:ea typeface="Arial"/>
                <a:cs typeface="Arial"/>
              </a:defRPr>
            </a:lvl2pPr>
            <a:lvl3pPr algn="l">
              <a:defRPr sz="1500" b="1">
                <a:solidFill>
                  <a:srgbClr val="17243F"/>
                </a:solidFill>
                <a:latin typeface="Arial"/>
                <a:ea typeface="Arial"/>
                <a:cs typeface="Arial"/>
              </a:defRPr>
            </a:lvl3pPr>
            <a:lvl4pPr algn="l">
              <a:defRPr sz="1500" b="1">
                <a:solidFill>
                  <a:srgbClr val="17243F"/>
                </a:solidFill>
                <a:latin typeface="Arial"/>
                <a:ea typeface="Arial"/>
                <a:cs typeface="Arial"/>
              </a:defRPr>
            </a:lvl4pPr>
            <a:lvl5pPr algn="l">
              <a:defRPr sz="1500" b="1">
                <a:solidFill>
                  <a:srgbClr val="17243F"/>
                </a:solidFill>
                <a:latin typeface="Arial"/>
                <a:ea typeface="Arial"/>
                <a:cs typeface="Arial"/>
              </a:defRPr>
            </a:lvl5pPr>
            <a:lvl6pPr algn="l">
              <a:defRPr sz="1500" b="1">
                <a:solidFill>
                  <a:srgbClr val="17243F"/>
                </a:solidFill>
                <a:latin typeface="Arial"/>
                <a:ea typeface="Arial"/>
                <a:cs typeface="Arial"/>
              </a:defRPr>
            </a:lvl6pPr>
            <a:lvl7pPr algn="l">
              <a:defRPr sz="1500" b="1">
                <a:solidFill>
                  <a:srgbClr val="17243F"/>
                </a:solidFill>
                <a:latin typeface="Arial"/>
                <a:ea typeface="Arial"/>
                <a:cs typeface="Arial"/>
              </a:defRPr>
            </a:lvl7pPr>
            <a:lvl8pPr algn="l">
              <a:defRPr sz="1500" b="1">
                <a:solidFill>
                  <a:srgbClr val="17243F"/>
                </a:solidFill>
                <a:latin typeface="Arial"/>
                <a:ea typeface="Arial"/>
                <a:cs typeface="Arial"/>
              </a:defRPr>
            </a:lvl8pPr>
            <a:lvl9pPr algn="l">
              <a:defRPr sz="1500" b="1">
                <a:solidFill>
                  <a:srgbClr val="17243F"/>
                </a:solidFill>
                <a:latin typeface="Arial"/>
                <a:ea typeface="Arial"/>
                <a:cs typeface="Arial"/>
              </a:defRPr>
            </a:lvl9pPr>
          </a:lstStyle>
          <a:p xmlns:a="http://schemas.openxmlformats.org/drawingml/2006/main">
            <a:pPr algn="l">
              <a:defRPr sz="1500" b="1">
                <a:solidFill>
                  <a:srgbClr val="17243F"/>
                </a:solidFill>
                <a:latin typeface="Arial"/>
                <a:ea typeface="Arial"/>
                <a:cs typeface="Arial"/>
              </a:defRPr>
            </a:pPr>
            <a:r>
              <a:rPr sz="1500" b="1">
                <a:solidFill>
                  <a:srgbClr val="17243F"/>
                </a:solidFill>
                <a:latin typeface="Arial"/>
                <a:ea typeface="Arial"/>
                <a:cs typeface="Arial"/>
              </a:rPr>
              <a:t>Google ADK + google.genai</a:t>
            </a:r>
          </a:p>
        </p:txBody>
      </p:sp>
      <p:sp>
        <p:nvSpPr>
          <p:cNvPr id="82" name="Google ADK + google.genai benefit-80">
            <a:extLst xmlns:a="http://schemas.openxmlformats.org/drawingml/2006/main">
              <a:ext uri="{FF2B5EF4-FFF2-40B4-BE49-F238E27FC236}">
                <a16:creationId xmlns:a16="http://schemas.microsoft.com/office/drawing/2014/main" id="{997CF969-5882-4E1D-A055-84A0379B76D2}"/>
              </a:ext>
            </a:extLst>
          </p:cNvPr>
          <p:cNvSpPr>
            <a:spLocks xmlns:a="http://schemas.openxmlformats.org/drawingml/2006/main" noGrp="1"/>
          </p:cNvSpPr>
          <p:nvPr/>
        </p:nvSpPr>
        <p:spPr>
          <a:xfrm xmlns:a="http://schemas.openxmlformats.org/drawingml/2006/main">
            <a:off x="7305675" y="4124325"/>
            <a:ext cx="32480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350" b="0">
                <a:solidFill>
                  <a:srgbClr val="59657A"/>
                </a:solidFill>
                <a:latin typeface="Arial"/>
                <a:ea typeface="Arial"/>
                <a:cs typeface="Arial"/>
              </a:defRPr>
            </a:defPPr>
            <a:lvl1pPr algn="l">
              <a:defRPr sz="1350" b="0">
                <a:solidFill>
                  <a:srgbClr val="59657A"/>
                </a:solidFill>
                <a:latin typeface="Arial"/>
                <a:ea typeface="Arial"/>
                <a:cs typeface="Arial"/>
              </a:defRPr>
            </a:lvl1pPr>
            <a:lvl2pPr algn="l">
              <a:defRPr sz="1350" b="0">
                <a:solidFill>
                  <a:srgbClr val="59657A"/>
                </a:solidFill>
                <a:latin typeface="Arial"/>
                <a:ea typeface="Arial"/>
                <a:cs typeface="Arial"/>
              </a:defRPr>
            </a:lvl2pPr>
            <a:lvl3pPr algn="l">
              <a:defRPr sz="1350" b="0">
                <a:solidFill>
                  <a:srgbClr val="59657A"/>
                </a:solidFill>
                <a:latin typeface="Arial"/>
                <a:ea typeface="Arial"/>
                <a:cs typeface="Arial"/>
              </a:defRPr>
            </a:lvl3pPr>
            <a:lvl4pPr algn="l">
              <a:defRPr sz="1350" b="0">
                <a:solidFill>
                  <a:srgbClr val="59657A"/>
                </a:solidFill>
                <a:latin typeface="Arial"/>
                <a:ea typeface="Arial"/>
                <a:cs typeface="Arial"/>
              </a:defRPr>
            </a:lvl4pPr>
            <a:lvl5pPr algn="l">
              <a:defRPr sz="1350" b="0">
                <a:solidFill>
                  <a:srgbClr val="59657A"/>
                </a:solidFill>
                <a:latin typeface="Arial"/>
                <a:ea typeface="Arial"/>
                <a:cs typeface="Arial"/>
              </a:defRPr>
            </a:lvl5pPr>
            <a:lvl6pPr algn="l">
              <a:defRPr sz="1350" b="0">
                <a:solidFill>
                  <a:srgbClr val="59657A"/>
                </a:solidFill>
                <a:latin typeface="Arial"/>
                <a:ea typeface="Arial"/>
                <a:cs typeface="Arial"/>
              </a:defRPr>
            </a:lvl6pPr>
            <a:lvl7pPr algn="l">
              <a:defRPr sz="1350" b="0">
                <a:solidFill>
                  <a:srgbClr val="59657A"/>
                </a:solidFill>
                <a:latin typeface="Arial"/>
                <a:ea typeface="Arial"/>
                <a:cs typeface="Arial"/>
              </a:defRPr>
            </a:lvl7pPr>
            <a:lvl8pPr algn="l">
              <a:defRPr sz="1350" b="0">
                <a:solidFill>
                  <a:srgbClr val="59657A"/>
                </a:solidFill>
                <a:latin typeface="Arial"/>
                <a:ea typeface="Arial"/>
                <a:cs typeface="Arial"/>
              </a:defRPr>
            </a:lvl8pPr>
            <a:lvl9pPr algn="l">
              <a:defRPr sz="1350" b="0">
                <a:solidFill>
                  <a:srgbClr val="59657A"/>
                </a:solidFill>
                <a:latin typeface="Arial"/>
                <a:ea typeface="Arial"/>
                <a:cs typeface="Arial"/>
              </a:defRPr>
            </a:lvl9pPr>
          </a:lstStyle>
          <a:p xmlns:a="http://schemas.openxmlformats.org/drawingml/2006/main">
            <a:pPr algn="l">
              <a:defRPr sz="1350" b="0">
                <a:solidFill>
                  <a:srgbClr val="59657A"/>
                </a:solidFill>
                <a:latin typeface="Arial"/>
                <a:ea typeface="Arial"/>
                <a:cs typeface="Arial"/>
              </a:defRPr>
            </a:pPr>
            <a:r>
              <a:rPr sz="1350" b="0">
                <a:solidFill>
                  <a:srgbClr val="59657A"/>
                </a:solidFill>
                <a:latin typeface="Arial"/>
                <a:ea typeface="Arial"/>
                <a:cs typeface="Arial"/>
              </a:rPr>
              <a:t>Read-only Advisor / Reviewer</a:t>
            </a:r>
          </a:p>
        </p:txBody>
      </p:sp>
      <p:sp>
        <p:nvSpPr>
          <p:cNvPr id="83" name="status L-81">
            <a:extLst xmlns:a="http://schemas.openxmlformats.org/drawingml/2006/main">
              <a:ext uri="{FF2B5EF4-FFF2-40B4-BE49-F238E27FC236}">
                <a16:creationId xmlns:a16="http://schemas.microsoft.com/office/drawing/2014/main" id="{3F6A7535-4F6D-43B1-886E-22D69D7D36C4}"/>
              </a:ext>
            </a:extLst>
          </p:cNvPr>
          <p:cNvSpPr>
            <a:spLocks xmlns:a="http://schemas.openxmlformats.org/drawingml/2006/main" noGrp="1"/>
          </p:cNvSpPr>
          <p:nvPr/>
        </p:nvSpPr>
        <p:spPr>
          <a:xfrm xmlns:a="http://schemas.openxmlformats.org/drawingml/2006/main">
            <a:off x="10763250" y="3857625"/>
            <a:ext cx="209550" cy="209550"/>
          </a:xfrm>
          <a:prstGeom xmlns:a="http://schemas.openxmlformats.org/drawingml/2006/main" prst="rect">
            <a:avLst/>
          </a:prstGeom>
          <a:solidFill xmlns:a="http://schemas.openxmlformats.org/drawingml/2006/main">
            <a:srgbClr val="087F80"/>
          </a:solidFill>
          <a:ln xmlns:a="http://schemas.openxmlformats.org/drawingml/2006/main" w="11430">
            <a:solidFill>
              <a:srgbClr val="087F80"/>
            </a:solidFill>
          </a:ln>
        </p:spPr>
      </p:sp>
      <p:sp>
        <p:nvSpPr>
          <p:cNvPr id="84" name="status letter-82">
            <a:extLst xmlns:a="http://schemas.openxmlformats.org/drawingml/2006/main">
              <a:ext uri="{FF2B5EF4-FFF2-40B4-BE49-F238E27FC236}">
                <a16:creationId xmlns:a16="http://schemas.microsoft.com/office/drawing/2014/main" id="{CAD6DBF2-A385-4F08-8D0B-DC395F922444}"/>
              </a:ext>
            </a:extLst>
          </p:cNvPr>
          <p:cNvSpPr>
            <a:spLocks xmlns:a="http://schemas.openxmlformats.org/drawingml/2006/main" noGrp="1"/>
          </p:cNvSpPr>
          <p:nvPr/>
        </p:nvSpPr>
        <p:spPr>
          <a:xfrm xmlns:a="http://schemas.openxmlformats.org/drawingml/2006/main">
            <a:off x="10772775" y="3867150"/>
            <a:ext cx="19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050" b="1">
                <a:solidFill>
                  <a:srgbClr val="FFFFFF"/>
                </a:solidFill>
                <a:latin typeface="Arial"/>
                <a:ea typeface="Arial"/>
                <a:cs typeface="Arial"/>
              </a:defRPr>
            </a:defPPr>
            <a:lvl1pPr algn="ctr">
              <a:defRPr sz="1050" b="1">
                <a:solidFill>
                  <a:srgbClr val="FFFFFF"/>
                </a:solidFill>
                <a:latin typeface="Arial"/>
                <a:ea typeface="Arial"/>
                <a:cs typeface="Arial"/>
              </a:defRPr>
            </a:lvl1pPr>
            <a:lvl2pPr algn="ctr">
              <a:defRPr sz="1050" b="1">
                <a:solidFill>
                  <a:srgbClr val="FFFFFF"/>
                </a:solidFill>
                <a:latin typeface="Arial"/>
                <a:ea typeface="Arial"/>
                <a:cs typeface="Arial"/>
              </a:defRPr>
            </a:lvl2pPr>
            <a:lvl3pPr algn="ctr">
              <a:defRPr sz="1050" b="1">
                <a:solidFill>
                  <a:srgbClr val="FFFFFF"/>
                </a:solidFill>
                <a:latin typeface="Arial"/>
                <a:ea typeface="Arial"/>
                <a:cs typeface="Arial"/>
              </a:defRPr>
            </a:lvl3pPr>
            <a:lvl4pPr algn="ctr">
              <a:defRPr sz="1050" b="1">
                <a:solidFill>
                  <a:srgbClr val="FFFFFF"/>
                </a:solidFill>
                <a:latin typeface="Arial"/>
                <a:ea typeface="Arial"/>
                <a:cs typeface="Arial"/>
              </a:defRPr>
            </a:lvl4pPr>
            <a:lvl5pPr algn="ctr">
              <a:defRPr sz="1050" b="1">
                <a:solidFill>
                  <a:srgbClr val="FFFFFF"/>
                </a:solidFill>
                <a:latin typeface="Arial"/>
                <a:ea typeface="Arial"/>
                <a:cs typeface="Arial"/>
              </a:defRPr>
            </a:lvl5pPr>
            <a:lvl6pPr algn="ctr">
              <a:defRPr sz="1050" b="1">
                <a:solidFill>
                  <a:srgbClr val="FFFFFF"/>
                </a:solidFill>
                <a:latin typeface="Arial"/>
                <a:ea typeface="Arial"/>
                <a:cs typeface="Arial"/>
              </a:defRPr>
            </a:lvl6pPr>
            <a:lvl7pPr algn="ctr">
              <a:defRPr sz="1050" b="1">
                <a:solidFill>
                  <a:srgbClr val="FFFFFF"/>
                </a:solidFill>
                <a:latin typeface="Arial"/>
                <a:ea typeface="Arial"/>
                <a:cs typeface="Arial"/>
              </a:defRPr>
            </a:lvl7pPr>
            <a:lvl8pPr algn="ctr">
              <a:defRPr sz="1050" b="1">
                <a:solidFill>
                  <a:srgbClr val="FFFFFF"/>
                </a:solidFill>
                <a:latin typeface="Arial"/>
                <a:ea typeface="Arial"/>
                <a:cs typeface="Arial"/>
              </a:defRPr>
            </a:lvl8pPr>
            <a:lvl9pPr algn="ctr">
              <a:defRPr sz="1050" b="1">
                <a:solidFill>
                  <a:srgbClr val="FFFFFF"/>
                </a:solidFill>
                <a:latin typeface="Arial"/>
                <a:ea typeface="Arial"/>
                <a:cs typeface="Arial"/>
              </a:defRPr>
            </a:lvl9pPr>
          </a:lstStyle>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L</a:t>
            </a:r>
          </a:p>
        </p:txBody>
      </p:sp>
      <p:pic>
        <p:nvPicPr>
          <p:cNvPr id="85" name="">
            <a:extLst xmlns:a="http://schemas.openxmlformats.org/drawingml/2006/main">
              <a:ext uri="{FF2B5EF4-FFF2-40B4-BE49-F238E27FC236}">
                <a16:creationId xmlns:a16="http://schemas.microsoft.com/office/drawing/2014/main" id="{D084E77D-0DE8-4C3A-AED6-E5AF8CECB7CF}"/>
              </a:ext>
            </a:extLst>
          </p:cNvPr>
          <p:cNvPicPr>
            <a:picLocks xmlns:a="http://schemas.openxmlformats.org/drawingml/2006/main" noChangeAspect="1"/>
          </p:cNvPicPr>
          <p:nvPr/>
        </p:nvPicPr>
        <p:blipFill>
          <a:blip xmlns:r="http://schemas.openxmlformats.org/officeDocument/2006/relationships" xmlns:a="http://schemas.openxmlformats.org/drawingml/2006/main" r:embed="R2ff99d950f184a54">
            <a:extLst>
              <a:ext uri="{96DAC541-7B7A-43D3-8B79-37D633B846F1}">
                <asvg:svgBlip xmlns:asvg="http://schemas.microsoft.com/office/drawing/2016/SVG/main" r:embed="Re1a88e35c76d469b"/>
              </a:ext>
            </a:extLst>
          </a:blip>
          <a:stretch xmlns:a="http://schemas.openxmlformats.org/drawingml/2006/main"/>
        </p:blipFill>
        <p:spPr>
          <a:xfrm xmlns:a="http://schemas.openxmlformats.org/drawingml/2006/main">
            <a:off x="11058525" y="3800475"/>
            <a:ext cx="323850" cy="323850"/>
          </a:xfrm>
          <a:prstGeom xmlns:a="http://schemas.openxmlformats.org/drawingml/2006/main" prst="rect">
            <a:avLst/>
          </a:prstGeom>
        </p:spPr>
      </p:pic>
      <p:sp>
        <p:nvSpPr>
          <p:cNvPr id="86" name="Gemini 3.5 Flash-Lite title-83">
            <a:extLst xmlns:a="http://schemas.openxmlformats.org/drawingml/2006/main">
              <a:ext uri="{FF2B5EF4-FFF2-40B4-BE49-F238E27FC236}">
                <a16:creationId xmlns:a16="http://schemas.microsoft.com/office/drawing/2014/main" id="{90A29AAB-C0D8-4B81-8123-4C8B03DC3B85}"/>
              </a:ext>
            </a:extLst>
          </p:cNvPr>
          <p:cNvSpPr>
            <a:spLocks xmlns:a="http://schemas.openxmlformats.org/drawingml/2006/main" noGrp="1"/>
          </p:cNvSpPr>
          <p:nvPr/>
        </p:nvSpPr>
        <p:spPr>
          <a:xfrm xmlns:a="http://schemas.openxmlformats.org/drawingml/2006/main">
            <a:off x="11496675" y="3790950"/>
            <a:ext cx="33051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1">
                <a:solidFill>
                  <a:srgbClr val="17243F"/>
                </a:solidFill>
                <a:latin typeface="Arial"/>
                <a:ea typeface="Arial"/>
                <a:cs typeface="Arial"/>
              </a:defRPr>
            </a:defPPr>
            <a:lvl1pPr algn="l">
              <a:defRPr sz="1500" b="1">
                <a:solidFill>
                  <a:srgbClr val="17243F"/>
                </a:solidFill>
                <a:latin typeface="Arial"/>
                <a:ea typeface="Arial"/>
                <a:cs typeface="Arial"/>
              </a:defRPr>
            </a:lvl1pPr>
            <a:lvl2pPr algn="l">
              <a:defRPr sz="1500" b="1">
                <a:solidFill>
                  <a:srgbClr val="17243F"/>
                </a:solidFill>
                <a:latin typeface="Arial"/>
                <a:ea typeface="Arial"/>
                <a:cs typeface="Arial"/>
              </a:defRPr>
            </a:lvl2pPr>
            <a:lvl3pPr algn="l">
              <a:defRPr sz="1500" b="1">
                <a:solidFill>
                  <a:srgbClr val="17243F"/>
                </a:solidFill>
                <a:latin typeface="Arial"/>
                <a:ea typeface="Arial"/>
                <a:cs typeface="Arial"/>
              </a:defRPr>
            </a:lvl3pPr>
            <a:lvl4pPr algn="l">
              <a:defRPr sz="1500" b="1">
                <a:solidFill>
                  <a:srgbClr val="17243F"/>
                </a:solidFill>
                <a:latin typeface="Arial"/>
                <a:ea typeface="Arial"/>
                <a:cs typeface="Arial"/>
              </a:defRPr>
            </a:lvl4pPr>
            <a:lvl5pPr algn="l">
              <a:defRPr sz="1500" b="1">
                <a:solidFill>
                  <a:srgbClr val="17243F"/>
                </a:solidFill>
                <a:latin typeface="Arial"/>
                <a:ea typeface="Arial"/>
                <a:cs typeface="Arial"/>
              </a:defRPr>
            </a:lvl5pPr>
            <a:lvl6pPr algn="l">
              <a:defRPr sz="1500" b="1">
                <a:solidFill>
                  <a:srgbClr val="17243F"/>
                </a:solidFill>
                <a:latin typeface="Arial"/>
                <a:ea typeface="Arial"/>
                <a:cs typeface="Arial"/>
              </a:defRPr>
            </a:lvl6pPr>
            <a:lvl7pPr algn="l">
              <a:defRPr sz="1500" b="1">
                <a:solidFill>
                  <a:srgbClr val="17243F"/>
                </a:solidFill>
                <a:latin typeface="Arial"/>
                <a:ea typeface="Arial"/>
                <a:cs typeface="Arial"/>
              </a:defRPr>
            </a:lvl7pPr>
            <a:lvl8pPr algn="l">
              <a:defRPr sz="1500" b="1">
                <a:solidFill>
                  <a:srgbClr val="17243F"/>
                </a:solidFill>
                <a:latin typeface="Arial"/>
                <a:ea typeface="Arial"/>
                <a:cs typeface="Arial"/>
              </a:defRPr>
            </a:lvl8pPr>
            <a:lvl9pPr algn="l">
              <a:defRPr sz="1500" b="1">
                <a:solidFill>
                  <a:srgbClr val="17243F"/>
                </a:solidFill>
                <a:latin typeface="Arial"/>
                <a:ea typeface="Arial"/>
                <a:cs typeface="Arial"/>
              </a:defRPr>
            </a:lvl9pPr>
          </a:lstStyle>
          <a:p xmlns:a="http://schemas.openxmlformats.org/drawingml/2006/main">
            <a:pPr algn="l">
              <a:defRPr sz="1500" b="1">
                <a:solidFill>
                  <a:srgbClr val="17243F"/>
                </a:solidFill>
                <a:latin typeface="Arial"/>
                <a:ea typeface="Arial"/>
                <a:cs typeface="Arial"/>
              </a:defRPr>
            </a:pPr>
            <a:r>
              <a:rPr sz="1500" b="1">
                <a:solidFill>
                  <a:srgbClr val="17243F"/>
                </a:solidFill>
                <a:latin typeface="Arial"/>
                <a:ea typeface="Arial"/>
                <a:cs typeface="Arial"/>
              </a:rPr>
              <a:t>Gemini 3.5 Flash-Lite</a:t>
            </a:r>
          </a:p>
        </p:txBody>
      </p:sp>
      <p:sp>
        <p:nvSpPr>
          <p:cNvPr id="87" name="Gemini 3.5 Flash-Lite benefit-84">
            <a:extLst xmlns:a="http://schemas.openxmlformats.org/drawingml/2006/main">
              <a:ext uri="{FF2B5EF4-FFF2-40B4-BE49-F238E27FC236}">
                <a16:creationId xmlns:a16="http://schemas.microsoft.com/office/drawing/2014/main" id="{E3B33648-D824-441E-A6F9-1F7477D7273E}"/>
              </a:ext>
            </a:extLst>
          </p:cNvPr>
          <p:cNvSpPr>
            <a:spLocks xmlns:a="http://schemas.openxmlformats.org/drawingml/2006/main" noGrp="1"/>
          </p:cNvSpPr>
          <p:nvPr/>
        </p:nvSpPr>
        <p:spPr>
          <a:xfrm xmlns:a="http://schemas.openxmlformats.org/drawingml/2006/main">
            <a:off x="11496675" y="4124325"/>
            <a:ext cx="33051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350" b="0">
                <a:solidFill>
                  <a:srgbClr val="59657A"/>
                </a:solidFill>
                <a:latin typeface="Arial"/>
                <a:ea typeface="Arial"/>
                <a:cs typeface="Arial"/>
              </a:defRPr>
            </a:defPPr>
            <a:lvl1pPr algn="l">
              <a:defRPr sz="1350" b="0">
                <a:solidFill>
                  <a:srgbClr val="59657A"/>
                </a:solidFill>
                <a:latin typeface="Arial"/>
                <a:ea typeface="Arial"/>
                <a:cs typeface="Arial"/>
              </a:defRPr>
            </a:lvl1pPr>
            <a:lvl2pPr algn="l">
              <a:defRPr sz="1350" b="0">
                <a:solidFill>
                  <a:srgbClr val="59657A"/>
                </a:solidFill>
                <a:latin typeface="Arial"/>
                <a:ea typeface="Arial"/>
                <a:cs typeface="Arial"/>
              </a:defRPr>
            </a:lvl2pPr>
            <a:lvl3pPr algn="l">
              <a:defRPr sz="1350" b="0">
                <a:solidFill>
                  <a:srgbClr val="59657A"/>
                </a:solidFill>
                <a:latin typeface="Arial"/>
                <a:ea typeface="Arial"/>
                <a:cs typeface="Arial"/>
              </a:defRPr>
            </a:lvl3pPr>
            <a:lvl4pPr algn="l">
              <a:defRPr sz="1350" b="0">
                <a:solidFill>
                  <a:srgbClr val="59657A"/>
                </a:solidFill>
                <a:latin typeface="Arial"/>
                <a:ea typeface="Arial"/>
                <a:cs typeface="Arial"/>
              </a:defRPr>
            </a:lvl4pPr>
            <a:lvl5pPr algn="l">
              <a:defRPr sz="1350" b="0">
                <a:solidFill>
                  <a:srgbClr val="59657A"/>
                </a:solidFill>
                <a:latin typeface="Arial"/>
                <a:ea typeface="Arial"/>
                <a:cs typeface="Arial"/>
              </a:defRPr>
            </a:lvl5pPr>
            <a:lvl6pPr algn="l">
              <a:defRPr sz="1350" b="0">
                <a:solidFill>
                  <a:srgbClr val="59657A"/>
                </a:solidFill>
                <a:latin typeface="Arial"/>
                <a:ea typeface="Arial"/>
                <a:cs typeface="Arial"/>
              </a:defRPr>
            </a:lvl6pPr>
            <a:lvl7pPr algn="l">
              <a:defRPr sz="1350" b="0">
                <a:solidFill>
                  <a:srgbClr val="59657A"/>
                </a:solidFill>
                <a:latin typeface="Arial"/>
                <a:ea typeface="Arial"/>
                <a:cs typeface="Arial"/>
              </a:defRPr>
            </a:lvl7pPr>
            <a:lvl8pPr algn="l">
              <a:defRPr sz="1350" b="0">
                <a:solidFill>
                  <a:srgbClr val="59657A"/>
                </a:solidFill>
                <a:latin typeface="Arial"/>
                <a:ea typeface="Arial"/>
                <a:cs typeface="Arial"/>
              </a:defRPr>
            </a:lvl8pPr>
            <a:lvl9pPr algn="l">
              <a:defRPr sz="1350" b="0">
                <a:solidFill>
                  <a:srgbClr val="59657A"/>
                </a:solidFill>
                <a:latin typeface="Arial"/>
                <a:ea typeface="Arial"/>
                <a:cs typeface="Arial"/>
              </a:defRPr>
            </a:lvl9pPr>
          </a:lstStyle>
          <a:p xmlns:a="http://schemas.openxmlformats.org/drawingml/2006/main">
            <a:pPr algn="l">
              <a:defRPr sz="1350" b="0">
                <a:solidFill>
                  <a:srgbClr val="59657A"/>
                </a:solidFill>
                <a:latin typeface="Arial"/>
                <a:ea typeface="Arial"/>
                <a:cs typeface="Arial"/>
              </a:defRPr>
            </a:pPr>
            <a:r>
              <a:rPr sz="1350" b="0">
                <a:solidFill>
                  <a:srgbClr val="59657A"/>
                </a:solidFill>
                <a:latin typeface="Arial"/>
                <a:ea typeface="Arial"/>
                <a:cs typeface="Arial"/>
              </a:rPr>
              <a:t>Offline compatibility / live unverified</a:t>
            </a:r>
          </a:p>
        </p:txBody>
      </p:sp>
      <p:sp>
        <p:nvSpPr>
          <p:cNvPr id="88" name="Layer Data &amp; finance-85">
            <a:extLst xmlns:a="http://schemas.openxmlformats.org/drawingml/2006/main">
              <a:ext uri="{FF2B5EF4-FFF2-40B4-BE49-F238E27FC236}">
                <a16:creationId xmlns:a16="http://schemas.microsoft.com/office/drawing/2014/main" id="{7E546F7D-2C1E-4F81-869C-D919A79DE0CA}"/>
              </a:ext>
            </a:extLst>
          </p:cNvPr>
          <p:cNvSpPr>
            <a:spLocks xmlns:a="http://schemas.openxmlformats.org/drawingml/2006/main" noGrp="1"/>
          </p:cNvSpPr>
          <p:nvPr/>
        </p:nvSpPr>
        <p:spPr>
          <a:xfrm xmlns:a="http://schemas.openxmlformats.org/drawingml/2006/main">
            <a:off x="419100" y="4772025"/>
            <a:ext cx="16954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17243F"/>
                </a:solidFill>
                <a:latin typeface="Arial"/>
                <a:ea typeface="Arial"/>
                <a:cs typeface="Arial"/>
              </a:defRPr>
            </a:defPPr>
            <a:lvl1pPr algn="l">
              <a:defRPr sz="1575" b="1">
                <a:solidFill>
                  <a:srgbClr val="17243F"/>
                </a:solidFill>
                <a:latin typeface="Arial"/>
                <a:ea typeface="Arial"/>
                <a:cs typeface="Arial"/>
              </a:defRPr>
            </a:lvl1pPr>
            <a:lvl2pPr algn="l">
              <a:defRPr sz="1575" b="1">
                <a:solidFill>
                  <a:srgbClr val="17243F"/>
                </a:solidFill>
                <a:latin typeface="Arial"/>
                <a:ea typeface="Arial"/>
                <a:cs typeface="Arial"/>
              </a:defRPr>
            </a:lvl2pPr>
            <a:lvl3pPr algn="l">
              <a:defRPr sz="1575" b="1">
                <a:solidFill>
                  <a:srgbClr val="17243F"/>
                </a:solidFill>
                <a:latin typeface="Arial"/>
                <a:ea typeface="Arial"/>
                <a:cs typeface="Arial"/>
              </a:defRPr>
            </a:lvl3pPr>
            <a:lvl4pPr algn="l">
              <a:defRPr sz="1575" b="1">
                <a:solidFill>
                  <a:srgbClr val="17243F"/>
                </a:solidFill>
                <a:latin typeface="Arial"/>
                <a:ea typeface="Arial"/>
                <a:cs typeface="Arial"/>
              </a:defRPr>
            </a:lvl4pPr>
            <a:lvl5pPr algn="l">
              <a:defRPr sz="1575" b="1">
                <a:solidFill>
                  <a:srgbClr val="17243F"/>
                </a:solidFill>
                <a:latin typeface="Arial"/>
                <a:ea typeface="Arial"/>
                <a:cs typeface="Arial"/>
              </a:defRPr>
            </a:lvl5pPr>
            <a:lvl6pPr algn="l">
              <a:defRPr sz="1575" b="1">
                <a:solidFill>
                  <a:srgbClr val="17243F"/>
                </a:solidFill>
                <a:latin typeface="Arial"/>
                <a:ea typeface="Arial"/>
                <a:cs typeface="Arial"/>
              </a:defRPr>
            </a:lvl6pPr>
            <a:lvl7pPr algn="l">
              <a:defRPr sz="1575" b="1">
                <a:solidFill>
                  <a:srgbClr val="17243F"/>
                </a:solidFill>
                <a:latin typeface="Arial"/>
                <a:ea typeface="Arial"/>
                <a:cs typeface="Arial"/>
              </a:defRPr>
            </a:lvl7pPr>
            <a:lvl8pPr algn="l">
              <a:defRPr sz="1575" b="1">
                <a:solidFill>
                  <a:srgbClr val="17243F"/>
                </a:solidFill>
                <a:latin typeface="Arial"/>
                <a:ea typeface="Arial"/>
                <a:cs typeface="Arial"/>
              </a:defRPr>
            </a:lvl8pPr>
            <a:lvl9pPr algn="l">
              <a:defRPr sz="1575" b="1">
                <a:solidFill>
                  <a:srgbClr val="17243F"/>
                </a:solidFill>
                <a:latin typeface="Arial"/>
                <a:ea typeface="Arial"/>
                <a:cs typeface="Arial"/>
              </a:defRPr>
            </a:lvl9pPr>
          </a:lstStyle>
          <a:p xmlns:a="http://schemas.openxmlformats.org/drawingml/2006/main">
            <a:pPr algn="l">
              <a:defRPr sz="1575" b="1">
                <a:solidFill>
                  <a:srgbClr val="17243F"/>
                </a:solidFill>
                <a:latin typeface="Arial"/>
                <a:ea typeface="Arial"/>
                <a:cs typeface="Arial"/>
              </a:defRPr>
            </a:pPr>
            <a:r>
              <a:rPr sz="1575" b="1">
                <a:solidFill>
                  <a:srgbClr val="17243F"/>
                </a:solidFill>
                <a:latin typeface="Arial"/>
                <a:ea typeface="Arial"/>
                <a:cs typeface="Arial"/>
              </a:rPr>
              <a:t>Data &amp; finance</a:t>
            </a:r>
          </a:p>
        </p:txBody>
      </p:sp>
      <p:cxnSp>
        <p:nvCxnSpPr>
          <p:cNvPr id="89" name="Layer divider-86">
            <a:extLst xmlns:a="http://schemas.openxmlformats.org/drawingml/2006/main">
              <a:ext uri="{FF2B5EF4-FFF2-40B4-BE49-F238E27FC236}">
                <a16:creationId xmlns:a16="http://schemas.microsoft.com/office/drawing/2014/main" id="{1F6906A9-7115-4024-85D1-B2F6BCD8AB06}"/>
              </a:ext>
            </a:extLst>
          </p:cNvPr>
          <p:cNvCxnSpPr/>
          <p:nvPr/>
        </p:nvCxnSpPr>
        <p:spPr>
          <a:xfrm xmlns:a="http://schemas.openxmlformats.org/drawingml/2006/main" flipH="0" flipV="0">
            <a:off x="419100" y="5514975"/>
            <a:ext cx="14401800" cy="0"/>
          </a:xfrm>
          <a:prstGeom xmlns:a="http://schemas.openxmlformats.org/drawingml/2006/main" prst="straightConnector1">
            <a:avLst/>
          </a:prstGeom>
          <a:ln xmlns:a="http://schemas.openxmlformats.org/drawingml/2006/main" w="11430">
            <a:solidFill>
              <a:srgbClr val="D8E2E8"/>
            </a:solidFill>
            <a:tailEnd type="none" w="med" len="med"/>
          </a:ln>
        </p:spPr>
      </p:cxnSp>
      <p:sp>
        <p:nvSpPr>
          <p:cNvPr id="90" name="status I-87">
            <a:extLst xmlns:a="http://schemas.openxmlformats.org/drawingml/2006/main">
              <a:ext uri="{FF2B5EF4-FFF2-40B4-BE49-F238E27FC236}">
                <a16:creationId xmlns:a16="http://schemas.microsoft.com/office/drawing/2014/main" id="{EB5A248A-E15A-4849-AD00-2BF6EF97796A}"/>
              </a:ext>
            </a:extLst>
          </p:cNvPr>
          <p:cNvSpPr>
            <a:spLocks xmlns:a="http://schemas.openxmlformats.org/drawingml/2006/main" noGrp="1"/>
          </p:cNvSpPr>
          <p:nvPr/>
        </p:nvSpPr>
        <p:spPr>
          <a:xfrm xmlns:a="http://schemas.openxmlformats.org/drawingml/2006/main">
            <a:off x="2381250" y="4791075"/>
            <a:ext cx="209550" cy="209550"/>
          </a:xfrm>
          <a:prstGeom xmlns:a="http://schemas.openxmlformats.org/drawingml/2006/main" prst="rect">
            <a:avLst/>
          </a:prstGeom>
          <a:solidFill xmlns:a="http://schemas.openxmlformats.org/drawingml/2006/main">
            <a:srgbClr val="087A55"/>
          </a:solidFill>
          <a:ln xmlns:a="http://schemas.openxmlformats.org/drawingml/2006/main" w="11430">
            <a:solidFill>
              <a:srgbClr val="087A55"/>
            </a:solidFill>
          </a:ln>
        </p:spPr>
      </p:sp>
      <p:sp>
        <p:nvSpPr>
          <p:cNvPr id="91" name="status letter-88">
            <a:extLst xmlns:a="http://schemas.openxmlformats.org/drawingml/2006/main">
              <a:ext uri="{FF2B5EF4-FFF2-40B4-BE49-F238E27FC236}">
                <a16:creationId xmlns:a16="http://schemas.microsoft.com/office/drawing/2014/main" id="{E2BD564D-BC40-472E-9BEE-EEBE5E630948}"/>
              </a:ext>
            </a:extLst>
          </p:cNvPr>
          <p:cNvSpPr>
            <a:spLocks xmlns:a="http://schemas.openxmlformats.org/drawingml/2006/main" noGrp="1"/>
          </p:cNvSpPr>
          <p:nvPr/>
        </p:nvSpPr>
        <p:spPr>
          <a:xfrm xmlns:a="http://schemas.openxmlformats.org/drawingml/2006/main">
            <a:off x="2390775" y="4800600"/>
            <a:ext cx="19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050" b="1">
                <a:solidFill>
                  <a:srgbClr val="FFFFFF"/>
                </a:solidFill>
                <a:latin typeface="Arial"/>
                <a:ea typeface="Arial"/>
                <a:cs typeface="Arial"/>
              </a:defRPr>
            </a:defPPr>
            <a:lvl1pPr algn="ctr">
              <a:defRPr sz="1050" b="1">
                <a:solidFill>
                  <a:srgbClr val="FFFFFF"/>
                </a:solidFill>
                <a:latin typeface="Arial"/>
                <a:ea typeface="Arial"/>
                <a:cs typeface="Arial"/>
              </a:defRPr>
            </a:lvl1pPr>
            <a:lvl2pPr algn="ctr">
              <a:defRPr sz="1050" b="1">
                <a:solidFill>
                  <a:srgbClr val="FFFFFF"/>
                </a:solidFill>
                <a:latin typeface="Arial"/>
                <a:ea typeface="Arial"/>
                <a:cs typeface="Arial"/>
              </a:defRPr>
            </a:lvl2pPr>
            <a:lvl3pPr algn="ctr">
              <a:defRPr sz="1050" b="1">
                <a:solidFill>
                  <a:srgbClr val="FFFFFF"/>
                </a:solidFill>
                <a:latin typeface="Arial"/>
                <a:ea typeface="Arial"/>
                <a:cs typeface="Arial"/>
              </a:defRPr>
            </a:lvl3pPr>
            <a:lvl4pPr algn="ctr">
              <a:defRPr sz="1050" b="1">
                <a:solidFill>
                  <a:srgbClr val="FFFFFF"/>
                </a:solidFill>
                <a:latin typeface="Arial"/>
                <a:ea typeface="Arial"/>
                <a:cs typeface="Arial"/>
              </a:defRPr>
            </a:lvl4pPr>
            <a:lvl5pPr algn="ctr">
              <a:defRPr sz="1050" b="1">
                <a:solidFill>
                  <a:srgbClr val="FFFFFF"/>
                </a:solidFill>
                <a:latin typeface="Arial"/>
                <a:ea typeface="Arial"/>
                <a:cs typeface="Arial"/>
              </a:defRPr>
            </a:lvl5pPr>
            <a:lvl6pPr algn="ctr">
              <a:defRPr sz="1050" b="1">
                <a:solidFill>
                  <a:srgbClr val="FFFFFF"/>
                </a:solidFill>
                <a:latin typeface="Arial"/>
                <a:ea typeface="Arial"/>
                <a:cs typeface="Arial"/>
              </a:defRPr>
            </a:lvl6pPr>
            <a:lvl7pPr algn="ctr">
              <a:defRPr sz="1050" b="1">
                <a:solidFill>
                  <a:srgbClr val="FFFFFF"/>
                </a:solidFill>
                <a:latin typeface="Arial"/>
                <a:ea typeface="Arial"/>
                <a:cs typeface="Arial"/>
              </a:defRPr>
            </a:lvl7pPr>
            <a:lvl8pPr algn="ctr">
              <a:defRPr sz="1050" b="1">
                <a:solidFill>
                  <a:srgbClr val="FFFFFF"/>
                </a:solidFill>
                <a:latin typeface="Arial"/>
                <a:ea typeface="Arial"/>
                <a:cs typeface="Arial"/>
              </a:defRPr>
            </a:lvl8pPr>
            <a:lvl9pPr algn="ctr">
              <a:defRPr sz="1050" b="1">
                <a:solidFill>
                  <a:srgbClr val="FFFFFF"/>
                </a:solidFill>
                <a:latin typeface="Arial"/>
                <a:ea typeface="Arial"/>
                <a:cs typeface="Arial"/>
              </a:defRPr>
            </a:lvl9pPr>
          </a:lstStyle>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I</a:t>
            </a:r>
          </a:p>
        </p:txBody>
      </p:sp>
      <p:pic>
        <p:nvPicPr>
          <p:cNvPr id="92" name="">
            <a:extLst xmlns:a="http://schemas.openxmlformats.org/drawingml/2006/main">
              <a:ext uri="{FF2B5EF4-FFF2-40B4-BE49-F238E27FC236}">
                <a16:creationId xmlns:a16="http://schemas.microsoft.com/office/drawing/2014/main" id="{ABA50D19-FCB4-48AA-93B5-E49762C27A6F}"/>
              </a:ext>
            </a:extLst>
          </p:cNvPr>
          <p:cNvPicPr>
            <a:picLocks xmlns:a="http://schemas.openxmlformats.org/drawingml/2006/main" noChangeAspect="1"/>
          </p:cNvPicPr>
          <p:nvPr/>
        </p:nvPicPr>
        <p:blipFill>
          <a:blip xmlns:r="http://schemas.openxmlformats.org/officeDocument/2006/relationships" xmlns:a="http://schemas.openxmlformats.org/drawingml/2006/main" r:embed="R27d2372885ac42e7">
            <a:extLst>
              <a:ext uri="{96DAC541-7B7A-43D3-8B79-37D633B846F1}">
                <asvg:svgBlip xmlns:asvg="http://schemas.microsoft.com/office/drawing/2016/SVG/main" r:embed="R2daa0bddeb5b4cd7"/>
              </a:ext>
            </a:extLst>
          </a:blip>
          <a:stretch xmlns:a="http://schemas.openxmlformats.org/drawingml/2006/main"/>
        </p:blipFill>
        <p:spPr>
          <a:xfrm xmlns:a="http://schemas.openxmlformats.org/drawingml/2006/main">
            <a:off x="2676525" y="4733925"/>
            <a:ext cx="323850" cy="323850"/>
          </a:xfrm>
          <a:prstGeom xmlns:a="http://schemas.openxmlformats.org/drawingml/2006/main" prst="rect">
            <a:avLst/>
          </a:prstGeom>
        </p:spPr>
      </p:pic>
      <p:sp>
        <p:nvSpPr>
          <p:cNvPr id="93" name="Cloud SQL / PostgreSQL title-89">
            <a:extLst xmlns:a="http://schemas.openxmlformats.org/drawingml/2006/main">
              <a:ext uri="{FF2B5EF4-FFF2-40B4-BE49-F238E27FC236}">
                <a16:creationId xmlns:a16="http://schemas.microsoft.com/office/drawing/2014/main" id="{070C5291-62D6-499B-A6C9-1A11F72FAF7B}"/>
              </a:ext>
            </a:extLst>
          </p:cNvPr>
          <p:cNvSpPr>
            <a:spLocks xmlns:a="http://schemas.openxmlformats.org/drawingml/2006/main" noGrp="1"/>
          </p:cNvSpPr>
          <p:nvPr/>
        </p:nvSpPr>
        <p:spPr>
          <a:xfrm xmlns:a="http://schemas.openxmlformats.org/drawingml/2006/main">
            <a:off x="3114675" y="4724400"/>
            <a:ext cx="32480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1">
                <a:solidFill>
                  <a:srgbClr val="17243F"/>
                </a:solidFill>
                <a:latin typeface="Arial"/>
                <a:ea typeface="Arial"/>
                <a:cs typeface="Arial"/>
              </a:defRPr>
            </a:defPPr>
            <a:lvl1pPr algn="l">
              <a:defRPr sz="1500" b="1">
                <a:solidFill>
                  <a:srgbClr val="17243F"/>
                </a:solidFill>
                <a:latin typeface="Arial"/>
                <a:ea typeface="Arial"/>
                <a:cs typeface="Arial"/>
              </a:defRPr>
            </a:lvl1pPr>
            <a:lvl2pPr algn="l">
              <a:defRPr sz="1500" b="1">
                <a:solidFill>
                  <a:srgbClr val="17243F"/>
                </a:solidFill>
                <a:latin typeface="Arial"/>
                <a:ea typeface="Arial"/>
                <a:cs typeface="Arial"/>
              </a:defRPr>
            </a:lvl2pPr>
            <a:lvl3pPr algn="l">
              <a:defRPr sz="1500" b="1">
                <a:solidFill>
                  <a:srgbClr val="17243F"/>
                </a:solidFill>
                <a:latin typeface="Arial"/>
                <a:ea typeface="Arial"/>
                <a:cs typeface="Arial"/>
              </a:defRPr>
            </a:lvl3pPr>
            <a:lvl4pPr algn="l">
              <a:defRPr sz="1500" b="1">
                <a:solidFill>
                  <a:srgbClr val="17243F"/>
                </a:solidFill>
                <a:latin typeface="Arial"/>
                <a:ea typeface="Arial"/>
                <a:cs typeface="Arial"/>
              </a:defRPr>
            </a:lvl4pPr>
            <a:lvl5pPr algn="l">
              <a:defRPr sz="1500" b="1">
                <a:solidFill>
                  <a:srgbClr val="17243F"/>
                </a:solidFill>
                <a:latin typeface="Arial"/>
                <a:ea typeface="Arial"/>
                <a:cs typeface="Arial"/>
              </a:defRPr>
            </a:lvl5pPr>
            <a:lvl6pPr algn="l">
              <a:defRPr sz="1500" b="1">
                <a:solidFill>
                  <a:srgbClr val="17243F"/>
                </a:solidFill>
                <a:latin typeface="Arial"/>
                <a:ea typeface="Arial"/>
                <a:cs typeface="Arial"/>
              </a:defRPr>
            </a:lvl6pPr>
            <a:lvl7pPr algn="l">
              <a:defRPr sz="1500" b="1">
                <a:solidFill>
                  <a:srgbClr val="17243F"/>
                </a:solidFill>
                <a:latin typeface="Arial"/>
                <a:ea typeface="Arial"/>
                <a:cs typeface="Arial"/>
              </a:defRPr>
            </a:lvl7pPr>
            <a:lvl8pPr algn="l">
              <a:defRPr sz="1500" b="1">
                <a:solidFill>
                  <a:srgbClr val="17243F"/>
                </a:solidFill>
                <a:latin typeface="Arial"/>
                <a:ea typeface="Arial"/>
                <a:cs typeface="Arial"/>
              </a:defRPr>
            </a:lvl8pPr>
            <a:lvl9pPr algn="l">
              <a:defRPr sz="1500" b="1">
                <a:solidFill>
                  <a:srgbClr val="17243F"/>
                </a:solidFill>
                <a:latin typeface="Arial"/>
                <a:ea typeface="Arial"/>
                <a:cs typeface="Arial"/>
              </a:defRPr>
            </a:lvl9pPr>
          </a:lstStyle>
          <a:p xmlns:a="http://schemas.openxmlformats.org/drawingml/2006/main">
            <a:pPr algn="l">
              <a:defRPr sz="1500" b="1">
                <a:solidFill>
                  <a:srgbClr val="17243F"/>
                </a:solidFill>
                <a:latin typeface="Arial"/>
                <a:ea typeface="Arial"/>
                <a:cs typeface="Arial"/>
              </a:defRPr>
            </a:pPr>
            <a:r>
              <a:rPr sz="1500" b="1">
                <a:solidFill>
                  <a:srgbClr val="17243F"/>
                </a:solidFill>
                <a:latin typeface="Arial"/>
                <a:ea typeface="Arial"/>
                <a:cs typeface="Arial"/>
              </a:rPr>
              <a:t>Cloud SQL / PostgreSQL</a:t>
            </a:r>
          </a:p>
        </p:txBody>
      </p:sp>
      <p:sp>
        <p:nvSpPr>
          <p:cNvPr id="94" name="Cloud SQL / PostgreSQL benefit-90">
            <a:extLst xmlns:a="http://schemas.openxmlformats.org/drawingml/2006/main">
              <a:ext uri="{FF2B5EF4-FFF2-40B4-BE49-F238E27FC236}">
                <a16:creationId xmlns:a16="http://schemas.microsoft.com/office/drawing/2014/main" id="{6CE4C325-2D15-4E30-B3D8-3057323AA140}"/>
              </a:ext>
            </a:extLst>
          </p:cNvPr>
          <p:cNvSpPr>
            <a:spLocks xmlns:a="http://schemas.openxmlformats.org/drawingml/2006/main" noGrp="1"/>
          </p:cNvSpPr>
          <p:nvPr/>
        </p:nvSpPr>
        <p:spPr>
          <a:xfrm xmlns:a="http://schemas.openxmlformats.org/drawingml/2006/main">
            <a:off x="3114675" y="5057775"/>
            <a:ext cx="32480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350" b="0">
                <a:solidFill>
                  <a:srgbClr val="59657A"/>
                </a:solidFill>
                <a:latin typeface="Arial"/>
                <a:ea typeface="Arial"/>
                <a:cs typeface="Arial"/>
              </a:defRPr>
            </a:defPPr>
            <a:lvl1pPr algn="l">
              <a:defRPr sz="1350" b="0">
                <a:solidFill>
                  <a:srgbClr val="59657A"/>
                </a:solidFill>
                <a:latin typeface="Arial"/>
                <a:ea typeface="Arial"/>
                <a:cs typeface="Arial"/>
              </a:defRPr>
            </a:lvl1pPr>
            <a:lvl2pPr algn="l">
              <a:defRPr sz="1350" b="0">
                <a:solidFill>
                  <a:srgbClr val="59657A"/>
                </a:solidFill>
                <a:latin typeface="Arial"/>
                <a:ea typeface="Arial"/>
                <a:cs typeface="Arial"/>
              </a:defRPr>
            </a:lvl2pPr>
            <a:lvl3pPr algn="l">
              <a:defRPr sz="1350" b="0">
                <a:solidFill>
                  <a:srgbClr val="59657A"/>
                </a:solidFill>
                <a:latin typeface="Arial"/>
                <a:ea typeface="Arial"/>
                <a:cs typeface="Arial"/>
              </a:defRPr>
            </a:lvl3pPr>
            <a:lvl4pPr algn="l">
              <a:defRPr sz="1350" b="0">
                <a:solidFill>
                  <a:srgbClr val="59657A"/>
                </a:solidFill>
                <a:latin typeface="Arial"/>
                <a:ea typeface="Arial"/>
                <a:cs typeface="Arial"/>
              </a:defRPr>
            </a:lvl4pPr>
            <a:lvl5pPr algn="l">
              <a:defRPr sz="1350" b="0">
                <a:solidFill>
                  <a:srgbClr val="59657A"/>
                </a:solidFill>
                <a:latin typeface="Arial"/>
                <a:ea typeface="Arial"/>
                <a:cs typeface="Arial"/>
              </a:defRPr>
            </a:lvl5pPr>
            <a:lvl6pPr algn="l">
              <a:defRPr sz="1350" b="0">
                <a:solidFill>
                  <a:srgbClr val="59657A"/>
                </a:solidFill>
                <a:latin typeface="Arial"/>
                <a:ea typeface="Arial"/>
                <a:cs typeface="Arial"/>
              </a:defRPr>
            </a:lvl6pPr>
            <a:lvl7pPr algn="l">
              <a:defRPr sz="1350" b="0">
                <a:solidFill>
                  <a:srgbClr val="59657A"/>
                </a:solidFill>
                <a:latin typeface="Arial"/>
                <a:ea typeface="Arial"/>
                <a:cs typeface="Arial"/>
              </a:defRPr>
            </a:lvl7pPr>
            <a:lvl8pPr algn="l">
              <a:defRPr sz="1350" b="0">
                <a:solidFill>
                  <a:srgbClr val="59657A"/>
                </a:solidFill>
                <a:latin typeface="Arial"/>
                <a:ea typeface="Arial"/>
                <a:cs typeface="Arial"/>
              </a:defRPr>
            </a:lvl8pPr>
            <a:lvl9pPr algn="l">
              <a:defRPr sz="1350" b="0">
                <a:solidFill>
                  <a:srgbClr val="59657A"/>
                </a:solidFill>
                <a:latin typeface="Arial"/>
                <a:ea typeface="Arial"/>
                <a:cs typeface="Arial"/>
              </a:defRPr>
            </a:lvl9pPr>
          </a:lstStyle>
          <a:p xmlns:a="http://schemas.openxmlformats.org/drawingml/2006/main">
            <a:pPr algn="l">
              <a:defRPr sz="1350" b="0">
                <a:solidFill>
                  <a:srgbClr val="59657A"/>
                </a:solidFill>
                <a:latin typeface="Arial"/>
                <a:ea typeface="Arial"/>
                <a:cs typeface="Arial"/>
              </a:defRPr>
            </a:pPr>
            <a:r>
              <a:rPr sz="1350" b="0">
                <a:solidFill>
                  <a:srgbClr val="59657A"/>
                </a:solidFill>
                <a:latin typeface="Arial"/>
                <a:ea typeface="Arial"/>
                <a:cs typeface="Arial"/>
              </a:rPr>
              <a:t>Financial authority / SQLAlchemy</a:t>
            </a:r>
          </a:p>
        </p:txBody>
      </p:sp>
      <p:sp>
        <p:nvSpPr>
          <p:cNvPr id="95" name="status I-91">
            <a:extLst xmlns:a="http://schemas.openxmlformats.org/drawingml/2006/main">
              <a:ext uri="{FF2B5EF4-FFF2-40B4-BE49-F238E27FC236}">
                <a16:creationId xmlns:a16="http://schemas.microsoft.com/office/drawing/2014/main" id="{CD7B8794-C753-44F2-B8A4-225978549021}"/>
              </a:ext>
            </a:extLst>
          </p:cNvPr>
          <p:cNvSpPr>
            <a:spLocks xmlns:a="http://schemas.openxmlformats.org/drawingml/2006/main" noGrp="1"/>
          </p:cNvSpPr>
          <p:nvPr/>
        </p:nvSpPr>
        <p:spPr>
          <a:xfrm xmlns:a="http://schemas.openxmlformats.org/drawingml/2006/main">
            <a:off x="6572250" y="4791075"/>
            <a:ext cx="209550" cy="209550"/>
          </a:xfrm>
          <a:prstGeom xmlns:a="http://schemas.openxmlformats.org/drawingml/2006/main" prst="rect">
            <a:avLst/>
          </a:prstGeom>
          <a:solidFill xmlns:a="http://schemas.openxmlformats.org/drawingml/2006/main">
            <a:srgbClr val="087A55"/>
          </a:solidFill>
          <a:ln xmlns:a="http://schemas.openxmlformats.org/drawingml/2006/main" w="11430">
            <a:solidFill>
              <a:srgbClr val="087A55"/>
            </a:solidFill>
          </a:ln>
        </p:spPr>
      </p:sp>
      <p:sp>
        <p:nvSpPr>
          <p:cNvPr id="96" name="status letter-92">
            <a:extLst xmlns:a="http://schemas.openxmlformats.org/drawingml/2006/main">
              <a:ext uri="{FF2B5EF4-FFF2-40B4-BE49-F238E27FC236}">
                <a16:creationId xmlns:a16="http://schemas.microsoft.com/office/drawing/2014/main" id="{9A6C6E79-1234-43E2-A96D-B25FFC9B0F98}"/>
              </a:ext>
            </a:extLst>
          </p:cNvPr>
          <p:cNvSpPr>
            <a:spLocks xmlns:a="http://schemas.openxmlformats.org/drawingml/2006/main" noGrp="1"/>
          </p:cNvSpPr>
          <p:nvPr/>
        </p:nvSpPr>
        <p:spPr>
          <a:xfrm xmlns:a="http://schemas.openxmlformats.org/drawingml/2006/main">
            <a:off x="6581775" y="4800600"/>
            <a:ext cx="19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050" b="1">
                <a:solidFill>
                  <a:srgbClr val="FFFFFF"/>
                </a:solidFill>
                <a:latin typeface="Arial"/>
                <a:ea typeface="Arial"/>
                <a:cs typeface="Arial"/>
              </a:defRPr>
            </a:defPPr>
            <a:lvl1pPr algn="ctr">
              <a:defRPr sz="1050" b="1">
                <a:solidFill>
                  <a:srgbClr val="FFFFFF"/>
                </a:solidFill>
                <a:latin typeface="Arial"/>
                <a:ea typeface="Arial"/>
                <a:cs typeface="Arial"/>
              </a:defRPr>
            </a:lvl1pPr>
            <a:lvl2pPr algn="ctr">
              <a:defRPr sz="1050" b="1">
                <a:solidFill>
                  <a:srgbClr val="FFFFFF"/>
                </a:solidFill>
                <a:latin typeface="Arial"/>
                <a:ea typeface="Arial"/>
                <a:cs typeface="Arial"/>
              </a:defRPr>
            </a:lvl2pPr>
            <a:lvl3pPr algn="ctr">
              <a:defRPr sz="1050" b="1">
                <a:solidFill>
                  <a:srgbClr val="FFFFFF"/>
                </a:solidFill>
                <a:latin typeface="Arial"/>
                <a:ea typeface="Arial"/>
                <a:cs typeface="Arial"/>
              </a:defRPr>
            </a:lvl3pPr>
            <a:lvl4pPr algn="ctr">
              <a:defRPr sz="1050" b="1">
                <a:solidFill>
                  <a:srgbClr val="FFFFFF"/>
                </a:solidFill>
                <a:latin typeface="Arial"/>
                <a:ea typeface="Arial"/>
                <a:cs typeface="Arial"/>
              </a:defRPr>
            </a:lvl4pPr>
            <a:lvl5pPr algn="ctr">
              <a:defRPr sz="1050" b="1">
                <a:solidFill>
                  <a:srgbClr val="FFFFFF"/>
                </a:solidFill>
                <a:latin typeface="Arial"/>
                <a:ea typeface="Arial"/>
                <a:cs typeface="Arial"/>
              </a:defRPr>
            </a:lvl5pPr>
            <a:lvl6pPr algn="ctr">
              <a:defRPr sz="1050" b="1">
                <a:solidFill>
                  <a:srgbClr val="FFFFFF"/>
                </a:solidFill>
                <a:latin typeface="Arial"/>
                <a:ea typeface="Arial"/>
                <a:cs typeface="Arial"/>
              </a:defRPr>
            </a:lvl6pPr>
            <a:lvl7pPr algn="ctr">
              <a:defRPr sz="1050" b="1">
                <a:solidFill>
                  <a:srgbClr val="FFFFFF"/>
                </a:solidFill>
                <a:latin typeface="Arial"/>
                <a:ea typeface="Arial"/>
                <a:cs typeface="Arial"/>
              </a:defRPr>
            </a:lvl7pPr>
            <a:lvl8pPr algn="ctr">
              <a:defRPr sz="1050" b="1">
                <a:solidFill>
                  <a:srgbClr val="FFFFFF"/>
                </a:solidFill>
                <a:latin typeface="Arial"/>
                <a:ea typeface="Arial"/>
                <a:cs typeface="Arial"/>
              </a:defRPr>
            </a:lvl8pPr>
            <a:lvl9pPr algn="ctr">
              <a:defRPr sz="1050" b="1">
                <a:solidFill>
                  <a:srgbClr val="FFFFFF"/>
                </a:solidFill>
                <a:latin typeface="Arial"/>
                <a:ea typeface="Arial"/>
                <a:cs typeface="Arial"/>
              </a:defRPr>
            </a:lvl9pPr>
          </a:lstStyle>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I</a:t>
            </a:r>
          </a:p>
        </p:txBody>
      </p:sp>
      <p:pic>
        <p:nvPicPr>
          <p:cNvPr id="97" name="">
            <a:extLst xmlns:a="http://schemas.openxmlformats.org/drawingml/2006/main">
              <a:ext uri="{FF2B5EF4-FFF2-40B4-BE49-F238E27FC236}">
                <a16:creationId xmlns:a16="http://schemas.microsoft.com/office/drawing/2014/main" id="{878604B0-830A-438F-913B-46AE673FF2B5}"/>
              </a:ext>
            </a:extLst>
          </p:cNvPr>
          <p:cNvPicPr>
            <a:picLocks xmlns:a="http://schemas.openxmlformats.org/drawingml/2006/main" noChangeAspect="1"/>
          </p:cNvPicPr>
          <p:nvPr/>
        </p:nvPicPr>
        <p:blipFill>
          <a:blip xmlns:r="http://schemas.openxmlformats.org/officeDocument/2006/relationships" xmlns:a="http://schemas.openxmlformats.org/drawingml/2006/main" r:embed="Rd49dac6091bb4c0e">
            <a:extLst>
              <a:ext uri="{96DAC541-7B7A-43D3-8B79-37D633B846F1}">
                <asvg:svgBlip xmlns:asvg="http://schemas.microsoft.com/office/drawing/2016/SVG/main" r:embed="Rff669220cea149c0"/>
              </a:ext>
            </a:extLst>
          </a:blip>
          <a:stretch xmlns:a="http://schemas.openxmlformats.org/drawingml/2006/main"/>
        </p:blipFill>
        <p:spPr>
          <a:xfrm xmlns:a="http://schemas.openxmlformats.org/drawingml/2006/main">
            <a:off x="6867525" y="4733925"/>
            <a:ext cx="323850" cy="323850"/>
          </a:xfrm>
          <a:prstGeom xmlns:a="http://schemas.openxmlformats.org/drawingml/2006/main" prst="rect">
            <a:avLst/>
          </a:prstGeom>
        </p:spPr>
      </p:pic>
      <p:sp>
        <p:nvSpPr>
          <p:cNvPr id="98" name="Firestore: dormant title-93">
            <a:extLst xmlns:a="http://schemas.openxmlformats.org/drawingml/2006/main">
              <a:ext uri="{FF2B5EF4-FFF2-40B4-BE49-F238E27FC236}">
                <a16:creationId xmlns:a16="http://schemas.microsoft.com/office/drawing/2014/main" id="{85F44F88-759E-43E4-B286-D712B7D0114B}"/>
              </a:ext>
            </a:extLst>
          </p:cNvPr>
          <p:cNvSpPr>
            <a:spLocks xmlns:a="http://schemas.openxmlformats.org/drawingml/2006/main" noGrp="1"/>
          </p:cNvSpPr>
          <p:nvPr/>
        </p:nvSpPr>
        <p:spPr>
          <a:xfrm xmlns:a="http://schemas.openxmlformats.org/drawingml/2006/main">
            <a:off x="7305675" y="4724400"/>
            <a:ext cx="32480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17243F"/>
                </a:solidFill>
                <a:latin typeface="Arial"/>
                <a:ea typeface="Arial"/>
                <a:cs typeface="Arial"/>
              </a:defRPr>
            </a:defPPr>
            <a:lvl1pPr algn="l">
              <a:defRPr sz="1575" b="1">
                <a:solidFill>
                  <a:srgbClr val="17243F"/>
                </a:solidFill>
                <a:latin typeface="Arial"/>
                <a:ea typeface="Arial"/>
                <a:cs typeface="Arial"/>
              </a:defRPr>
            </a:lvl1pPr>
            <a:lvl2pPr algn="l">
              <a:defRPr sz="1575" b="1">
                <a:solidFill>
                  <a:srgbClr val="17243F"/>
                </a:solidFill>
                <a:latin typeface="Arial"/>
                <a:ea typeface="Arial"/>
                <a:cs typeface="Arial"/>
              </a:defRPr>
            </a:lvl2pPr>
            <a:lvl3pPr algn="l">
              <a:defRPr sz="1575" b="1">
                <a:solidFill>
                  <a:srgbClr val="17243F"/>
                </a:solidFill>
                <a:latin typeface="Arial"/>
                <a:ea typeface="Arial"/>
                <a:cs typeface="Arial"/>
              </a:defRPr>
            </a:lvl3pPr>
            <a:lvl4pPr algn="l">
              <a:defRPr sz="1575" b="1">
                <a:solidFill>
                  <a:srgbClr val="17243F"/>
                </a:solidFill>
                <a:latin typeface="Arial"/>
                <a:ea typeface="Arial"/>
                <a:cs typeface="Arial"/>
              </a:defRPr>
            </a:lvl4pPr>
            <a:lvl5pPr algn="l">
              <a:defRPr sz="1575" b="1">
                <a:solidFill>
                  <a:srgbClr val="17243F"/>
                </a:solidFill>
                <a:latin typeface="Arial"/>
                <a:ea typeface="Arial"/>
                <a:cs typeface="Arial"/>
              </a:defRPr>
            </a:lvl5pPr>
            <a:lvl6pPr algn="l">
              <a:defRPr sz="1575" b="1">
                <a:solidFill>
                  <a:srgbClr val="17243F"/>
                </a:solidFill>
                <a:latin typeface="Arial"/>
                <a:ea typeface="Arial"/>
                <a:cs typeface="Arial"/>
              </a:defRPr>
            </a:lvl6pPr>
            <a:lvl7pPr algn="l">
              <a:defRPr sz="1575" b="1">
                <a:solidFill>
                  <a:srgbClr val="17243F"/>
                </a:solidFill>
                <a:latin typeface="Arial"/>
                <a:ea typeface="Arial"/>
                <a:cs typeface="Arial"/>
              </a:defRPr>
            </a:lvl7pPr>
            <a:lvl8pPr algn="l">
              <a:defRPr sz="1575" b="1">
                <a:solidFill>
                  <a:srgbClr val="17243F"/>
                </a:solidFill>
                <a:latin typeface="Arial"/>
                <a:ea typeface="Arial"/>
                <a:cs typeface="Arial"/>
              </a:defRPr>
            </a:lvl8pPr>
            <a:lvl9pPr algn="l">
              <a:defRPr sz="1575" b="1">
                <a:solidFill>
                  <a:srgbClr val="17243F"/>
                </a:solidFill>
                <a:latin typeface="Arial"/>
                <a:ea typeface="Arial"/>
                <a:cs typeface="Arial"/>
              </a:defRPr>
            </a:lvl9pPr>
          </a:lstStyle>
          <a:p xmlns:a="http://schemas.openxmlformats.org/drawingml/2006/main">
            <a:pPr algn="l">
              <a:defRPr sz="1575" b="1">
                <a:solidFill>
                  <a:srgbClr val="17243F"/>
                </a:solidFill>
                <a:latin typeface="Arial"/>
                <a:ea typeface="Arial"/>
                <a:cs typeface="Arial"/>
              </a:defRPr>
            </a:pPr>
            <a:r>
              <a:rPr sz="1575" b="1">
                <a:solidFill>
                  <a:srgbClr val="17243F"/>
                </a:solidFill>
                <a:latin typeface="Arial"/>
                <a:ea typeface="Arial"/>
                <a:cs typeface="Arial"/>
              </a:rPr>
              <a:t>Firestore: dormant</a:t>
            </a:r>
          </a:p>
        </p:txBody>
      </p:sp>
      <p:sp>
        <p:nvSpPr>
          <p:cNvPr id="99" name="Firestore: dormant benefit-94">
            <a:extLst xmlns:a="http://schemas.openxmlformats.org/drawingml/2006/main">
              <a:ext uri="{FF2B5EF4-FFF2-40B4-BE49-F238E27FC236}">
                <a16:creationId xmlns:a16="http://schemas.microsoft.com/office/drawing/2014/main" id="{B0DF0987-F94B-4548-9046-2A9B1EA30D01}"/>
              </a:ext>
            </a:extLst>
          </p:cNvPr>
          <p:cNvSpPr>
            <a:spLocks xmlns:a="http://schemas.openxmlformats.org/drawingml/2006/main" noGrp="1"/>
          </p:cNvSpPr>
          <p:nvPr/>
        </p:nvSpPr>
        <p:spPr>
          <a:xfrm xmlns:a="http://schemas.openxmlformats.org/drawingml/2006/main">
            <a:off x="7305675" y="5057775"/>
            <a:ext cx="32480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290" b="0">
                <a:solidFill>
                  <a:srgbClr val="59657A"/>
                </a:solidFill>
                <a:latin typeface="Arial"/>
                <a:ea typeface="Arial"/>
                <a:cs typeface="Arial"/>
              </a:defRPr>
            </a:defPPr>
            <a:lvl1pPr algn="l">
              <a:defRPr sz="1290" b="0">
                <a:solidFill>
                  <a:srgbClr val="59657A"/>
                </a:solidFill>
                <a:latin typeface="Arial"/>
                <a:ea typeface="Arial"/>
                <a:cs typeface="Arial"/>
              </a:defRPr>
            </a:lvl1pPr>
            <a:lvl2pPr algn="l">
              <a:defRPr sz="1290" b="0">
                <a:solidFill>
                  <a:srgbClr val="59657A"/>
                </a:solidFill>
                <a:latin typeface="Arial"/>
                <a:ea typeface="Arial"/>
                <a:cs typeface="Arial"/>
              </a:defRPr>
            </a:lvl2pPr>
            <a:lvl3pPr algn="l">
              <a:defRPr sz="1290" b="0">
                <a:solidFill>
                  <a:srgbClr val="59657A"/>
                </a:solidFill>
                <a:latin typeface="Arial"/>
                <a:ea typeface="Arial"/>
                <a:cs typeface="Arial"/>
              </a:defRPr>
            </a:lvl3pPr>
            <a:lvl4pPr algn="l">
              <a:defRPr sz="1290" b="0">
                <a:solidFill>
                  <a:srgbClr val="59657A"/>
                </a:solidFill>
                <a:latin typeface="Arial"/>
                <a:ea typeface="Arial"/>
                <a:cs typeface="Arial"/>
              </a:defRPr>
            </a:lvl4pPr>
            <a:lvl5pPr algn="l">
              <a:defRPr sz="1290" b="0">
                <a:solidFill>
                  <a:srgbClr val="59657A"/>
                </a:solidFill>
                <a:latin typeface="Arial"/>
                <a:ea typeface="Arial"/>
                <a:cs typeface="Arial"/>
              </a:defRPr>
            </a:lvl5pPr>
            <a:lvl6pPr algn="l">
              <a:defRPr sz="1290" b="0">
                <a:solidFill>
                  <a:srgbClr val="59657A"/>
                </a:solidFill>
                <a:latin typeface="Arial"/>
                <a:ea typeface="Arial"/>
                <a:cs typeface="Arial"/>
              </a:defRPr>
            </a:lvl6pPr>
            <a:lvl7pPr algn="l">
              <a:defRPr sz="1290" b="0">
                <a:solidFill>
                  <a:srgbClr val="59657A"/>
                </a:solidFill>
                <a:latin typeface="Arial"/>
                <a:ea typeface="Arial"/>
                <a:cs typeface="Arial"/>
              </a:defRPr>
            </a:lvl7pPr>
            <a:lvl8pPr algn="l">
              <a:defRPr sz="1290" b="0">
                <a:solidFill>
                  <a:srgbClr val="59657A"/>
                </a:solidFill>
                <a:latin typeface="Arial"/>
                <a:ea typeface="Arial"/>
                <a:cs typeface="Arial"/>
              </a:defRPr>
            </a:lvl8pPr>
            <a:lvl9pPr algn="l">
              <a:defRPr sz="1290" b="0">
                <a:solidFill>
                  <a:srgbClr val="59657A"/>
                </a:solidFill>
                <a:latin typeface="Arial"/>
                <a:ea typeface="Arial"/>
                <a:cs typeface="Arial"/>
              </a:defRPr>
            </a:lvl9pPr>
          </a:lstStyle>
          <a:p xmlns:a="http://schemas.openxmlformats.org/drawingml/2006/main">
            <a:pPr algn="l">
              <a:defRPr sz="1290" b="0">
                <a:solidFill>
                  <a:srgbClr val="59657A"/>
                </a:solidFill>
                <a:latin typeface="Arial"/>
                <a:ea typeface="Arial"/>
                <a:cs typeface="Arial"/>
              </a:defRPr>
            </a:pPr>
            <a:r>
              <a:rPr sz="1290" b="0">
                <a:solidFill>
                  <a:srgbClr val="59657A"/>
                </a:solidFill>
                <a:latin typeface="Arial"/>
                <a:ea typeface="Arial"/>
                <a:cs typeface="Arial"/>
              </a:rPr>
              <a:t>[L] Quotas, reservations and kill switch</a:t>
            </a:r>
          </a:p>
        </p:txBody>
      </p:sp>
      <p:sp>
        <p:nvSpPr>
          <p:cNvPr id="100" name="status L-95">
            <a:extLst xmlns:a="http://schemas.openxmlformats.org/drawingml/2006/main">
              <a:ext uri="{FF2B5EF4-FFF2-40B4-BE49-F238E27FC236}">
                <a16:creationId xmlns:a16="http://schemas.microsoft.com/office/drawing/2014/main" id="{03F78D46-7069-4A05-B20C-8049BDBAC8B3}"/>
              </a:ext>
            </a:extLst>
          </p:cNvPr>
          <p:cNvSpPr>
            <a:spLocks xmlns:a="http://schemas.openxmlformats.org/drawingml/2006/main" noGrp="1"/>
          </p:cNvSpPr>
          <p:nvPr/>
        </p:nvSpPr>
        <p:spPr>
          <a:xfrm xmlns:a="http://schemas.openxmlformats.org/drawingml/2006/main">
            <a:off x="10763250" y="4791075"/>
            <a:ext cx="209550" cy="209550"/>
          </a:xfrm>
          <a:prstGeom xmlns:a="http://schemas.openxmlformats.org/drawingml/2006/main" prst="rect">
            <a:avLst/>
          </a:prstGeom>
          <a:solidFill xmlns:a="http://schemas.openxmlformats.org/drawingml/2006/main">
            <a:srgbClr val="087F80"/>
          </a:solidFill>
          <a:ln xmlns:a="http://schemas.openxmlformats.org/drawingml/2006/main" w="11430">
            <a:solidFill>
              <a:srgbClr val="087F80"/>
            </a:solidFill>
          </a:ln>
        </p:spPr>
      </p:sp>
      <p:sp>
        <p:nvSpPr>
          <p:cNvPr id="101" name="status letter-96">
            <a:extLst xmlns:a="http://schemas.openxmlformats.org/drawingml/2006/main">
              <a:ext uri="{FF2B5EF4-FFF2-40B4-BE49-F238E27FC236}">
                <a16:creationId xmlns:a16="http://schemas.microsoft.com/office/drawing/2014/main" id="{2D0A9A9C-6B15-427E-84F1-231F6D43BF06}"/>
              </a:ext>
            </a:extLst>
          </p:cNvPr>
          <p:cNvSpPr>
            <a:spLocks xmlns:a="http://schemas.openxmlformats.org/drawingml/2006/main" noGrp="1"/>
          </p:cNvSpPr>
          <p:nvPr/>
        </p:nvSpPr>
        <p:spPr>
          <a:xfrm xmlns:a="http://schemas.openxmlformats.org/drawingml/2006/main">
            <a:off x="10772775" y="4800600"/>
            <a:ext cx="19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050" b="1">
                <a:solidFill>
                  <a:srgbClr val="FFFFFF"/>
                </a:solidFill>
                <a:latin typeface="Arial"/>
                <a:ea typeface="Arial"/>
                <a:cs typeface="Arial"/>
              </a:defRPr>
            </a:defPPr>
            <a:lvl1pPr algn="ctr">
              <a:defRPr sz="1050" b="1">
                <a:solidFill>
                  <a:srgbClr val="FFFFFF"/>
                </a:solidFill>
                <a:latin typeface="Arial"/>
                <a:ea typeface="Arial"/>
                <a:cs typeface="Arial"/>
              </a:defRPr>
            </a:lvl1pPr>
            <a:lvl2pPr algn="ctr">
              <a:defRPr sz="1050" b="1">
                <a:solidFill>
                  <a:srgbClr val="FFFFFF"/>
                </a:solidFill>
                <a:latin typeface="Arial"/>
                <a:ea typeface="Arial"/>
                <a:cs typeface="Arial"/>
              </a:defRPr>
            </a:lvl2pPr>
            <a:lvl3pPr algn="ctr">
              <a:defRPr sz="1050" b="1">
                <a:solidFill>
                  <a:srgbClr val="FFFFFF"/>
                </a:solidFill>
                <a:latin typeface="Arial"/>
                <a:ea typeface="Arial"/>
                <a:cs typeface="Arial"/>
              </a:defRPr>
            </a:lvl3pPr>
            <a:lvl4pPr algn="ctr">
              <a:defRPr sz="1050" b="1">
                <a:solidFill>
                  <a:srgbClr val="FFFFFF"/>
                </a:solidFill>
                <a:latin typeface="Arial"/>
                <a:ea typeface="Arial"/>
                <a:cs typeface="Arial"/>
              </a:defRPr>
            </a:lvl4pPr>
            <a:lvl5pPr algn="ctr">
              <a:defRPr sz="1050" b="1">
                <a:solidFill>
                  <a:srgbClr val="FFFFFF"/>
                </a:solidFill>
                <a:latin typeface="Arial"/>
                <a:ea typeface="Arial"/>
                <a:cs typeface="Arial"/>
              </a:defRPr>
            </a:lvl5pPr>
            <a:lvl6pPr algn="ctr">
              <a:defRPr sz="1050" b="1">
                <a:solidFill>
                  <a:srgbClr val="FFFFFF"/>
                </a:solidFill>
                <a:latin typeface="Arial"/>
                <a:ea typeface="Arial"/>
                <a:cs typeface="Arial"/>
              </a:defRPr>
            </a:lvl6pPr>
            <a:lvl7pPr algn="ctr">
              <a:defRPr sz="1050" b="1">
                <a:solidFill>
                  <a:srgbClr val="FFFFFF"/>
                </a:solidFill>
                <a:latin typeface="Arial"/>
                <a:ea typeface="Arial"/>
                <a:cs typeface="Arial"/>
              </a:defRPr>
            </a:lvl7pPr>
            <a:lvl8pPr algn="ctr">
              <a:defRPr sz="1050" b="1">
                <a:solidFill>
                  <a:srgbClr val="FFFFFF"/>
                </a:solidFill>
                <a:latin typeface="Arial"/>
                <a:ea typeface="Arial"/>
                <a:cs typeface="Arial"/>
              </a:defRPr>
            </a:lvl8pPr>
            <a:lvl9pPr algn="ctr">
              <a:defRPr sz="1050" b="1">
                <a:solidFill>
                  <a:srgbClr val="FFFFFF"/>
                </a:solidFill>
                <a:latin typeface="Arial"/>
                <a:ea typeface="Arial"/>
                <a:cs typeface="Arial"/>
              </a:defRPr>
            </a:lvl9pPr>
          </a:lstStyle>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L</a:t>
            </a:r>
          </a:p>
        </p:txBody>
      </p:sp>
      <p:cxnSp>
        <p:nvCxnSpPr>
          <p:cNvPr id="102" name="scalesstand-97">
            <a:extLst xmlns:a="http://schemas.openxmlformats.org/drawingml/2006/main">
              <a:ext uri="{FF2B5EF4-FFF2-40B4-BE49-F238E27FC236}">
                <a16:creationId xmlns:a16="http://schemas.microsoft.com/office/drawing/2014/main" id="{0B70B62B-0D03-47F2-BA29-C812DBF8A212}"/>
              </a:ext>
            </a:extLst>
          </p:cNvPr>
          <p:cNvCxnSpPr/>
          <p:nvPr/>
        </p:nvCxnSpPr>
        <p:spPr>
          <a:xfrm xmlns:a="http://schemas.openxmlformats.org/drawingml/2006/main" flipH="0" flipV="0">
            <a:off x="11215688" y="4792266"/>
            <a:ext cx="0" cy="214313"/>
          </a:xfrm>
          <a:prstGeom xmlns:a="http://schemas.openxmlformats.org/drawingml/2006/main" prst="straightConnector1">
            <a:avLst/>
          </a:prstGeom>
          <a:ln xmlns:a="http://schemas.openxmlformats.org/drawingml/2006/main" w="19288">
            <a:solidFill>
              <a:srgbClr val="087F80"/>
            </a:solidFill>
            <a:tailEnd type="none" w="med" len="med"/>
          </a:ln>
        </p:spPr>
      </p:cxnSp>
      <p:cxnSp>
        <p:nvCxnSpPr>
          <p:cNvPr id="103" name="scalesbase-98">
            <a:extLst xmlns:a="http://schemas.openxmlformats.org/drawingml/2006/main">
              <a:ext uri="{FF2B5EF4-FFF2-40B4-BE49-F238E27FC236}">
                <a16:creationId xmlns:a16="http://schemas.microsoft.com/office/drawing/2014/main" id="{E90FA695-CFB8-4C31-AAAD-066CFAA168F8}"/>
              </a:ext>
            </a:extLst>
          </p:cNvPr>
          <p:cNvCxnSpPr/>
          <p:nvPr/>
        </p:nvCxnSpPr>
        <p:spPr>
          <a:xfrm xmlns:a="http://schemas.openxmlformats.org/drawingml/2006/main" flipH="0" flipV="0">
            <a:off x="11140678" y="5028009"/>
            <a:ext cx="150019" cy="0"/>
          </a:xfrm>
          <a:prstGeom xmlns:a="http://schemas.openxmlformats.org/drawingml/2006/main" prst="straightConnector1">
            <a:avLst/>
          </a:prstGeom>
          <a:ln xmlns:a="http://schemas.openxmlformats.org/drawingml/2006/main" w="19288">
            <a:solidFill>
              <a:srgbClr val="087F80"/>
            </a:solidFill>
            <a:tailEnd type="none" w="med" len="med"/>
          </a:ln>
        </p:spPr>
      </p:cxnSp>
      <p:cxnSp>
        <p:nvCxnSpPr>
          <p:cNvPr id="104" name="scalescrossbar-99">
            <a:extLst xmlns:a="http://schemas.openxmlformats.org/drawingml/2006/main">
              <a:ext uri="{FF2B5EF4-FFF2-40B4-BE49-F238E27FC236}">
                <a16:creationId xmlns:a16="http://schemas.microsoft.com/office/drawing/2014/main" id="{1B44660B-7147-4A59-BB53-DB7196D33512}"/>
              </a:ext>
            </a:extLst>
          </p:cNvPr>
          <p:cNvCxnSpPr/>
          <p:nvPr/>
        </p:nvCxnSpPr>
        <p:spPr>
          <a:xfrm xmlns:a="http://schemas.openxmlformats.org/drawingml/2006/main" flipH="0" flipV="0">
            <a:off x="11108531" y="4845844"/>
            <a:ext cx="214313" cy="0"/>
          </a:xfrm>
          <a:prstGeom xmlns:a="http://schemas.openxmlformats.org/drawingml/2006/main" prst="straightConnector1">
            <a:avLst/>
          </a:prstGeom>
          <a:ln xmlns:a="http://schemas.openxmlformats.org/drawingml/2006/main" w="19288">
            <a:solidFill>
              <a:srgbClr val="087F80"/>
            </a:solidFill>
            <a:tailEnd type="none" w="med" len="med"/>
          </a:ln>
        </p:spPr>
      </p:cxnSp>
      <p:cxnSp>
        <p:nvCxnSpPr>
          <p:cNvPr id="105" name="scalesarmL5-100">
            <a:extLst xmlns:a="http://schemas.openxmlformats.org/drawingml/2006/main">
              <a:ext uri="{FF2B5EF4-FFF2-40B4-BE49-F238E27FC236}">
                <a16:creationId xmlns:a16="http://schemas.microsoft.com/office/drawing/2014/main" id="{620EC786-4E81-423F-9F74-DA7462C6050A}"/>
              </a:ext>
            </a:extLst>
          </p:cNvPr>
          <p:cNvCxnSpPr/>
          <p:nvPr/>
        </p:nvCxnSpPr>
        <p:spPr>
          <a:xfrm xmlns:a="http://schemas.openxmlformats.org/drawingml/2006/main" flipH="1" flipV="0">
            <a:off x="11097816" y="4845844"/>
            <a:ext cx="42863" cy="96441"/>
          </a:xfrm>
          <a:prstGeom xmlns:a="http://schemas.openxmlformats.org/drawingml/2006/main" prst="straightConnector1">
            <a:avLst/>
          </a:prstGeom>
          <a:ln xmlns:a="http://schemas.openxmlformats.org/drawingml/2006/main" w="19288">
            <a:solidFill>
              <a:srgbClr val="087F80"/>
            </a:solidFill>
            <a:tailEnd type="none" w="med" len="med"/>
          </a:ln>
        </p:spPr>
      </p:cxnSp>
      <p:cxnSp>
        <p:nvCxnSpPr>
          <p:cNvPr id="106" name="scalesarmR5-101">
            <a:extLst xmlns:a="http://schemas.openxmlformats.org/drawingml/2006/main">
              <a:ext uri="{FF2B5EF4-FFF2-40B4-BE49-F238E27FC236}">
                <a16:creationId xmlns:a16="http://schemas.microsoft.com/office/drawing/2014/main" id="{1A33F95B-92C1-413D-B3D3-11E6E938CF06}"/>
              </a:ext>
            </a:extLst>
          </p:cNvPr>
          <p:cNvCxnSpPr/>
          <p:nvPr/>
        </p:nvCxnSpPr>
        <p:spPr>
          <a:xfrm xmlns:a="http://schemas.openxmlformats.org/drawingml/2006/main" flipH="0" flipV="0">
            <a:off x="11140678" y="4845844"/>
            <a:ext cx="42863" cy="96441"/>
          </a:xfrm>
          <a:prstGeom xmlns:a="http://schemas.openxmlformats.org/drawingml/2006/main" prst="straightConnector1">
            <a:avLst/>
          </a:prstGeom>
          <a:ln xmlns:a="http://schemas.openxmlformats.org/drawingml/2006/main" w="19288">
            <a:solidFill>
              <a:srgbClr val="087F80"/>
            </a:solidFill>
            <a:tailEnd type="none" w="med" len="med"/>
          </a:ln>
        </p:spPr>
      </p:cxnSp>
      <p:cxnSp>
        <p:nvCxnSpPr>
          <p:cNvPr id="107" name="scalespan5-102">
            <a:extLst xmlns:a="http://schemas.openxmlformats.org/drawingml/2006/main">
              <a:ext uri="{FF2B5EF4-FFF2-40B4-BE49-F238E27FC236}">
                <a16:creationId xmlns:a16="http://schemas.microsoft.com/office/drawing/2014/main" id="{6BE9F3F2-7ECD-4D47-BBFD-674021E6D708}"/>
              </a:ext>
            </a:extLst>
          </p:cNvPr>
          <p:cNvCxnSpPr/>
          <p:nvPr/>
        </p:nvCxnSpPr>
        <p:spPr>
          <a:xfrm xmlns:a="http://schemas.openxmlformats.org/drawingml/2006/main" flipH="0" flipV="0">
            <a:off x="11097816" y="4942284"/>
            <a:ext cx="85725" cy="0"/>
          </a:xfrm>
          <a:prstGeom xmlns:a="http://schemas.openxmlformats.org/drawingml/2006/main" prst="straightConnector1">
            <a:avLst/>
          </a:prstGeom>
          <a:ln xmlns:a="http://schemas.openxmlformats.org/drawingml/2006/main" w="19288">
            <a:solidFill>
              <a:srgbClr val="087F80"/>
            </a:solidFill>
            <a:tailEnd type="none" w="med" len="med"/>
          </a:ln>
        </p:spPr>
      </p:cxnSp>
      <p:cxnSp>
        <p:nvCxnSpPr>
          <p:cNvPr id="108" name="scalesarmL19-103">
            <a:extLst xmlns:a="http://schemas.openxmlformats.org/drawingml/2006/main">
              <a:ext uri="{FF2B5EF4-FFF2-40B4-BE49-F238E27FC236}">
                <a16:creationId xmlns:a16="http://schemas.microsoft.com/office/drawing/2014/main" id="{BFEDFC52-3BEF-4256-BDF0-EC27B7DB1E93}"/>
              </a:ext>
            </a:extLst>
          </p:cNvPr>
          <p:cNvCxnSpPr/>
          <p:nvPr/>
        </p:nvCxnSpPr>
        <p:spPr>
          <a:xfrm xmlns:a="http://schemas.openxmlformats.org/drawingml/2006/main" flipH="1" flipV="0">
            <a:off x="11247834" y="4845844"/>
            <a:ext cx="42863" cy="96441"/>
          </a:xfrm>
          <a:prstGeom xmlns:a="http://schemas.openxmlformats.org/drawingml/2006/main" prst="straightConnector1">
            <a:avLst/>
          </a:prstGeom>
          <a:ln xmlns:a="http://schemas.openxmlformats.org/drawingml/2006/main" w="19288">
            <a:solidFill>
              <a:srgbClr val="087F80"/>
            </a:solidFill>
            <a:tailEnd type="none" w="med" len="med"/>
          </a:ln>
        </p:spPr>
      </p:cxnSp>
      <p:cxnSp>
        <p:nvCxnSpPr>
          <p:cNvPr id="109" name="scalesarmR19-104">
            <a:extLst xmlns:a="http://schemas.openxmlformats.org/drawingml/2006/main">
              <a:ext uri="{FF2B5EF4-FFF2-40B4-BE49-F238E27FC236}">
                <a16:creationId xmlns:a16="http://schemas.microsoft.com/office/drawing/2014/main" id="{AC63DF48-CB84-45C1-B74A-E77CAA850036}"/>
              </a:ext>
            </a:extLst>
          </p:cNvPr>
          <p:cNvCxnSpPr/>
          <p:nvPr/>
        </p:nvCxnSpPr>
        <p:spPr>
          <a:xfrm xmlns:a="http://schemas.openxmlformats.org/drawingml/2006/main" flipH="0" flipV="0">
            <a:off x="11290697" y="4845844"/>
            <a:ext cx="42863" cy="96441"/>
          </a:xfrm>
          <a:prstGeom xmlns:a="http://schemas.openxmlformats.org/drawingml/2006/main" prst="straightConnector1">
            <a:avLst/>
          </a:prstGeom>
          <a:ln xmlns:a="http://schemas.openxmlformats.org/drawingml/2006/main" w="19288">
            <a:solidFill>
              <a:srgbClr val="087F80"/>
            </a:solidFill>
            <a:tailEnd type="none" w="med" len="med"/>
          </a:ln>
        </p:spPr>
      </p:cxnSp>
      <p:cxnSp>
        <p:nvCxnSpPr>
          <p:cNvPr id="110" name="scalespan19-105">
            <a:extLst xmlns:a="http://schemas.openxmlformats.org/drawingml/2006/main">
              <a:ext uri="{FF2B5EF4-FFF2-40B4-BE49-F238E27FC236}">
                <a16:creationId xmlns:a16="http://schemas.microsoft.com/office/drawing/2014/main" id="{2165B113-6DA9-4040-B738-F83B73B6A514}"/>
              </a:ext>
            </a:extLst>
          </p:cNvPr>
          <p:cNvCxnSpPr/>
          <p:nvPr/>
        </p:nvCxnSpPr>
        <p:spPr>
          <a:xfrm xmlns:a="http://schemas.openxmlformats.org/drawingml/2006/main" flipH="0" flipV="0">
            <a:off x="11247834" y="4942284"/>
            <a:ext cx="85725" cy="0"/>
          </a:xfrm>
          <a:prstGeom xmlns:a="http://schemas.openxmlformats.org/drawingml/2006/main" prst="straightConnector1">
            <a:avLst/>
          </a:prstGeom>
          <a:ln xmlns:a="http://schemas.openxmlformats.org/drawingml/2006/main" w="19288">
            <a:solidFill>
              <a:srgbClr val="087F80"/>
            </a:solidFill>
            <a:tailEnd type="none" w="med" len="med"/>
          </a:ln>
        </p:spPr>
      </p:cxnSp>
      <p:sp>
        <p:nvSpPr>
          <p:cNvPr id="111" name="Decimal / synthetic adapters title-106">
            <a:extLst xmlns:a="http://schemas.openxmlformats.org/drawingml/2006/main">
              <a:ext uri="{FF2B5EF4-FFF2-40B4-BE49-F238E27FC236}">
                <a16:creationId xmlns:a16="http://schemas.microsoft.com/office/drawing/2014/main" id="{95646FA9-BDC3-41F0-BD01-E0E2A3F3FA40}"/>
              </a:ext>
            </a:extLst>
          </p:cNvPr>
          <p:cNvSpPr>
            <a:spLocks xmlns:a="http://schemas.openxmlformats.org/drawingml/2006/main" noGrp="1"/>
          </p:cNvSpPr>
          <p:nvPr/>
        </p:nvSpPr>
        <p:spPr>
          <a:xfrm xmlns:a="http://schemas.openxmlformats.org/drawingml/2006/main">
            <a:off x="11496675" y="4724400"/>
            <a:ext cx="33051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1">
                <a:solidFill>
                  <a:srgbClr val="17243F"/>
                </a:solidFill>
                <a:latin typeface="Arial"/>
                <a:ea typeface="Arial"/>
                <a:cs typeface="Arial"/>
              </a:defRPr>
            </a:defPPr>
            <a:lvl1pPr algn="l">
              <a:defRPr sz="1500" b="1">
                <a:solidFill>
                  <a:srgbClr val="17243F"/>
                </a:solidFill>
                <a:latin typeface="Arial"/>
                <a:ea typeface="Arial"/>
                <a:cs typeface="Arial"/>
              </a:defRPr>
            </a:lvl1pPr>
            <a:lvl2pPr algn="l">
              <a:defRPr sz="1500" b="1">
                <a:solidFill>
                  <a:srgbClr val="17243F"/>
                </a:solidFill>
                <a:latin typeface="Arial"/>
                <a:ea typeface="Arial"/>
                <a:cs typeface="Arial"/>
              </a:defRPr>
            </a:lvl2pPr>
            <a:lvl3pPr algn="l">
              <a:defRPr sz="1500" b="1">
                <a:solidFill>
                  <a:srgbClr val="17243F"/>
                </a:solidFill>
                <a:latin typeface="Arial"/>
                <a:ea typeface="Arial"/>
                <a:cs typeface="Arial"/>
              </a:defRPr>
            </a:lvl3pPr>
            <a:lvl4pPr algn="l">
              <a:defRPr sz="1500" b="1">
                <a:solidFill>
                  <a:srgbClr val="17243F"/>
                </a:solidFill>
                <a:latin typeface="Arial"/>
                <a:ea typeface="Arial"/>
                <a:cs typeface="Arial"/>
              </a:defRPr>
            </a:lvl4pPr>
            <a:lvl5pPr algn="l">
              <a:defRPr sz="1500" b="1">
                <a:solidFill>
                  <a:srgbClr val="17243F"/>
                </a:solidFill>
                <a:latin typeface="Arial"/>
                <a:ea typeface="Arial"/>
                <a:cs typeface="Arial"/>
              </a:defRPr>
            </a:lvl5pPr>
            <a:lvl6pPr algn="l">
              <a:defRPr sz="1500" b="1">
                <a:solidFill>
                  <a:srgbClr val="17243F"/>
                </a:solidFill>
                <a:latin typeface="Arial"/>
                <a:ea typeface="Arial"/>
                <a:cs typeface="Arial"/>
              </a:defRPr>
            </a:lvl6pPr>
            <a:lvl7pPr algn="l">
              <a:defRPr sz="1500" b="1">
                <a:solidFill>
                  <a:srgbClr val="17243F"/>
                </a:solidFill>
                <a:latin typeface="Arial"/>
                <a:ea typeface="Arial"/>
                <a:cs typeface="Arial"/>
              </a:defRPr>
            </a:lvl7pPr>
            <a:lvl8pPr algn="l">
              <a:defRPr sz="1500" b="1">
                <a:solidFill>
                  <a:srgbClr val="17243F"/>
                </a:solidFill>
                <a:latin typeface="Arial"/>
                <a:ea typeface="Arial"/>
                <a:cs typeface="Arial"/>
              </a:defRPr>
            </a:lvl8pPr>
            <a:lvl9pPr algn="l">
              <a:defRPr sz="1500" b="1">
                <a:solidFill>
                  <a:srgbClr val="17243F"/>
                </a:solidFill>
                <a:latin typeface="Arial"/>
                <a:ea typeface="Arial"/>
                <a:cs typeface="Arial"/>
              </a:defRPr>
            </a:lvl9pPr>
          </a:lstStyle>
          <a:p xmlns:a="http://schemas.openxmlformats.org/drawingml/2006/main">
            <a:pPr algn="l">
              <a:defRPr sz="1500" b="1">
                <a:solidFill>
                  <a:srgbClr val="17243F"/>
                </a:solidFill>
                <a:latin typeface="Arial"/>
                <a:ea typeface="Arial"/>
                <a:cs typeface="Arial"/>
              </a:defRPr>
            </a:pPr>
            <a:r>
              <a:rPr sz="1500" b="1">
                <a:solidFill>
                  <a:srgbClr val="17243F"/>
                </a:solidFill>
                <a:latin typeface="Arial"/>
                <a:ea typeface="Arial"/>
                <a:cs typeface="Arial"/>
              </a:rPr>
              <a:t>Decimal / synthetic adapters</a:t>
            </a:r>
          </a:p>
        </p:txBody>
      </p:sp>
      <p:sp>
        <p:nvSpPr>
          <p:cNvPr id="112" name="Decimal / synthetic adapters benefit-107">
            <a:extLst xmlns:a="http://schemas.openxmlformats.org/drawingml/2006/main">
              <a:ext uri="{FF2B5EF4-FFF2-40B4-BE49-F238E27FC236}">
                <a16:creationId xmlns:a16="http://schemas.microsoft.com/office/drawing/2014/main" id="{D01ED592-481B-4D69-91F7-85C67CDEFD30}"/>
              </a:ext>
            </a:extLst>
          </p:cNvPr>
          <p:cNvSpPr>
            <a:spLocks xmlns:a="http://schemas.openxmlformats.org/drawingml/2006/main" noGrp="1"/>
          </p:cNvSpPr>
          <p:nvPr/>
        </p:nvSpPr>
        <p:spPr>
          <a:xfrm xmlns:a="http://schemas.openxmlformats.org/drawingml/2006/main">
            <a:off x="11496675" y="5057775"/>
            <a:ext cx="33051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350" b="0">
                <a:solidFill>
                  <a:srgbClr val="59657A"/>
                </a:solidFill>
                <a:latin typeface="Arial"/>
                <a:ea typeface="Arial"/>
                <a:cs typeface="Arial"/>
              </a:defRPr>
            </a:defPPr>
            <a:lvl1pPr algn="l">
              <a:defRPr sz="1350" b="0">
                <a:solidFill>
                  <a:srgbClr val="59657A"/>
                </a:solidFill>
                <a:latin typeface="Arial"/>
                <a:ea typeface="Arial"/>
                <a:cs typeface="Arial"/>
              </a:defRPr>
            </a:lvl1pPr>
            <a:lvl2pPr algn="l">
              <a:defRPr sz="1350" b="0">
                <a:solidFill>
                  <a:srgbClr val="59657A"/>
                </a:solidFill>
                <a:latin typeface="Arial"/>
                <a:ea typeface="Arial"/>
                <a:cs typeface="Arial"/>
              </a:defRPr>
            </a:lvl2pPr>
            <a:lvl3pPr algn="l">
              <a:defRPr sz="1350" b="0">
                <a:solidFill>
                  <a:srgbClr val="59657A"/>
                </a:solidFill>
                <a:latin typeface="Arial"/>
                <a:ea typeface="Arial"/>
                <a:cs typeface="Arial"/>
              </a:defRPr>
            </a:lvl3pPr>
            <a:lvl4pPr algn="l">
              <a:defRPr sz="1350" b="0">
                <a:solidFill>
                  <a:srgbClr val="59657A"/>
                </a:solidFill>
                <a:latin typeface="Arial"/>
                <a:ea typeface="Arial"/>
                <a:cs typeface="Arial"/>
              </a:defRPr>
            </a:lvl4pPr>
            <a:lvl5pPr algn="l">
              <a:defRPr sz="1350" b="0">
                <a:solidFill>
                  <a:srgbClr val="59657A"/>
                </a:solidFill>
                <a:latin typeface="Arial"/>
                <a:ea typeface="Arial"/>
                <a:cs typeface="Arial"/>
              </a:defRPr>
            </a:lvl5pPr>
            <a:lvl6pPr algn="l">
              <a:defRPr sz="1350" b="0">
                <a:solidFill>
                  <a:srgbClr val="59657A"/>
                </a:solidFill>
                <a:latin typeface="Arial"/>
                <a:ea typeface="Arial"/>
                <a:cs typeface="Arial"/>
              </a:defRPr>
            </a:lvl6pPr>
            <a:lvl7pPr algn="l">
              <a:defRPr sz="1350" b="0">
                <a:solidFill>
                  <a:srgbClr val="59657A"/>
                </a:solidFill>
                <a:latin typeface="Arial"/>
                <a:ea typeface="Arial"/>
                <a:cs typeface="Arial"/>
              </a:defRPr>
            </a:lvl7pPr>
            <a:lvl8pPr algn="l">
              <a:defRPr sz="1350" b="0">
                <a:solidFill>
                  <a:srgbClr val="59657A"/>
                </a:solidFill>
                <a:latin typeface="Arial"/>
                <a:ea typeface="Arial"/>
                <a:cs typeface="Arial"/>
              </a:defRPr>
            </a:lvl8pPr>
            <a:lvl9pPr algn="l">
              <a:defRPr sz="1350" b="0">
                <a:solidFill>
                  <a:srgbClr val="59657A"/>
                </a:solidFill>
                <a:latin typeface="Arial"/>
                <a:ea typeface="Arial"/>
                <a:cs typeface="Arial"/>
              </a:defRPr>
            </a:lvl9pPr>
          </a:lstStyle>
          <a:p xmlns:a="http://schemas.openxmlformats.org/drawingml/2006/main">
            <a:pPr algn="l">
              <a:defRPr sz="1350" b="0">
                <a:solidFill>
                  <a:srgbClr val="59657A"/>
                </a:solidFill>
                <a:latin typeface="Arial"/>
                <a:ea typeface="Arial"/>
                <a:cs typeface="Arial"/>
              </a:defRPr>
            </a:pPr>
            <a:r>
              <a:rPr sz="1350" b="0">
                <a:solidFill>
                  <a:srgbClr val="59657A"/>
                </a:solidFill>
                <a:latin typeface="Arial"/>
                <a:ea typeface="Arial"/>
                <a:cs typeface="Arial"/>
              </a:rPr>
              <a:t>Exact reconciliation and verified FPU</a:t>
            </a:r>
          </a:p>
        </p:txBody>
      </p:sp>
      <p:sp>
        <p:nvSpPr>
          <p:cNvPr id="113" name="Layer Cloud operations-108">
            <a:extLst xmlns:a="http://schemas.openxmlformats.org/drawingml/2006/main">
              <a:ext uri="{FF2B5EF4-FFF2-40B4-BE49-F238E27FC236}">
                <a16:creationId xmlns:a16="http://schemas.microsoft.com/office/drawing/2014/main" id="{984DF04F-F805-4063-9E56-963171017CE4}"/>
              </a:ext>
            </a:extLst>
          </p:cNvPr>
          <p:cNvSpPr>
            <a:spLocks xmlns:a="http://schemas.openxmlformats.org/drawingml/2006/main" noGrp="1"/>
          </p:cNvSpPr>
          <p:nvPr/>
        </p:nvSpPr>
        <p:spPr>
          <a:xfrm xmlns:a="http://schemas.openxmlformats.org/drawingml/2006/main">
            <a:off x="419100" y="5705475"/>
            <a:ext cx="16954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17243F"/>
                </a:solidFill>
                <a:latin typeface="Arial"/>
                <a:ea typeface="Arial"/>
                <a:cs typeface="Arial"/>
              </a:defRPr>
            </a:defPPr>
            <a:lvl1pPr algn="l">
              <a:defRPr sz="1575" b="1">
                <a:solidFill>
                  <a:srgbClr val="17243F"/>
                </a:solidFill>
                <a:latin typeface="Arial"/>
                <a:ea typeface="Arial"/>
                <a:cs typeface="Arial"/>
              </a:defRPr>
            </a:lvl1pPr>
            <a:lvl2pPr algn="l">
              <a:defRPr sz="1575" b="1">
                <a:solidFill>
                  <a:srgbClr val="17243F"/>
                </a:solidFill>
                <a:latin typeface="Arial"/>
                <a:ea typeface="Arial"/>
                <a:cs typeface="Arial"/>
              </a:defRPr>
            </a:lvl2pPr>
            <a:lvl3pPr algn="l">
              <a:defRPr sz="1575" b="1">
                <a:solidFill>
                  <a:srgbClr val="17243F"/>
                </a:solidFill>
                <a:latin typeface="Arial"/>
                <a:ea typeface="Arial"/>
                <a:cs typeface="Arial"/>
              </a:defRPr>
            </a:lvl3pPr>
            <a:lvl4pPr algn="l">
              <a:defRPr sz="1575" b="1">
                <a:solidFill>
                  <a:srgbClr val="17243F"/>
                </a:solidFill>
                <a:latin typeface="Arial"/>
                <a:ea typeface="Arial"/>
                <a:cs typeface="Arial"/>
              </a:defRPr>
            </a:lvl4pPr>
            <a:lvl5pPr algn="l">
              <a:defRPr sz="1575" b="1">
                <a:solidFill>
                  <a:srgbClr val="17243F"/>
                </a:solidFill>
                <a:latin typeface="Arial"/>
                <a:ea typeface="Arial"/>
                <a:cs typeface="Arial"/>
              </a:defRPr>
            </a:lvl5pPr>
            <a:lvl6pPr algn="l">
              <a:defRPr sz="1575" b="1">
                <a:solidFill>
                  <a:srgbClr val="17243F"/>
                </a:solidFill>
                <a:latin typeface="Arial"/>
                <a:ea typeface="Arial"/>
                <a:cs typeface="Arial"/>
              </a:defRPr>
            </a:lvl6pPr>
            <a:lvl7pPr algn="l">
              <a:defRPr sz="1575" b="1">
                <a:solidFill>
                  <a:srgbClr val="17243F"/>
                </a:solidFill>
                <a:latin typeface="Arial"/>
                <a:ea typeface="Arial"/>
                <a:cs typeface="Arial"/>
              </a:defRPr>
            </a:lvl7pPr>
            <a:lvl8pPr algn="l">
              <a:defRPr sz="1575" b="1">
                <a:solidFill>
                  <a:srgbClr val="17243F"/>
                </a:solidFill>
                <a:latin typeface="Arial"/>
                <a:ea typeface="Arial"/>
                <a:cs typeface="Arial"/>
              </a:defRPr>
            </a:lvl8pPr>
            <a:lvl9pPr algn="l">
              <a:defRPr sz="1575" b="1">
                <a:solidFill>
                  <a:srgbClr val="17243F"/>
                </a:solidFill>
                <a:latin typeface="Arial"/>
                <a:ea typeface="Arial"/>
                <a:cs typeface="Arial"/>
              </a:defRPr>
            </a:lvl9pPr>
          </a:lstStyle>
          <a:p xmlns:a="http://schemas.openxmlformats.org/drawingml/2006/main">
            <a:pPr algn="l">
              <a:defRPr sz="1575" b="1">
                <a:solidFill>
                  <a:srgbClr val="17243F"/>
                </a:solidFill>
                <a:latin typeface="Arial"/>
                <a:ea typeface="Arial"/>
                <a:cs typeface="Arial"/>
              </a:defRPr>
            </a:pPr>
            <a:r>
              <a:rPr sz="1575" b="1">
                <a:solidFill>
                  <a:srgbClr val="17243F"/>
                </a:solidFill>
                <a:latin typeface="Arial"/>
                <a:ea typeface="Arial"/>
                <a:cs typeface="Arial"/>
              </a:rPr>
              <a:t>Cloud operations</a:t>
            </a:r>
          </a:p>
        </p:txBody>
      </p:sp>
      <p:cxnSp>
        <p:nvCxnSpPr>
          <p:cNvPr id="114" name="Layer divider-109">
            <a:extLst xmlns:a="http://schemas.openxmlformats.org/drawingml/2006/main">
              <a:ext uri="{FF2B5EF4-FFF2-40B4-BE49-F238E27FC236}">
                <a16:creationId xmlns:a16="http://schemas.microsoft.com/office/drawing/2014/main" id="{6F845BFF-B0C2-4C87-B2FF-5D1E6CB0AA8A}"/>
              </a:ext>
            </a:extLst>
          </p:cNvPr>
          <p:cNvCxnSpPr/>
          <p:nvPr/>
        </p:nvCxnSpPr>
        <p:spPr>
          <a:xfrm xmlns:a="http://schemas.openxmlformats.org/drawingml/2006/main" flipH="0" flipV="0">
            <a:off x="419100" y="6524625"/>
            <a:ext cx="14401800" cy="0"/>
          </a:xfrm>
          <a:prstGeom xmlns:a="http://schemas.openxmlformats.org/drawingml/2006/main" prst="straightConnector1">
            <a:avLst/>
          </a:prstGeom>
          <a:ln xmlns:a="http://schemas.openxmlformats.org/drawingml/2006/main" w="11430">
            <a:solidFill>
              <a:srgbClr val="D8E2E8"/>
            </a:solidFill>
            <a:tailEnd type="none" w="med" len="med"/>
          </a:ln>
        </p:spPr>
      </p:cxnSp>
      <p:sp>
        <p:nvSpPr>
          <p:cNvPr id="115" name="status I-110">
            <a:extLst xmlns:a="http://schemas.openxmlformats.org/drawingml/2006/main">
              <a:ext uri="{FF2B5EF4-FFF2-40B4-BE49-F238E27FC236}">
                <a16:creationId xmlns:a16="http://schemas.microsoft.com/office/drawing/2014/main" id="{A11FEAE1-CEC4-4D62-BB6C-DDDFF7184745}"/>
              </a:ext>
            </a:extLst>
          </p:cNvPr>
          <p:cNvSpPr>
            <a:spLocks xmlns:a="http://schemas.openxmlformats.org/drawingml/2006/main" noGrp="1"/>
          </p:cNvSpPr>
          <p:nvPr/>
        </p:nvSpPr>
        <p:spPr>
          <a:xfrm xmlns:a="http://schemas.openxmlformats.org/drawingml/2006/main">
            <a:off x="2381250" y="5724525"/>
            <a:ext cx="209550" cy="209550"/>
          </a:xfrm>
          <a:prstGeom xmlns:a="http://schemas.openxmlformats.org/drawingml/2006/main" prst="rect">
            <a:avLst/>
          </a:prstGeom>
          <a:solidFill xmlns:a="http://schemas.openxmlformats.org/drawingml/2006/main">
            <a:srgbClr val="087A55"/>
          </a:solidFill>
          <a:ln xmlns:a="http://schemas.openxmlformats.org/drawingml/2006/main" w="11430">
            <a:solidFill>
              <a:srgbClr val="087A55"/>
            </a:solidFill>
          </a:ln>
        </p:spPr>
      </p:sp>
      <p:sp>
        <p:nvSpPr>
          <p:cNvPr id="116" name="status letter-111">
            <a:extLst xmlns:a="http://schemas.openxmlformats.org/drawingml/2006/main">
              <a:ext uri="{FF2B5EF4-FFF2-40B4-BE49-F238E27FC236}">
                <a16:creationId xmlns:a16="http://schemas.microsoft.com/office/drawing/2014/main" id="{A9CCFD62-3785-48E0-ADC7-B804FC0B7CF1}"/>
              </a:ext>
            </a:extLst>
          </p:cNvPr>
          <p:cNvSpPr>
            <a:spLocks xmlns:a="http://schemas.openxmlformats.org/drawingml/2006/main" noGrp="1"/>
          </p:cNvSpPr>
          <p:nvPr/>
        </p:nvSpPr>
        <p:spPr>
          <a:xfrm xmlns:a="http://schemas.openxmlformats.org/drawingml/2006/main">
            <a:off x="2390775" y="5734050"/>
            <a:ext cx="19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050" b="1">
                <a:solidFill>
                  <a:srgbClr val="FFFFFF"/>
                </a:solidFill>
                <a:latin typeface="Arial"/>
                <a:ea typeface="Arial"/>
                <a:cs typeface="Arial"/>
              </a:defRPr>
            </a:defPPr>
            <a:lvl1pPr algn="ctr">
              <a:defRPr sz="1050" b="1">
                <a:solidFill>
                  <a:srgbClr val="FFFFFF"/>
                </a:solidFill>
                <a:latin typeface="Arial"/>
                <a:ea typeface="Arial"/>
                <a:cs typeface="Arial"/>
              </a:defRPr>
            </a:lvl1pPr>
            <a:lvl2pPr algn="ctr">
              <a:defRPr sz="1050" b="1">
                <a:solidFill>
                  <a:srgbClr val="FFFFFF"/>
                </a:solidFill>
                <a:latin typeface="Arial"/>
                <a:ea typeface="Arial"/>
                <a:cs typeface="Arial"/>
              </a:defRPr>
            </a:lvl2pPr>
            <a:lvl3pPr algn="ctr">
              <a:defRPr sz="1050" b="1">
                <a:solidFill>
                  <a:srgbClr val="FFFFFF"/>
                </a:solidFill>
                <a:latin typeface="Arial"/>
                <a:ea typeface="Arial"/>
                <a:cs typeface="Arial"/>
              </a:defRPr>
            </a:lvl3pPr>
            <a:lvl4pPr algn="ctr">
              <a:defRPr sz="1050" b="1">
                <a:solidFill>
                  <a:srgbClr val="FFFFFF"/>
                </a:solidFill>
                <a:latin typeface="Arial"/>
                <a:ea typeface="Arial"/>
                <a:cs typeface="Arial"/>
              </a:defRPr>
            </a:lvl4pPr>
            <a:lvl5pPr algn="ctr">
              <a:defRPr sz="1050" b="1">
                <a:solidFill>
                  <a:srgbClr val="FFFFFF"/>
                </a:solidFill>
                <a:latin typeface="Arial"/>
                <a:ea typeface="Arial"/>
                <a:cs typeface="Arial"/>
              </a:defRPr>
            </a:lvl5pPr>
            <a:lvl6pPr algn="ctr">
              <a:defRPr sz="1050" b="1">
                <a:solidFill>
                  <a:srgbClr val="FFFFFF"/>
                </a:solidFill>
                <a:latin typeface="Arial"/>
                <a:ea typeface="Arial"/>
                <a:cs typeface="Arial"/>
              </a:defRPr>
            </a:lvl6pPr>
            <a:lvl7pPr algn="ctr">
              <a:defRPr sz="1050" b="1">
                <a:solidFill>
                  <a:srgbClr val="FFFFFF"/>
                </a:solidFill>
                <a:latin typeface="Arial"/>
                <a:ea typeface="Arial"/>
                <a:cs typeface="Arial"/>
              </a:defRPr>
            </a:lvl7pPr>
            <a:lvl8pPr algn="ctr">
              <a:defRPr sz="1050" b="1">
                <a:solidFill>
                  <a:srgbClr val="FFFFFF"/>
                </a:solidFill>
                <a:latin typeface="Arial"/>
                <a:ea typeface="Arial"/>
                <a:cs typeface="Arial"/>
              </a:defRPr>
            </a:lvl8pPr>
            <a:lvl9pPr algn="ctr">
              <a:defRPr sz="1050" b="1">
                <a:solidFill>
                  <a:srgbClr val="FFFFFF"/>
                </a:solidFill>
                <a:latin typeface="Arial"/>
                <a:ea typeface="Arial"/>
                <a:cs typeface="Arial"/>
              </a:defRPr>
            </a:lvl9pPr>
          </a:lstStyle>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I</a:t>
            </a:r>
          </a:p>
        </p:txBody>
      </p:sp>
      <p:pic>
        <p:nvPicPr>
          <p:cNvPr id="117" name="">
            <a:extLst xmlns:a="http://schemas.openxmlformats.org/drawingml/2006/main">
              <a:ext uri="{FF2B5EF4-FFF2-40B4-BE49-F238E27FC236}">
                <a16:creationId xmlns:a16="http://schemas.microsoft.com/office/drawing/2014/main" id="{2533F3B8-DC6C-4858-BD73-0A4AF8C98126}"/>
              </a:ext>
            </a:extLst>
          </p:cNvPr>
          <p:cNvPicPr>
            <a:picLocks xmlns:a="http://schemas.openxmlformats.org/drawingml/2006/main" noChangeAspect="1"/>
          </p:cNvPicPr>
          <p:nvPr/>
        </p:nvPicPr>
        <p:blipFill>
          <a:blip xmlns:r="http://schemas.openxmlformats.org/officeDocument/2006/relationships" xmlns:a="http://schemas.openxmlformats.org/drawingml/2006/main" r:embed="R07cabe14ab9e4f6b">
            <a:extLst>
              <a:ext uri="{96DAC541-7B7A-43D3-8B79-37D633B846F1}">
                <asvg:svgBlip xmlns:asvg="http://schemas.microsoft.com/office/drawing/2016/SVG/main" r:embed="Ra8a6703001ca4b12"/>
              </a:ext>
            </a:extLst>
          </a:blip>
          <a:stretch xmlns:a="http://schemas.openxmlformats.org/drawingml/2006/main"/>
        </p:blipFill>
        <p:spPr>
          <a:xfrm xmlns:a="http://schemas.openxmlformats.org/drawingml/2006/main">
            <a:off x="2676525" y="5667375"/>
            <a:ext cx="323850" cy="323850"/>
          </a:xfrm>
          <a:prstGeom xmlns:a="http://schemas.openxmlformats.org/drawingml/2006/main" prst="rect">
            <a:avLst/>
          </a:prstGeom>
        </p:spPr>
      </p:pic>
      <p:sp>
        <p:nvSpPr>
          <p:cNvPr id="118" name="Cloud Run / Hosting title-112">
            <a:extLst xmlns:a="http://schemas.openxmlformats.org/drawingml/2006/main">
              <a:ext uri="{FF2B5EF4-FFF2-40B4-BE49-F238E27FC236}">
                <a16:creationId xmlns:a16="http://schemas.microsoft.com/office/drawing/2014/main" id="{74B0D062-5477-4D9D-9337-DA041317D030}"/>
              </a:ext>
            </a:extLst>
          </p:cNvPr>
          <p:cNvSpPr>
            <a:spLocks xmlns:a="http://schemas.openxmlformats.org/drawingml/2006/main" noGrp="1"/>
          </p:cNvSpPr>
          <p:nvPr/>
        </p:nvSpPr>
        <p:spPr>
          <a:xfrm xmlns:a="http://schemas.openxmlformats.org/drawingml/2006/main">
            <a:off x="3114675" y="5657850"/>
            <a:ext cx="32480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1">
                <a:solidFill>
                  <a:srgbClr val="17243F"/>
                </a:solidFill>
                <a:latin typeface="Arial"/>
                <a:ea typeface="Arial"/>
                <a:cs typeface="Arial"/>
              </a:defRPr>
            </a:defPPr>
            <a:lvl1pPr algn="l">
              <a:defRPr sz="1500" b="1">
                <a:solidFill>
                  <a:srgbClr val="17243F"/>
                </a:solidFill>
                <a:latin typeface="Arial"/>
                <a:ea typeface="Arial"/>
                <a:cs typeface="Arial"/>
              </a:defRPr>
            </a:lvl1pPr>
            <a:lvl2pPr algn="l">
              <a:defRPr sz="1500" b="1">
                <a:solidFill>
                  <a:srgbClr val="17243F"/>
                </a:solidFill>
                <a:latin typeface="Arial"/>
                <a:ea typeface="Arial"/>
                <a:cs typeface="Arial"/>
              </a:defRPr>
            </a:lvl2pPr>
            <a:lvl3pPr algn="l">
              <a:defRPr sz="1500" b="1">
                <a:solidFill>
                  <a:srgbClr val="17243F"/>
                </a:solidFill>
                <a:latin typeface="Arial"/>
                <a:ea typeface="Arial"/>
                <a:cs typeface="Arial"/>
              </a:defRPr>
            </a:lvl3pPr>
            <a:lvl4pPr algn="l">
              <a:defRPr sz="1500" b="1">
                <a:solidFill>
                  <a:srgbClr val="17243F"/>
                </a:solidFill>
                <a:latin typeface="Arial"/>
                <a:ea typeface="Arial"/>
                <a:cs typeface="Arial"/>
              </a:defRPr>
            </a:lvl4pPr>
            <a:lvl5pPr algn="l">
              <a:defRPr sz="1500" b="1">
                <a:solidFill>
                  <a:srgbClr val="17243F"/>
                </a:solidFill>
                <a:latin typeface="Arial"/>
                <a:ea typeface="Arial"/>
                <a:cs typeface="Arial"/>
              </a:defRPr>
            </a:lvl5pPr>
            <a:lvl6pPr algn="l">
              <a:defRPr sz="1500" b="1">
                <a:solidFill>
                  <a:srgbClr val="17243F"/>
                </a:solidFill>
                <a:latin typeface="Arial"/>
                <a:ea typeface="Arial"/>
                <a:cs typeface="Arial"/>
              </a:defRPr>
            </a:lvl6pPr>
            <a:lvl7pPr algn="l">
              <a:defRPr sz="1500" b="1">
                <a:solidFill>
                  <a:srgbClr val="17243F"/>
                </a:solidFill>
                <a:latin typeface="Arial"/>
                <a:ea typeface="Arial"/>
                <a:cs typeface="Arial"/>
              </a:defRPr>
            </a:lvl7pPr>
            <a:lvl8pPr algn="l">
              <a:defRPr sz="1500" b="1">
                <a:solidFill>
                  <a:srgbClr val="17243F"/>
                </a:solidFill>
                <a:latin typeface="Arial"/>
                <a:ea typeface="Arial"/>
                <a:cs typeface="Arial"/>
              </a:defRPr>
            </a:lvl8pPr>
            <a:lvl9pPr algn="l">
              <a:defRPr sz="1500" b="1">
                <a:solidFill>
                  <a:srgbClr val="17243F"/>
                </a:solidFill>
                <a:latin typeface="Arial"/>
                <a:ea typeface="Arial"/>
                <a:cs typeface="Arial"/>
              </a:defRPr>
            </a:lvl9pPr>
          </a:lstStyle>
          <a:p xmlns:a="http://schemas.openxmlformats.org/drawingml/2006/main">
            <a:pPr algn="l">
              <a:defRPr sz="1500" b="1">
                <a:solidFill>
                  <a:srgbClr val="17243F"/>
                </a:solidFill>
                <a:latin typeface="Arial"/>
                <a:ea typeface="Arial"/>
                <a:cs typeface="Arial"/>
              </a:defRPr>
            </a:pPr>
            <a:r>
              <a:rPr sz="1500" b="1">
                <a:solidFill>
                  <a:srgbClr val="17243F"/>
                </a:solidFill>
                <a:latin typeface="Arial"/>
                <a:ea typeface="Arial"/>
                <a:cs typeface="Arial"/>
              </a:rPr>
              <a:t>Cloud Run / Hosting</a:t>
            </a:r>
          </a:p>
        </p:txBody>
      </p:sp>
      <p:sp>
        <p:nvSpPr>
          <p:cNvPr id="119" name="Cloud Run / Hosting benefit-113">
            <a:extLst xmlns:a="http://schemas.openxmlformats.org/drawingml/2006/main">
              <a:ext uri="{FF2B5EF4-FFF2-40B4-BE49-F238E27FC236}">
                <a16:creationId xmlns:a16="http://schemas.microsoft.com/office/drawing/2014/main" id="{395F577C-8CB5-4C19-988D-0A03615C8C1D}"/>
              </a:ext>
            </a:extLst>
          </p:cNvPr>
          <p:cNvSpPr>
            <a:spLocks xmlns:a="http://schemas.openxmlformats.org/drawingml/2006/main" noGrp="1"/>
          </p:cNvSpPr>
          <p:nvPr/>
        </p:nvSpPr>
        <p:spPr>
          <a:xfrm xmlns:a="http://schemas.openxmlformats.org/drawingml/2006/main">
            <a:off x="3114675" y="5991225"/>
            <a:ext cx="32480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350" b="0">
                <a:solidFill>
                  <a:srgbClr val="59657A"/>
                </a:solidFill>
                <a:latin typeface="Arial"/>
                <a:ea typeface="Arial"/>
                <a:cs typeface="Arial"/>
              </a:defRPr>
            </a:defPPr>
            <a:lvl1pPr algn="l">
              <a:defRPr sz="1350" b="0">
                <a:solidFill>
                  <a:srgbClr val="59657A"/>
                </a:solidFill>
                <a:latin typeface="Arial"/>
                <a:ea typeface="Arial"/>
                <a:cs typeface="Arial"/>
              </a:defRPr>
            </a:lvl1pPr>
            <a:lvl2pPr algn="l">
              <a:defRPr sz="1350" b="0">
                <a:solidFill>
                  <a:srgbClr val="59657A"/>
                </a:solidFill>
                <a:latin typeface="Arial"/>
                <a:ea typeface="Arial"/>
                <a:cs typeface="Arial"/>
              </a:defRPr>
            </a:lvl2pPr>
            <a:lvl3pPr algn="l">
              <a:defRPr sz="1350" b="0">
                <a:solidFill>
                  <a:srgbClr val="59657A"/>
                </a:solidFill>
                <a:latin typeface="Arial"/>
                <a:ea typeface="Arial"/>
                <a:cs typeface="Arial"/>
              </a:defRPr>
            </a:lvl3pPr>
            <a:lvl4pPr algn="l">
              <a:defRPr sz="1350" b="0">
                <a:solidFill>
                  <a:srgbClr val="59657A"/>
                </a:solidFill>
                <a:latin typeface="Arial"/>
                <a:ea typeface="Arial"/>
                <a:cs typeface="Arial"/>
              </a:defRPr>
            </a:lvl4pPr>
            <a:lvl5pPr algn="l">
              <a:defRPr sz="1350" b="0">
                <a:solidFill>
                  <a:srgbClr val="59657A"/>
                </a:solidFill>
                <a:latin typeface="Arial"/>
                <a:ea typeface="Arial"/>
                <a:cs typeface="Arial"/>
              </a:defRPr>
            </a:lvl5pPr>
            <a:lvl6pPr algn="l">
              <a:defRPr sz="1350" b="0">
                <a:solidFill>
                  <a:srgbClr val="59657A"/>
                </a:solidFill>
                <a:latin typeface="Arial"/>
                <a:ea typeface="Arial"/>
                <a:cs typeface="Arial"/>
              </a:defRPr>
            </a:lvl6pPr>
            <a:lvl7pPr algn="l">
              <a:defRPr sz="1350" b="0">
                <a:solidFill>
                  <a:srgbClr val="59657A"/>
                </a:solidFill>
                <a:latin typeface="Arial"/>
                <a:ea typeface="Arial"/>
                <a:cs typeface="Arial"/>
              </a:defRPr>
            </a:lvl7pPr>
            <a:lvl8pPr algn="l">
              <a:defRPr sz="1350" b="0">
                <a:solidFill>
                  <a:srgbClr val="59657A"/>
                </a:solidFill>
                <a:latin typeface="Arial"/>
                <a:ea typeface="Arial"/>
                <a:cs typeface="Arial"/>
              </a:defRPr>
            </a:lvl8pPr>
            <a:lvl9pPr algn="l">
              <a:defRPr sz="1350" b="0">
                <a:solidFill>
                  <a:srgbClr val="59657A"/>
                </a:solidFill>
                <a:latin typeface="Arial"/>
                <a:ea typeface="Arial"/>
                <a:cs typeface="Arial"/>
              </a:defRPr>
            </a:lvl9pPr>
          </a:lstStyle>
          <a:p xmlns:a="http://schemas.openxmlformats.org/drawingml/2006/main">
            <a:pPr algn="l">
              <a:defRPr sz="1350" b="0">
                <a:solidFill>
                  <a:srgbClr val="59657A"/>
                </a:solidFill>
                <a:latin typeface="Arial"/>
                <a:ea typeface="Arial"/>
                <a:cs typeface="Arial"/>
              </a:defRPr>
            </a:pPr>
            <a:r>
              <a:rPr sz="1350" b="0">
                <a:solidFill>
                  <a:srgbClr val="59657A"/>
                </a:solidFill>
                <a:latin typeface="Arial"/>
                <a:ea typeface="Arial"/>
                <a:cs typeface="Arial"/>
              </a:rPr>
              <a:t>Web and API containers / public entry</a:t>
            </a:r>
          </a:p>
        </p:txBody>
      </p:sp>
      <p:pic>
        <p:nvPicPr>
          <p:cNvPr id="120" name="">
            <a:extLst xmlns:a="http://schemas.openxmlformats.org/drawingml/2006/main">
              <a:ext uri="{FF2B5EF4-FFF2-40B4-BE49-F238E27FC236}">
                <a16:creationId xmlns:a16="http://schemas.microsoft.com/office/drawing/2014/main" id="{827959C6-409A-4694-A91F-1146849151CE}"/>
              </a:ext>
            </a:extLst>
          </p:cNvPr>
          <p:cNvPicPr>
            <a:picLocks xmlns:a="http://schemas.openxmlformats.org/drawingml/2006/main" noChangeAspect="1"/>
          </p:cNvPicPr>
          <p:nvPr/>
        </p:nvPicPr>
        <p:blipFill>
          <a:blip xmlns:r="http://schemas.openxmlformats.org/officeDocument/2006/relationships" xmlns:a="http://schemas.openxmlformats.org/drawingml/2006/main" r:embed="R892b5d20629049dc">
            <a:extLst>
              <a:ext uri="{96DAC541-7B7A-43D3-8B79-37D633B846F1}">
                <asvg:svgBlip xmlns:asvg="http://schemas.microsoft.com/office/drawing/2016/SVG/main" r:embed="R0993f9e9705d46f3"/>
              </a:ext>
            </a:extLst>
          </a:blip>
          <a:stretch xmlns:a="http://schemas.openxmlformats.org/drawingml/2006/main"/>
        </p:blipFill>
        <p:spPr>
          <a:xfrm xmlns:a="http://schemas.openxmlformats.org/drawingml/2006/main">
            <a:off x="5172075" y="5695950"/>
            <a:ext cx="276225" cy="276225"/>
          </a:xfrm>
          <a:prstGeom xmlns:a="http://schemas.openxmlformats.org/drawingml/2006/main" prst="rect">
            <a:avLst/>
          </a:prstGeom>
        </p:spPr>
      </p:pic>
      <p:sp>
        <p:nvSpPr>
          <p:cNvPr id="121" name="status I-114">
            <a:extLst xmlns:a="http://schemas.openxmlformats.org/drawingml/2006/main">
              <a:ext uri="{FF2B5EF4-FFF2-40B4-BE49-F238E27FC236}">
                <a16:creationId xmlns:a16="http://schemas.microsoft.com/office/drawing/2014/main" id="{6AC9801F-916C-4383-AE2B-67BA591C506C}"/>
              </a:ext>
            </a:extLst>
          </p:cNvPr>
          <p:cNvSpPr>
            <a:spLocks xmlns:a="http://schemas.openxmlformats.org/drawingml/2006/main" noGrp="1"/>
          </p:cNvSpPr>
          <p:nvPr/>
        </p:nvSpPr>
        <p:spPr>
          <a:xfrm xmlns:a="http://schemas.openxmlformats.org/drawingml/2006/main">
            <a:off x="6572250" y="5724525"/>
            <a:ext cx="209550" cy="209550"/>
          </a:xfrm>
          <a:prstGeom xmlns:a="http://schemas.openxmlformats.org/drawingml/2006/main" prst="rect">
            <a:avLst/>
          </a:prstGeom>
          <a:solidFill xmlns:a="http://schemas.openxmlformats.org/drawingml/2006/main">
            <a:srgbClr val="087A55"/>
          </a:solidFill>
          <a:ln xmlns:a="http://schemas.openxmlformats.org/drawingml/2006/main" w="11430">
            <a:solidFill>
              <a:srgbClr val="087A55"/>
            </a:solidFill>
          </a:ln>
        </p:spPr>
      </p:sp>
      <p:sp>
        <p:nvSpPr>
          <p:cNvPr id="122" name="status letter-115">
            <a:extLst xmlns:a="http://schemas.openxmlformats.org/drawingml/2006/main">
              <a:ext uri="{FF2B5EF4-FFF2-40B4-BE49-F238E27FC236}">
                <a16:creationId xmlns:a16="http://schemas.microsoft.com/office/drawing/2014/main" id="{BD3EE26A-27E8-4ACE-A031-1B105A12C2A8}"/>
              </a:ext>
            </a:extLst>
          </p:cNvPr>
          <p:cNvSpPr>
            <a:spLocks xmlns:a="http://schemas.openxmlformats.org/drawingml/2006/main" noGrp="1"/>
          </p:cNvSpPr>
          <p:nvPr/>
        </p:nvSpPr>
        <p:spPr>
          <a:xfrm xmlns:a="http://schemas.openxmlformats.org/drawingml/2006/main">
            <a:off x="6581775" y="5734050"/>
            <a:ext cx="19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050" b="1">
                <a:solidFill>
                  <a:srgbClr val="FFFFFF"/>
                </a:solidFill>
                <a:latin typeface="Arial"/>
                <a:ea typeface="Arial"/>
                <a:cs typeface="Arial"/>
              </a:defRPr>
            </a:defPPr>
            <a:lvl1pPr algn="ctr">
              <a:defRPr sz="1050" b="1">
                <a:solidFill>
                  <a:srgbClr val="FFFFFF"/>
                </a:solidFill>
                <a:latin typeface="Arial"/>
                <a:ea typeface="Arial"/>
                <a:cs typeface="Arial"/>
              </a:defRPr>
            </a:lvl1pPr>
            <a:lvl2pPr algn="ctr">
              <a:defRPr sz="1050" b="1">
                <a:solidFill>
                  <a:srgbClr val="FFFFFF"/>
                </a:solidFill>
                <a:latin typeface="Arial"/>
                <a:ea typeface="Arial"/>
                <a:cs typeface="Arial"/>
              </a:defRPr>
            </a:lvl2pPr>
            <a:lvl3pPr algn="ctr">
              <a:defRPr sz="1050" b="1">
                <a:solidFill>
                  <a:srgbClr val="FFFFFF"/>
                </a:solidFill>
                <a:latin typeface="Arial"/>
                <a:ea typeface="Arial"/>
                <a:cs typeface="Arial"/>
              </a:defRPr>
            </a:lvl3pPr>
            <a:lvl4pPr algn="ctr">
              <a:defRPr sz="1050" b="1">
                <a:solidFill>
                  <a:srgbClr val="FFFFFF"/>
                </a:solidFill>
                <a:latin typeface="Arial"/>
                <a:ea typeface="Arial"/>
                <a:cs typeface="Arial"/>
              </a:defRPr>
            </a:lvl4pPr>
            <a:lvl5pPr algn="ctr">
              <a:defRPr sz="1050" b="1">
                <a:solidFill>
                  <a:srgbClr val="FFFFFF"/>
                </a:solidFill>
                <a:latin typeface="Arial"/>
                <a:ea typeface="Arial"/>
                <a:cs typeface="Arial"/>
              </a:defRPr>
            </a:lvl5pPr>
            <a:lvl6pPr algn="ctr">
              <a:defRPr sz="1050" b="1">
                <a:solidFill>
                  <a:srgbClr val="FFFFFF"/>
                </a:solidFill>
                <a:latin typeface="Arial"/>
                <a:ea typeface="Arial"/>
                <a:cs typeface="Arial"/>
              </a:defRPr>
            </a:lvl6pPr>
            <a:lvl7pPr algn="ctr">
              <a:defRPr sz="1050" b="1">
                <a:solidFill>
                  <a:srgbClr val="FFFFFF"/>
                </a:solidFill>
                <a:latin typeface="Arial"/>
                <a:ea typeface="Arial"/>
                <a:cs typeface="Arial"/>
              </a:defRPr>
            </a:lvl7pPr>
            <a:lvl8pPr algn="ctr">
              <a:defRPr sz="1050" b="1">
                <a:solidFill>
                  <a:srgbClr val="FFFFFF"/>
                </a:solidFill>
                <a:latin typeface="Arial"/>
                <a:ea typeface="Arial"/>
                <a:cs typeface="Arial"/>
              </a:defRPr>
            </a:lvl8pPr>
            <a:lvl9pPr algn="ctr">
              <a:defRPr sz="1050" b="1">
                <a:solidFill>
                  <a:srgbClr val="FFFFFF"/>
                </a:solidFill>
                <a:latin typeface="Arial"/>
                <a:ea typeface="Arial"/>
                <a:cs typeface="Arial"/>
              </a:defRPr>
            </a:lvl9pPr>
          </a:lstStyle>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I</a:t>
            </a:r>
          </a:p>
        </p:txBody>
      </p:sp>
      <p:pic>
        <p:nvPicPr>
          <p:cNvPr id="123" name="">
            <a:extLst xmlns:a="http://schemas.openxmlformats.org/drawingml/2006/main">
              <a:ext uri="{FF2B5EF4-FFF2-40B4-BE49-F238E27FC236}">
                <a16:creationId xmlns:a16="http://schemas.microsoft.com/office/drawing/2014/main" id="{55534DDF-9ECE-4D01-99FE-AC4051D092D1}"/>
              </a:ext>
            </a:extLst>
          </p:cNvPr>
          <p:cNvPicPr>
            <a:picLocks xmlns:a="http://schemas.openxmlformats.org/drawingml/2006/main" noChangeAspect="1"/>
          </p:cNvPicPr>
          <p:nvPr/>
        </p:nvPicPr>
        <p:blipFill>
          <a:blip xmlns:r="http://schemas.openxmlformats.org/officeDocument/2006/relationships" xmlns:a="http://schemas.openxmlformats.org/drawingml/2006/main" r:embed="R556e4d39f81c43fe">
            <a:extLst>
              <a:ext uri="{96DAC541-7B7A-43D3-8B79-37D633B846F1}">
                <asvg:svgBlip xmlns:asvg="http://schemas.microsoft.com/office/drawing/2016/SVG/main" r:embed="Re6e15e7afee5430a"/>
              </a:ext>
            </a:extLst>
          </a:blip>
          <a:stretch xmlns:a="http://schemas.openxmlformats.org/drawingml/2006/main"/>
        </p:blipFill>
        <p:spPr>
          <a:xfrm xmlns:a="http://schemas.openxmlformats.org/drawingml/2006/main">
            <a:off x="6867525" y="5667375"/>
            <a:ext cx="323850" cy="323850"/>
          </a:xfrm>
          <a:prstGeom xmlns:a="http://schemas.openxmlformats.org/drawingml/2006/main" prst="rect">
            <a:avLst/>
          </a:prstGeom>
        </p:spPr>
      </p:pic>
      <p:sp>
        <p:nvSpPr>
          <p:cNvPr id="124" name="Cloud Storage title-116">
            <a:extLst xmlns:a="http://schemas.openxmlformats.org/drawingml/2006/main">
              <a:ext uri="{FF2B5EF4-FFF2-40B4-BE49-F238E27FC236}">
                <a16:creationId xmlns:a16="http://schemas.microsoft.com/office/drawing/2014/main" id="{B67CA20E-C47A-4CB7-B7FC-A1F94ABFF336}"/>
              </a:ext>
            </a:extLst>
          </p:cNvPr>
          <p:cNvSpPr>
            <a:spLocks xmlns:a="http://schemas.openxmlformats.org/drawingml/2006/main" noGrp="1"/>
          </p:cNvSpPr>
          <p:nvPr/>
        </p:nvSpPr>
        <p:spPr>
          <a:xfrm xmlns:a="http://schemas.openxmlformats.org/drawingml/2006/main">
            <a:off x="7305675" y="5657850"/>
            <a:ext cx="32480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1">
                <a:solidFill>
                  <a:srgbClr val="17243F"/>
                </a:solidFill>
                <a:latin typeface="Arial"/>
                <a:ea typeface="Arial"/>
                <a:cs typeface="Arial"/>
              </a:defRPr>
            </a:defPPr>
            <a:lvl1pPr algn="l">
              <a:defRPr sz="1500" b="1">
                <a:solidFill>
                  <a:srgbClr val="17243F"/>
                </a:solidFill>
                <a:latin typeface="Arial"/>
                <a:ea typeface="Arial"/>
                <a:cs typeface="Arial"/>
              </a:defRPr>
            </a:lvl1pPr>
            <a:lvl2pPr algn="l">
              <a:defRPr sz="1500" b="1">
                <a:solidFill>
                  <a:srgbClr val="17243F"/>
                </a:solidFill>
                <a:latin typeface="Arial"/>
                <a:ea typeface="Arial"/>
                <a:cs typeface="Arial"/>
              </a:defRPr>
            </a:lvl2pPr>
            <a:lvl3pPr algn="l">
              <a:defRPr sz="1500" b="1">
                <a:solidFill>
                  <a:srgbClr val="17243F"/>
                </a:solidFill>
                <a:latin typeface="Arial"/>
                <a:ea typeface="Arial"/>
                <a:cs typeface="Arial"/>
              </a:defRPr>
            </a:lvl3pPr>
            <a:lvl4pPr algn="l">
              <a:defRPr sz="1500" b="1">
                <a:solidFill>
                  <a:srgbClr val="17243F"/>
                </a:solidFill>
                <a:latin typeface="Arial"/>
                <a:ea typeface="Arial"/>
                <a:cs typeface="Arial"/>
              </a:defRPr>
            </a:lvl4pPr>
            <a:lvl5pPr algn="l">
              <a:defRPr sz="1500" b="1">
                <a:solidFill>
                  <a:srgbClr val="17243F"/>
                </a:solidFill>
                <a:latin typeface="Arial"/>
                <a:ea typeface="Arial"/>
                <a:cs typeface="Arial"/>
              </a:defRPr>
            </a:lvl5pPr>
            <a:lvl6pPr algn="l">
              <a:defRPr sz="1500" b="1">
                <a:solidFill>
                  <a:srgbClr val="17243F"/>
                </a:solidFill>
                <a:latin typeface="Arial"/>
                <a:ea typeface="Arial"/>
                <a:cs typeface="Arial"/>
              </a:defRPr>
            </a:lvl6pPr>
            <a:lvl7pPr algn="l">
              <a:defRPr sz="1500" b="1">
                <a:solidFill>
                  <a:srgbClr val="17243F"/>
                </a:solidFill>
                <a:latin typeface="Arial"/>
                <a:ea typeface="Arial"/>
                <a:cs typeface="Arial"/>
              </a:defRPr>
            </a:lvl7pPr>
            <a:lvl8pPr algn="l">
              <a:defRPr sz="1500" b="1">
                <a:solidFill>
                  <a:srgbClr val="17243F"/>
                </a:solidFill>
                <a:latin typeface="Arial"/>
                <a:ea typeface="Arial"/>
                <a:cs typeface="Arial"/>
              </a:defRPr>
            </a:lvl8pPr>
            <a:lvl9pPr algn="l">
              <a:defRPr sz="1500" b="1">
                <a:solidFill>
                  <a:srgbClr val="17243F"/>
                </a:solidFill>
                <a:latin typeface="Arial"/>
                <a:ea typeface="Arial"/>
                <a:cs typeface="Arial"/>
              </a:defRPr>
            </a:lvl9pPr>
          </a:lstStyle>
          <a:p xmlns:a="http://schemas.openxmlformats.org/drawingml/2006/main">
            <a:pPr algn="l">
              <a:defRPr sz="1500" b="1">
                <a:solidFill>
                  <a:srgbClr val="17243F"/>
                </a:solidFill>
                <a:latin typeface="Arial"/>
                <a:ea typeface="Arial"/>
                <a:cs typeface="Arial"/>
              </a:defRPr>
            </a:pPr>
            <a:r>
              <a:rPr sz="1500" b="1">
                <a:solidFill>
                  <a:srgbClr val="17243F"/>
                </a:solidFill>
                <a:latin typeface="Arial"/>
                <a:ea typeface="Arial"/>
                <a:cs typeface="Arial"/>
              </a:rPr>
              <a:t>Cloud Storage</a:t>
            </a:r>
          </a:p>
        </p:txBody>
      </p:sp>
      <p:sp>
        <p:nvSpPr>
          <p:cNvPr id="125" name="Cloud Storage benefit-117">
            <a:extLst xmlns:a="http://schemas.openxmlformats.org/drawingml/2006/main">
              <a:ext uri="{FF2B5EF4-FFF2-40B4-BE49-F238E27FC236}">
                <a16:creationId xmlns:a16="http://schemas.microsoft.com/office/drawing/2014/main" id="{817A0E8C-C8F3-41E3-B4D5-7A7D81E80AD1}"/>
              </a:ext>
            </a:extLst>
          </p:cNvPr>
          <p:cNvSpPr>
            <a:spLocks xmlns:a="http://schemas.openxmlformats.org/drawingml/2006/main" noGrp="1"/>
          </p:cNvSpPr>
          <p:nvPr/>
        </p:nvSpPr>
        <p:spPr>
          <a:xfrm xmlns:a="http://schemas.openxmlformats.org/drawingml/2006/main">
            <a:off x="7305675" y="5991225"/>
            <a:ext cx="32480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313" b="0">
                <a:solidFill>
                  <a:srgbClr val="59657A"/>
                </a:solidFill>
                <a:latin typeface="Arial"/>
                <a:ea typeface="Arial"/>
                <a:cs typeface="Arial"/>
              </a:defRPr>
            </a:defPPr>
            <a:lvl1pPr algn="l">
              <a:defRPr sz="1313" b="0">
                <a:solidFill>
                  <a:srgbClr val="59657A"/>
                </a:solidFill>
                <a:latin typeface="Arial"/>
                <a:ea typeface="Arial"/>
                <a:cs typeface="Arial"/>
              </a:defRPr>
            </a:lvl1pPr>
            <a:lvl2pPr algn="l">
              <a:defRPr sz="1313" b="0">
                <a:solidFill>
                  <a:srgbClr val="59657A"/>
                </a:solidFill>
                <a:latin typeface="Arial"/>
                <a:ea typeface="Arial"/>
                <a:cs typeface="Arial"/>
              </a:defRPr>
            </a:lvl2pPr>
            <a:lvl3pPr algn="l">
              <a:defRPr sz="1313" b="0">
                <a:solidFill>
                  <a:srgbClr val="59657A"/>
                </a:solidFill>
                <a:latin typeface="Arial"/>
                <a:ea typeface="Arial"/>
                <a:cs typeface="Arial"/>
              </a:defRPr>
            </a:lvl3pPr>
            <a:lvl4pPr algn="l">
              <a:defRPr sz="1313" b="0">
                <a:solidFill>
                  <a:srgbClr val="59657A"/>
                </a:solidFill>
                <a:latin typeface="Arial"/>
                <a:ea typeface="Arial"/>
                <a:cs typeface="Arial"/>
              </a:defRPr>
            </a:lvl4pPr>
            <a:lvl5pPr algn="l">
              <a:defRPr sz="1313" b="0">
                <a:solidFill>
                  <a:srgbClr val="59657A"/>
                </a:solidFill>
                <a:latin typeface="Arial"/>
                <a:ea typeface="Arial"/>
                <a:cs typeface="Arial"/>
              </a:defRPr>
            </a:lvl5pPr>
            <a:lvl6pPr algn="l">
              <a:defRPr sz="1313" b="0">
                <a:solidFill>
                  <a:srgbClr val="59657A"/>
                </a:solidFill>
                <a:latin typeface="Arial"/>
                <a:ea typeface="Arial"/>
                <a:cs typeface="Arial"/>
              </a:defRPr>
            </a:lvl6pPr>
            <a:lvl7pPr algn="l">
              <a:defRPr sz="1313" b="0">
                <a:solidFill>
                  <a:srgbClr val="59657A"/>
                </a:solidFill>
                <a:latin typeface="Arial"/>
                <a:ea typeface="Arial"/>
                <a:cs typeface="Arial"/>
              </a:defRPr>
            </a:lvl7pPr>
            <a:lvl8pPr algn="l">
              <a:defRPr sz="1313" b="0">
                <a:solidFill>
                  <a:srgbClr val="59657A"/>
                </a:solidFill>
                <a:latin typeface="Arial"/>
                <a:ea typeface="Arial"/>
                <a:cs typeface="Arial"/>
              </a:defRPr>
            </a:lvl8pPr>
            <a:lvl9pPr algn="l">
              <a:defRPr sz="1313" b="0">
                <a:solidFill>
                  <a:srgbClr val="59657A"/>
                </a:solidFill>
                <a:latin typeface="Arial"/>
                <a:ea typeface="Arial"/>
                <a:cs typeface="Arial"/>
              </a:defRPr>
            </a:lvl9pPr>
          </a:lstStyle>
          <a:p xmlns:a="http://schemas.openxmlformats.org/drawingml/2006/main">
            <a:pPr algn="l">
              <a:defRPr sz="1313" b="0">
                <a:solidFill>
                  <a:srgbClr val="59657A"/>
                </a:solidFill>
                <a:latin typeface="Arial"/>
                <a:ea typeface="Arial"/>
                <a:cs typeface="Arial"/>
              </a:defRPr>
            </a:pPr>
            <a:r>
              <a:rPr sz="1313" b="0">
                <a:solidFill>
                  <a:srgbClr val="59657A"/>
                </a:solidFill>
                <a:latin typeface="Arial"/>
                <a:ea typeface="Arial"/>
                <a:cs typeface="Arial"/>
              </a:rPr>
              <a:t>Private evidence / hosted intake gated</a:t>
            </a:r>
          </a:p>
        </p:txBody>
      </p:sp>
      <p:sp>
        <p:nvSpPr>
          <p:cNvPr id="126" name="status I-118">
            <a:extLst xmlns:a="http://schemas.openxmlformats.org/drawingml/2006/main">
              <a:ext uri="{FF2B5EF4-FFF2-40B4-BE49-F238E27FC236}">
                <a16:creationId xmlns:a16="http://schemas.microsoft.com/office/drawing/2014/main" id="{B5DB4345-F609-4D13-8A39-D64540D76613}"/>
              </a:ext>
            </a:extLst>
          </p:cNvPr>
          <p:cNvSpPr>
            <a:spLocks xmlns:a="http://schemas.openxmlformats.org/drawingml/2006/main" noGrp="1"/>
          </p:cNvSpPr>
          <p:nvPr/>
        </p:nvSpPr>
        <p:spPr>
          <a:xfrm xmlns:a="http://schemas.openxmlformats.org/drawingml/2006/main">
            <a:off x="10763250" y="5724525"/>
            <a:ext cx="209550" cy="209550"/>
          </a:xfrm>
          <a:prstGeom xmlns:a="http://schemas.openxmlformats.org/drawingml/2006/main" prst="rect">
            <a:avLst/>
          </a:prstGeom>
          <a:solidFill xmlns:a="http://schemas.openxmlformats.org/drawingml/2006/main">
            <a:srgbClr val="087A55"/>
          </a:solidFill>
          <a:ln xmlns:a="http://schemas.openxmlformats.org/drawingml/2006/main" w="11430">
            <a:solidFill>
              <a:srgbClr val="087A55"/>
            </a:solidFill>
          </a:ln>
        </p:spPr>
      </p:sp>
      <p:sp>
        <p:nvSpPr>
          <p:cNvPr id="127" name="status letter-119">
            <a:extLst xmlns:a="http://schemas.openxmlformats.org/drawingml/2006/main">
              <a:ext uri="{FF2B5EF4-FFF2-40B4-BE49-F238E27FC236}">
                <a16:creationId xmlns:a16="http://schemas.microsoft.com/office/drawing/2014/main" id="{2EA2135A-94A6-4EFB-9F70-A25518291CE8}"/>
              </a:ext>
            </a:extLst>
          </p:cNvPr>
          <p:cNvSpPr>
            <a:spLocks xmlns:a="http://schemas.openxmlformats.org/drawingml/2006/main" noGrp="1"/>
          </p:cNvSpPr>
          <p:nvPr/>
        </p:nvSpPr>
        <p:spPr>
          <a:xfrm xmlns:a="http://schemas.openxmlformats.org/drawingml/2006/main">
            <a:off x="10772775" y="5734050"/>
            <a:ext cx="19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050" b="1">
                <a:solidFill>
                  <a:srgbClr val="FFFFFF"/>
                </a:solidFill>
                <a:latin typeface="Arial"/>
                <a:ea typeface="Arial"/>
                <a:cs typeface="Arial"/>
              </a:defRPr>
            </a:defPPr>
            <a:lvl1pPr algn="ctr">
              <a:defRPr sz="1050" b="1">
                <a:solidFill>
                  <a:srgbClr val="FFFFFF"/>
                </a:solidFill>
                <a:latin typeface="Arial"/>
                <a:ea typeface="Arial"/>
                <a:cs typeface="Arial"/>
              </a:defRPr>
            </a:lvl1pPr>
            <a:lvl2pPr algn="ctr">
              <a:defRPr sz="1050" b="1">
                <a:solidFill>
                  <a:srgbClr val="FFFFFF"/>
                </a:solidFill>
                <a:latin typeface="Arial"/>
                <a:ea typeface="Arial"/>
                <a:cs typeface="Arial"/>
              </a:defRPr>
            </a:lvl2pPr>
            <a:lvl3pPr algn="ctr">
              <a:defRPr sz="1050" b="1">
                <a:solidFill>
                  <a:srgbClr val="FFFFFF"/>
                </a:solidFill>
                <a:latin typeface="Arial"/>
                <a:ea typeface="Arial"/>
                <a:cs typeface="Arial"/>
              </a:defRPr>
            </a:lvl3pPr>
            <a:lvl4pPr algn="ctr">
              <a:defRPr sz="1050" b="1">
                <a:solidFill>
                  <a:srgbClr val="FFFFFF"/>
                </a:solidFill>
                <a:latin typeface="Arial"/>
                <a:ea typeface="Arial"/>
                <a:cs typeface="Arial"/>
              </a:defRPr>
            </a:lvl4pPr>
            <a:lvl5pPr algn="ctr">
              <a:defRPr sz="1050" b="1">
                <a:solidFill>
                  <a:srgbClr val="FFFFFF"/>
                </a:solidFill>
                <a:latin typeface="Arial"/>
                <a:ea typeface="Arial"/>
                <a:cs typeface="Arial"/>
              </a:defRPr>
            </a:lvl5pPr>
            <a:lvl6pPr algn="ctr">
              <a:defRPr sz="1050" b="1">
                <a:solidFill>
                  <a:srgbClr val="FFFFFF"/>
                </a:solidFill>
                <a:latin typeface="Arial"/>
                <a:ea typeface="Arial"/>
                <a:cs typeface="Arial"/>
              </a:defRPr>
            </a:lvl6pPr>
            <a:lvl7pPr algn="ctr">
              <a:defRPr sz="1050" b="1">
                <a:solidFill>
                  <a:srgbClr val="FFFFFF"/>
                </a:solidFill>
                <a:latin typeface="Arial"/>
                <a:ea typeface="Arial"/>
                <a:cs typeface="Arial"/>
              </a:defRPr>
            </a:lvl7pPr>
            <a:lvl8pPr algn="ctr">
              <a:defRPr sz="1050" b="1">
                <a:solidFill>
                  <a:srgbClr val="FFFFFF"/>
                </a:solidFill>
                <a:latin typeface="Arial"/>
                <a:ea typeface="Arial"/>
                <a:cs typeface="Arial"/>
              </a:defRPr>
            </a:lvl8pPr>
            <a:lvl9pPr algn="ctr">
              <a:defRPr sz="1050" b="1">
                <a:solidFill>
                  <a:srgbClr val="FFFFFF"/>
                </a:solidFill>
                <a:latin typeface="Arial"/>
                <a:ea typeface="Arial"/>
                <a:cs typeface="Arial"/>
              </a:defRPr>
            </a:lvl9pPr>
          </a:lstStyle>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I</a:t>
            </a:r>
          </a:p>
        </p:txBody>
      </p:sp>
      <p:pic>
        <p:nvPicPr>
          <p:cNvPr id="128" name="">
            <a:extLst xmlns:a="http://schemas.openxmlformats.org/drawingml/2006/main">
              <a:ext uri="{FF2B5EF4-FFF2-40B4-BE49-F238E27FC236}">
                <a16:creationId xmlns:a16="http://schemas.microsoft.com/office/drawing/2014/main" id="{C1D1E513-506D-4F38-87C4-E15EDEBAAE71}"/>
              </a:ext>
            </a:extLst>
          </p:cNvPr>
          <p:cNvPicPr>
            <a:picLocks xmlns:a="http://schemas.openxmlformats.org/drawingml/2006/main" noChangeAspect="1"/>
          </p:cNvPicPr>
          <p:nvPr/>
        </p:nvPicPr>
        <p:blipFill>
          <a:blip xmlns:r="http://schemas.openxmlformats.org/officeDocument/2006/relationships" xmlns:a="http://schemas.openxmlformats.org/drawingml/2006/main" r:embed="Reac16560078c4dd2">
            <a:extLst>
              <a:ext uri="{96DAC541-7B7A-43D3-8B79-37D633B846F1}">
                <asvg:svgBlip xmlns:asvg="http://schemas.microsoft.com/office/drawing/2016/SVG/main" r:embed="R6a3562f05c2949ee"/>
              </a:ext>
            </a:extLst>
          </a:blip>
          <a:stretch xmlns:a="http://schemas.openxmlformats.org/drawingml/2006/main"/>
        </p:blipFill>
        <p:spPr>
          <a:xfrm xmlns:a="http://schemas.openxmlformats.org/drawingml/2006/main">
            <a:off x="11058525" y="5667375"/>
            <a:ext cx="323850" cy="323850"/>
          </a:xfrm>
          <a:prstGeom xmlns:a="http://schemas.openxmlformats.org/drawingml/2006/main" prst="rect">
            <a:avLst/>
          </a:prstGeom>
        </p:spPr>
      </p:pic>
      <p:sp>
        <p:nvSpPr>
          <p:cNvPr id="129" name="Cloud Logging title-120">
            <a:extLst xmlns:a="http://schemas.openxmlformats.org/drawingml/2006/main">
              <a:ext uri="{FF2B5EF4-FFF2-40B4-BE49-F238E27FC236}">
                <a16:creationId xmlns:a16="http://schemas.microsoft.com/office/drawing/2014/main" id="{6D1C7AF4-2B5B-4F61-816E-AAC0C1CA40F5}"/>
              </a:ext>
            </a:extLst>
          </p:cNvPr>
          <p:cNvSpPr>
            <a:spLocks xmlns:a="http://schemas.openxmlformats.org/drawingml/2006/main" noGrp="1"/>
          </p:cNvSpPr>
          <p:nvPr/>
        </p:nvSpPr>
        <p:spPr>
          <a:xfrm xmlns:a="http://schemas.openxmlformats.org/drawingml/2006/main">
            <a:off x="11496675" y="5657850"/>
            <a:ext cx="33051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1">
                <a:solidFill>
                  <a:srgbClr val="17243F"/>
                </a:solidFill>
                <a:latin typeface="Arial"/>
                <a:ea typeface="Arial"/>
                <a:cs typeface="Arial"/>
              </a:defRPr>
            </a:defPPr>
            <a:lvl1pPr algn="l">
              <a:defRPr sz="1500" b="1">
                <a:solidFill>
                  <a:srgbClr val="17243F"/>
                </a:solidFill>
                <a:latin typeface="Arial"/>
                <a:ea typeface="Arial"/>
                <a:cs typeface="Arial"/>
              </a:defRPr>
            </a:lvl1pPr>
            <a:lvl2pPr algn="l">
              <a:defRPr sz="1500" b="1">
                <a:solidFill>
                  <a:srgbClr val="17243F"/>
                </a:solidFill>
                <a:latin typeface="Arial"/>
                <a:ea typeface="Arial"/>
                <a:cs typeface="Arial"/>
              </a:defRPr>
            </a:lvl2pPr>
            <a:lvl3pPr algn="l">
              <a:defRPr sz="1500" b="1">
                <a:solidFill>
                  <a:srgbClr val="17243F"/>
                </a:solidFill>
                <a:latin typeface="Arial"/>
                <a:ea typeface="Arial"/>
                <a:cs typeface="Arial"/>
              </a:defRPr>
            </a:lvl3pPr>
            <a:lvl4pPr algn="l">
              <a:defRPr sz="1500" b="1">
                <a:solidFill>
                  <a:srgbClr val="17243F"/>
                </a:solidFill>
                <a:latin typeface="Arial"/>
                <a:ea typeface="Arial"/>
                <a:cs typeface="Arial"/>
              </a:defRPr>
            </a:lvl4pPr>
            <a:lvl5pPr algn="l">
              <a:defRPr sz="1500" b="1">
                <a:solidFill>
                  <a:srgbClr val="17243F"/>
                </a:solidFill>
                <a:latin typeface="Arial"/>
                <a:ea typeface="Arial"/>
                <a:cs typeface="Arial"/>
              </a:defRPr>
            </a:lvl5pPr>
            <a:lvl6pPr algn="l">
              <a:defRPr sz="1500" b="1">
                <a:solidFill>
                  <a:srgbClr val="17243F"/>
                </a:solidFill>
                <a:latin typeface="Arial"/>
                <a:ea typeface="Arial"/>
                <a:cs typeface="Arial"/>
              </a:defRPr>
            </a:lvl6pPr>
            <a:lvl7pPr algn="l">
              <a:defRPr sz="1500" b="1">
                <a:solidFill>
                  <a:srgbClr val="17243F"/>
                </a:solidFill>
                <a:latin typeface="Arial"/>
                <a:ea typeface="Arial"/>
                <a:cs typeface="Arial"/>
              </a:defRPr>
            </a:lvl7pPr>
            <a:lvl8pPr algn="l">
              <a:defRPr sz="1500" b="1">
                <a:solidFill>
                  <a:srgbClr val="17243F"/>
                </a:solidFill>
                <a:latin typeface="Arial"/>
                <a:ea typeface="Arial"/>
                <a:cs typeface="Arial"/>
              </a:defRPr>
            </a:lvl8pPr>
            <a:lvl9pPr algn="l">
              <a:defRPr sz="1500" b="1">
                <a:solidFill>
                  <a:srgbClr val="17243F"/>
                </a:solidFill>
                <a:latin typeface="Arial"/>
                <a:ea typeface="Arial"/>
                <a:cs typeface="Arial"/>
              </a:defRPr>
            </a:lvl9pPr>
          </a:lstStyle>
          <a:p xmlns:a="http://schemas.openxmlformats.org/drawingml/2006/main">
            <a:pPr algn="l">
              <a:defRPr sz="1500" b="1">
                <a:solidFill>
                  <a:srgbClr val="17243F"/>
                </a:solidFill>
                <a:latin typeface="Arial"/>
                <a:ea typeface="Arial"/>
                <a:cs typeface="Arial"/>
              </a:defRPr>
            </a:pPr>
            <a:r>
              <a:rPr sz="1500" b="1">
                <a:solidFill>
                  <a:srgbClr val="17243F"/>
                </a:solidFill>
                <a:latin typeface="Arial"/>
                <a:ea typeface="Arial"/>
                <a:cs typeface="Arial"/>
              </a:rPr>
              <a:t>Cloud Logging</a:t>
            </a:r>
          </a:p>
        </p:txBody>
      </p:sp>
      <p:sp>
        <p:nvSpPr>
          <p:cNvPr id="130" name="Cloud Logging benefit-121">
            <a:extLst xmlns:a="http://schemas.openxmlformats.org/drawingml/2006/main">
              <a:ext uri="{FF2B5EF4-FFF2-40B4-BE49-F238E27FC236}">
                <a16:creationId xmlns:a16="http://schemas.microsoft.com/office/drawing/2014/main" id="{519284D7-1F8F-4006-8F82-0B91981A82EC}"/>
              </a:ext>
            </a:extLst>
          </p:cNvPr>
          <p:cNvSpPr>
            <a:spLocks xmlns:a="http://schemas.openxmlformats.org/drawingml/2006/main" noGrp="1"/>
          </p:cNvSpPr>
          <p:nvPr/>
        </p:nvSpPr>
        <p:spPr>
          <a:xfrm xmlns:a="http://schemas.openxmlformats.org/drawingml/2006/main">
            <a:off x="11496675" y="5991225"/>
            <a:ext cx="3305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313" b="0">
                <a:solidFill>
                  <a:srgbClr val="59657A"/>
                </a:solidFill>
                <a:latin typeface="Arial"/>
                <a:ea typeface="Arial"/>
                <a:cs typeface="Arial"/>
              </a:defRPr>
            </a:defPPr>
            <a:lvl1pPr algn="l">
              <a:defRPr sz="1313" b="0">
                <a:solidFill>
                  <a:srgbClr val="59657A"/>
                </a:solidFill>
                <a:latin typeface="Arial"/>
                <a:ea typeface="Arial"/>
                <a:cs typeface="Arial"/>
              </a:defRPr>
            </a:lvl1pPr>
            <a:lvl2pPr algn="l">
              <a:defRPr sz="1313" b="0">
                <a:solidFill>
                  <a:srgbClr val="59657A"/>
                </a:solidFill>
                <a:latin typeface="Arial"/>
                <a:ea typeface="Arial"/>
                <a:cs typeface="Arial"/>
              </a:defRPr>
            </a:lvl2pPr>
            <a:lvl3pPr algn="l">
              <a:defRPr sz="1313" b="0">
                <a:solidFill>
                  <a:srgbClr val="59657A"/>
                </a:solidFill>
                <a:latin typeface="Arial"/>
                <a:ea typeface="Arial"/>
                <a:cs typeface="Arial"/>
              </a:defRPr>
            </a:lvl3pPr>
            <a:lvl4pPr algn="l">
              <a:defRPr sz="1313" b="0">
                <a:solidFill>
                  <a:srgbClr val="59657A"/>
                </a:solidFill>
                <a:latin typeface="Arial"/>
                <a:ea typeface="Arial"/>
                <a:cs typeface="Arial"/>
              </a:defRPr>
            </a:lvl4pPr>
            <a:lvl5pPr algn="l">
              <a:defRPr sz="1313" b="0">
                <a:solidFill>
                  <a:srgbClr val="59657A"/>
                </a:solidFill>
                <a:latin typeface="Arial"/>
                <a:ea typeface="Arial"/>
                <a:cs typeface="Arial"/>
              </a:defRPr>
            </a:lvl5pPr>
            <a:lvl6pPr algn="l">
              <a:defRPr sz="1313" b="0">
                <a:solidFill>
                  <a:srgbClr val="59657A"/>
                </a:solidFill>
                <a:latin typeface="Arial"/>
                <a:ea typeface="Arial"/>
                <a:cs typeface="Arial"/>
              </a:defRPr>
            </a:lvl6pPr>
            <a:lvl7pPr algn="l">
              <a:defRPr sz="1313" b="0">
                <a:solidFill>
                  <a:srgbClr val="59657A"/>
                </a:solidFill>
                <a:latin typeface="Arial"/>
                <a:ea typeface="Arial"/>
                <a:cs typeface="Arial"/>
              </a:defRPr>
            </a:lvl7pPr>
            <a:lvl8pPr algn="l">
              <a:defRPr sz="1313" b="0">
                <a:solidFill>
                  <a:srgbClr val="59657A"/>
                </a:solidFill>
                <a:latin typeface="Arial"/>
                <a:ea typeface="Arial"/>
                <a:cs typeface="Arial"/>
              </a:defRPr>
            </a:lvl8pPr>
            <a:lvl9pPr algn="l">
              <a:defRPr sz="1313" b="0">
                <a:solidFill>
                  <a:srgbClr val="59657A"/>
                </a:solidFill>
                <a:latin typeface="Arial"/>
                <a:ea typeface="Arial"/>
                <a:cs typeface="Arial"/>
              </a:defRPr>
            </a:lvl9pPr>
          </a:lstStyle>
          <a:p xmlns:a="http://schemas.openxmlformats.org/drawingml/2006/main">
            <a:pPr algn="l">
              <a:defRPr sz="1313" b="0">
                <a:solidFill>
                  <a:srgbClr val="59657A"/>
                </a:solidFill>
                <a:latin typeface="Arial"/>
                <a:ea typeface="Arial"/>
                <a:cs typeface="Arial"/>
              </a:defRPr>
            </a:pPr>
            <a:r>
              <a:rPr sz="1313" b="0">
                <a:solidFill>
                  <a:srgbClr val="59657A"/>
                </a:solidFill>
                <a:latin typeface="Arial"/>
                <a:ea typeface="Arial"/>
                <a:cs typeface="Arial"/>
              </a:rPr>
              <a:t>Sanitized logs</a:t>
            </a:r>
          </a:p>
          <a:p xmlns:a="http://schemas.openxmlformats.org/drawingml/2006/main">
            <a:pPr algn="l">
              <a:defRPr sz="1313" b="0">
                <a:solidFill>
                  <a:srgbClr val="59657A"/>
                </a:solidFill>
                <a:latin typeface="Arial"/>
                <a:ea typeface="Arial"/>
                <a:cs typeface="Arial"/>
              </a:defRPr>
            </a:pPr>
            <a:r>
              <a:rPr sz="1313" b="0">
                <a:solidFill>
                  <a:srgbClr val="59657A"/>
                </a:solidFill>
                <a:latin typeface="Arial"/>
                <a:ea typeface="Arial"/>
                <a:cs typeface="Arial"/>
              </a:rPr>
              <a:t>[L] Secret Manager adapter</a:t>
            </a:r>
          </a:p>
        </p:txBody>
      </p:sp>
      <p:pic>
        <p:nvPicPr>
          <p:cNvPr id="131" name="">
            <a:extLst xmlns:a="http://schemas.openxmlformats.org/drawingml/2006/main">
              <a:ext uri="{FF2B5EF4-FFF2-40B4-BE49-F238E27FC236}">
                <a16:creationId xmlns:a16="http://schemas.microsoft.com/office/drawing/2014/main" id="{0F6DB1FA-6B27-474F-BDDC-D37E777A9EF9}"/>
              </a:ext>
            </a:extLst>
          </p:cNvPr>
          <p:cNvPicPr>
            <a:picLocks xmlns:a="http://schemas.openxmlformats.org/drawingml/2006/main" noChangeAspect="1"/>
          </p:cNvPicPr>
          <p:nvPr/>
        </p:nvPicPr>
        <p:blipFill>
          <a:blip xmlns:r="http://schemas.openxmlformats.org/officeDocument/2006/relationships" xmlns:a="http://schemas.openxmlformats.org/drawingml/2006/main" r:embed="R95754a3b5d2b4e81">
            <a:extLst>
              <a:ext uri="{96DAC541-7B7A-43D3-8B79-37D633B846F1}">
                <asvg:svgBlip xmlns:asvg="http://schemas.microsoft.com/office/drawing/2016/SVG/main" r:embed="Rbccacbb79ff445ec"/>
              </a:ext>
            </a:extLst>
          </a:blip>
          <a:stretch xmlns:a="http://schemas.openxmlformats.org/drawingml/2006/main"/>
        </p:blipFill>
        <p:spPr>
          <a:xfrm xmlns:a="http://schemas.openxmlformats.org/drawingml/2006/main">
            <a:off x="11191875" y="6153150"/>
            <a:ext cx="219075" cy="219075"/>
          </a:xfrm>
          <a:prstGeom xmlns:a="http://schemas.openxmlformats.org/drawingml/2006/main" prst="rect">
            <a:avLst/>
          </a:prstGeom>
        </p:spPr>
      </p:pic>
      <p:sp>
        <p:nvSpPr>
          <p:cNvPr id="132" name="testpage-122">
            <a:extLst xmlns:a="http://schemas.openxmlformats.org/drawingml/2006/main">
              <a:ext uri="{FF2B5EF4-FFF2-40B4-BE49-F238E27FC236}">
                <a16:creationId xmlns:a16="http://schemas.microsoft.com/office/drawing/2014/main" id="{316D250E-8A7C-4897-A392-B9CE84BA55AB}"/>
              </a:ext>
            </a:extLst>
          </p:cNvPr>
          <p:cNvSpPr>
            <a:spLocks xmlns:a="http://schemas.openxmlformats.org/drawingml/2006/main" noGrp="1"/>
          </p:cNvSpPr>
          <p:nvPr/>
        </p:nvSpPr>
        <p:spPr>
          <a:xfrm xmlns:a="http://schemas.openxmlformats.org/drawingml/2006/main">
            <a:off x="439341" y="6734175"/>
            <a:ext cx="235744" cy="257175"/>
          </a:xfrm>
          <a:prstGeom xmlns:a="http://schemas.openxmlformats.org/drawingml/2006/main" prst="rect">
            <a:avLst/>
          </a:prstGeom>
          <a:noFill xmlns:a="http://schemas.openxmlformats.org/drawingml/2006/main"/>
          <a:ln xmlns:a="http://schemas.openxmlformats.org/drawingml/2006/main" w="19288">
            <a:solidFill>
              <a:srgbClr val="087F80"/>
            </a:solidFill>
          </a:ln>
        </p:spPr>
      </p:sp>
      <p:cxnSp>
        <p:nvCxnSpPr>
          <p:cNvPr id="133" name="testcheck1-123">
            <a:extLst xmlns:a="http://schemas.openxmlformats.org/drawingml/2006/main">
              <a:ext uri="{FF2B5EF4-FFF2-40B4-BE49-F238E27FC236}">
                <a16:creationId xmlns:a16="http://schemas.microsoft.com/office/drawing/2014/main" id="{EDD4419B-6132-44B9-8D28-45CEED0AB4A1}"/>
              </a:ext>
            </a:extLst>
          </p:cNvPr>
          <p:cNvCxnSpPr/>
          <p:nvPr/>
        </p:nvCxnSpPr>
        <p:spPr>
          <a:xfrm xmlns:a="http://schemas.openxmlformats.org/drawingml/2006/main" flipH="0" flipV="0">
            <a:off x="471488" y="6809184"/>
            <a:ext cx="32147" cy="32147"/>
          </a:xfrm>
          <a:prstGeom xmlns:a="http://schemas.openxmlformats.org/drawingml/2006/main" prst="straightConnector1">
            <a:avLst/>
          </a:prstGeom>
          <a:ln xmlns:a="http://schemas.openxmlformats.org/drawingml/2006/main" w="19288">
            <a:solidFill>
              <a:srgbClr val="087F80"/>
            </a:solidFill>
            <a:tailEnd type="none" w="med" len="med"/>
          </a:ln>
        </p:spPr>
      </p:cxnSp>
      <p:cxnSp>
        <p:nvCxnSpPr>
          <p:cNvPr id="134" name="testcheck2-124">
            <a:extLst xmlns:a="http://schemas.openxmlformats.org/drawingml/2006/main">
              <a:ext uri="{FF2B5EF4-FFF2-40B4-BE49-F238E27FC236}">
                <a16:creationId xmlns:a16="http://schemas.microsoft.com/office/drawing/2014/main" id="{0D88719D-D5FD-427B-B70B-F091B90D6AD1}"/>
              </a:ext>
            </a:extLst>
          </p:cNvPr>
          <p:cNvCxnSpPr/>
          <p:nvPr/>
        </p:nvCxnSpPr>
        <p:spPr>
          <a:xfrm xmlns:a="http://schemas.openxmlformats.org/drawingml/2006/main" flipH="0" flipV="1">
            <a:off x="503634" y="6766322"/>
            <a:ext cx="53578" cy="75009"/>
          </a:xfrm>
          <a:prstGeom xmlns:a="http://schemas.openxmlformats.org/drawingml/2006/main" prst="straightConnector1">
            <a:avLst/>
          </a:prstGeom>
          <a:ln xmlns:a="http://schemas.openxmlformats.org/drawingml/2006/main" w="19288">
            <a:solidFill>
              <a:srgbClr val="087F80"/>
            </a:solidFill>
            <a:tailEnd type="none" w="med" len="med"/>
          </a:ln>
        </p:spPr>
      </p:cxnSp>
      <p:cxnSp>
        <p:nvCxnSpPr>
          <p:cNvPr id="135" name="testrule1-125">
            <a:extLst xmlns:a="http://schemas.openxmlformats.org/drawingml/2006/main">
              <a:ext uri="{FF2B5EF4-FFF2-40B4-BE49-F238E27FC236}">
                <a16:creationId xmlns:a16="http://schemas.microsoft.com/office/drawing/2014/main" id="{A22FBE98-F024-4936-9010-46BF0FFA2992}"/>
              </a:ext>
            </a:extLst>
          </p:cNvPr>
          <p:cNvCxnSpPr/>
          <p:nvPr/>
        </p:nvCxnSpPr>
        <p:spPr>
          <a:xfrm xmlns:a="http://schemas.openxmlformats.org/drawingml/2006/main" flipH="0" flipV="0">
            <a:off x="589359" y="6809184"/>
            <a:ext cx="53578" cy="0"/>
          </a:xfrm>
          <a:prstGeom xmlns:a="http://schemas.openxmlformats.org/drawingml/2006/main" prst="straightConnector1">
            <a:avLst/>
          </a:prstGeom>
          <a:ln xmlns:a="http://schemas.openxmlformats.org/drawingml/2006/main" w="19288">
            <a:solidFill>
              <a:srgbClr val="087F80"/>
            </a:solidFill>
            <a:tailEnd type="none" w="med" len="med"/>
          </a:ln>
        </p:spPr>
      </p:cxnSp>
      <p:cxnSp>
        <p:nvCxnSpPr>
          <p:cNvPr id="136" name="testcheck3-126">
            <a:extLst xmlns:a="http://schemas.openxmlformats.org/drawingml/2006/main">
              <a:ext uri="{FF2B5EF4-FFF2-40B4-BE49-F238E27FC236}">
                <a16:creationId xmlns:a16="http://schemas.microsoft.com/office/drawing/2014/main" id="{7090DACF-00A1-4288-AD01-9AF8E8BB8C94}"/>
              </a:ext>
            </a:extLst>
          </p:cNvPr>
          <p:cNvCxnSpPr/>
          <p:nvPr/>
        </p:nvCxnSpPr>
        <p:spPr>
          <a:xfrm xmlns:a="http://schemas.openxmlformats.org/drawingml/2006/main" flipH="0" flipV="0">
            <a:off x="471488" y="6927056"/>
            <a:ext cx="32147" cy="32147"/>
          </a:xfrm>
          <a:prstGeom xmlns:a="http://schemas.openxmlformats.org/drawingml/2006/main" prst="straightConnector1">
            <a:avLst/>
          </a:prstGeom>
          <a:ln xmlns:a="http://schemas.openxmlformats.org/drawingml/2006/main" w="19288">
            <a:solidFill>
              <a:srgbClr val="087F80"/>
            </a:solidFill>
            <a:tailEnd type="none" w="med" len="med"/>
          </a:ln>
        </p:spPr>
      </p:cxnSp>
      <p:cxnSp>
        <p:nvCxnSpPr>
          <p:cNvPr id="137" name="testcheck4-127">
            <a:extLst xmlns:a="http://schemas.openxmlformats.org/drawingml/2006/main">
              <a:ext uri="{FF2B5EF4-FFF2-40B4-BE49-F238E27FC236}">
                <a16:creationId xmlns:a16="http://schemas.microsoft.com/office/drawing/2014/main" id="{694B345D-044D-4794-B615-9E009BDC3797}"/>
              </a:ext>
            </a:extLst>
          </p:cNvPr>
          <p:cNvCxnSpPr/>
          <p:nvPr/>
        </p:nvCxnSpPr>
        <p:spPr>
          <a:xfrm xmlns:a="http://schemas.openxmlformats.org/drawingml/2006/main" flipH="0" flipV="1">
            <a:off x="503634" y="6884194"/>
            <a:ext cx="53578" cy="75009"/>
          </a:xfrm>
          <a:prstGeom xmlns:a="http://schemas.openxmlformats.org/drawingml/2006/main" prst="straightConnector1">
            <a:avLst/>
          </a:prstGeom>
          <a:ln xmlns:a="http://schemas.openxmlformats.org/drawingml/2006/main" w="19288">
            <a:solidFill>
              <a:srgbClr val="087F80"/>
            </a:solidFill>
            <a:tailEnd type="none" w="med" len="med"/>
          </a:ln>
        </p:spPr>
      </p:cxnSp>
      <p:cxnSp>
        <p:nvCxnSpPr>
          <p:cNvPr id="138" name="testrule2-128">
            <a:extLst xmlns:a="http://schemas.openxmlformats.org/drawingml/2006/main">
              <a:ext uri="{FF2B5EF4-FFF2-40B4-BE49-F238E27FC236}">
                <a16:creationId xmlns:a16="http://schemas.microsoft.com/office/drawing/2014/main" id="{42DB9E95-6D7F-4F5F-B776-1C09AFAB7483}"/>
              </a:ext>
            </a:extLst>
          </p:cNvPr>
          <p:cNvCxnSpPr/>
          <p:nvPr/>
        </p:nvCxnSpPr>
        <p:spPr>
          <a:xfrm xmlns:a="http://schemas.openxmlformats.org/drawingml/2006/main" flipH="0" flipV="0">
            <a:off x="589359" y="6927056"/>
            <a:ext cx="53578" cy="0"/>
          </a:xfrm>
          <a:prstGeom xmlns:a="http://schemas.openxmlformats.org/drawingml/2006/main" prst="straightConnector1">
            <a:avLst/>
          </a:prstGeom>
          <a:ln xmlns:a="http://schemas.openxmlformats.org/drawingml/2006/main" w="19288">
            <a:solidFill>
              <a:srgbClr val="087F80"/>
            </a:solidFill>
            <a:tailEnd type="none" w="med" len="med"/>
          </a:ln>
        </p:spPr>
      </p:cxnSp>
      <p:sp>
        <p:nvSpPr>
          <p:cNvPr id="139" name="Quality label-129">
            <a:extLst xmlns:a="http://schemas.openxmlformats.org/drawingml/2006/main">
              <a:ext uri="{FF2B5EF4-FFF2-40B4-BE49-F238E27FC236}">
                <a16:creationId xmlns:a16="http://schemas.microsoft.com/office/drawing/2014/main" id="{A98BB1AC-3B9C-4BFC-A25D-2D3823B8D826}"/>
              </a:ext>
            </a:extLst>
          </p:cNvPr>
          <p:cNvSpPr>
            <a:spLocks xmlns:a="http://schemas.openxmlformats.org/drawingml/2006/main" noGrp="1"/>
          </p:cNvSpPr>
          <p:nvPr/>
        </p:nvSpPr>
        <p:spPr>
          <a:xfrm xmlns:a="http://schemas.openxmlformats.org/drawingml/2006/main">
            <a:off x="819150" y="6667500"/>
            <a:ext cx="1238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17243F"/>
                </a:solidFill>
                <a:latin typeface="Arial"/>
                <a:ea typeface="Arial"/>
                <a:cs typeface="Arial"/>
              </a:defRPr>
            </a:defPPr>
            <a:lvl1pPr algn="l">
              <a:defRPr sz="1575" b="1">
                <a:solidFill>
                  <a:srgbClr val="17243F"/>
                </a:solidFill>
                <a:latin typeface="Arial"/>
                <a:ea typeface="Arial"/>
                <a:cs typeface="Arial"/>
              </a:defRPr>
            </a:lvl1pPr>
            <a:lvl2pPr algn="l">
              <a:defRPr sz="1575" b="1">
                <a:solidFill>
                  <a:srgbClr val="17243F"/>
                </a:solidFill>
                <a:latin typeface="Arial"/>
                <a:ea typeface="Arial"/>
                <a:cs typeface="Arial"/>
              </a:defRPr>
            </a:lvl2pPr>
            <a:lvl3pPr algn="l">
              <a:defRPr sz="1575" b="1">
                <a:solidFill>
                  <a:srgbClr val="17243F"/>
                </a:solidFill>
                <a:latin typeface="Arial"/>
                <a:ea typeface="Arial"/>
                <a:cs typeface="Arial"/>
              </a:defRPr>
            </a:lvl3pPr>
            <a:lvl4pPr algn="l">
              <a:defRPr sz="1575" b="1">
                <a:solidFill>
                  <a:srgbClr val="17243F"/>
                </a:solidFill>
                <a:latin typeface="Arial"/>
                <a:ea typeface="Arial"/>
                <a:cs typeface="Arial"/>
              </a:defRPr>
            </a:lvl4pPr>
            <a:lvl5pPr algn="l">
              <a:defRPr sz="1575" b="1">
                <a:solidFill>
                  <a:srgbClr val="17243F"/>
                </a:solidFill>
                <a:latin typeface="Arial"/>
                <a:ea typeface="Arial"/>
                <a:cs typeface="Arial"/>
              </a:defRPr>
            </a:lvl5pPr>
            <a:lvl6pPr algn="l">
              <a:defRPr sz="1575" b="1">
                <a:solidFill>
                  <a:srgbClr val="17243F"/>
                </a:solidFill>
                <a:latin typeface="Arial"/>
                <a:ea typeface="Arial"/>
                <a:cs typeface="Arial"/>
              </a:defRPr>
            </a:lvl6pPr>
            <a:lvl7pPr algn="l">
              <a:defRPr sz="1575" b="1">
                <a:solidFill>
                  <a:srgbClr val="17243F"/>
                </a:solidFill>
                <a:latin typeface="Arial"/>
                <a:ea typeface="Arial"/>
                <a:cs typeface="Arial"/>
              </a:defRPr>
            </a:lvl7pPr>
            <a:lvl8pPr algn="l">
              <a:defRPr sz="1575" b="1">
                <a:solidFill>
                  <a:srgbClr val="17243F"/>
                </a:solidFill>
                <a:latin typeface="Arial"/>
                <a:ea typeface="Arial"/>
                <a:cs typeface="Arial"/>
              </a:defRPr>
            </a:lvl8pPr>
            <a:lvl9pPr algn="l">
              <a:defRPr sz="1575" b="1">
                <a:solidFill>
                  <a:srgbClr val="17243F"/>
                </a:solidFill>
                <a:latin typeface="Arial"/>
                <a:ea typeface="Arial"/>
                <a:cs typeface="Arial"/>
              </a:defRPr>
            </a:lvl9pPr>
          </a:lstStyle>
          <a:p xmlns:a="http://schemas.openxmlformats.org/drawingml/2006/main">
            <a:pPr algn="l">
              <a:defRPr sz="1575" b="1">
                <a:solidFill>
                  <a:srgbClr val="17243F"/>
                </a:solidFill>
                <a:latin typeface="Arial"/>
                <a:ea typeface="Arial"/>
                <a:cs typeface="Arial"/>
              </a:defRPr>
            </a:pPr>
            <a:r>
              <a:rPr sz="1575" b="1">
                <a:solidFill>
                  <a:srgbClr val="17243F"/>
                </a:solidFill>
                <a:latin typeface="Arial"/>
                <a:ea typeface="Arial"/>
                <a:cs typeface="Arial"/>
              </a:rPr>
              <a:t>Quality</a:t>
            </a:r>
          </a:p>
        </p:txBody>
      </p:sp>
      <p:sp>
        <p:nvSpPr>
          <p:cNvPr id="140" name="status L-130">
            <a:extLst xmlns:a="http://schemas.openxmlformats.org/drawingml/2006/main">
              <a:ext uri="{FF2B5EF4-FFF2-40B4-BE49-F238E27FC236}">
                <a16:creationId xmlns:a16="http://schemas.microsoft.com/office/drawing/2014/main" id="{F5C5E39E-4647-434A-AEC4-F8A6291C4937}"/>
              </a:ext>
            </a:extLst>
          </p:cNvPr>
          <p:cNvSpPr>
            <a:spLocks xmlns:a="http://schemas.openxmlformats.org/drawingml/2006/main" noGrp="1"/>
          </p:cNvSpPr>
          <p:nvPr/>
        </p:nvSpPr>
        <p:spPr>
          <a:xfrm xmlns:a="http://schemas.openxmlformats.org/drawingml/2006/main">
            <a:off x="2381250" y="6734175"/>
            <a:ext cx="209550" cy="209550"/>
          </a:xfrm>
          <a:prstGeom xmlns:a="http://schemas.openxmlformats.org/drawingml/2006/main" prst="rect">
            <a:avLst/>
          </a:prstGeom>
          <a:solidFill xmlns:a="http://schemas.openxmlformats.org/drawingml/2006/main">
            <a:srgbClr val="087F80"/>
          </a:solidFill>
          <a:ln xmlns:a="http://schemas.openxmlformats.org/drawingml/2006/main" w="11430">
            <a:solidFill>
              <a:srgbClr val="087F80"/>
            </a:solidFill>
          </a:ln>
        </p:spPr>
      </p:sp>
      <p:sp>
        <p:nvSpPr>
          <p:cNvPr id="141" name="status letter-131">
            <a:extLst xmlns:a="http://schemas.openxmlformats.org/drawingml/2006/main">
              <a:ext uri="{FF2B5EF4-FFF2-40B4-BE49-F238E27FC236}">
                <a16:creationId xmlns:a16="http://schemas.microsoft.com/office/drawing/2014/main" id="{117FE3F9-8FCF-4FF9-A979-ED2CB1168EE9}"/>
              </a:ext>
            </a:extLst>
          </p:cNvPr>
          <p:cNvSpPr>
            <a:spLocks xmlns:a="http://schemas.openxmlformats.org/drawingml/2006/main" noGrp="1"/>
          </p:cNvSpPr>
          <p:nvPr/>
        </p:nvSpPr>
        <p:spPr>
          <a:xfrm xmlns:a="http://schemas.openxmlformats.org/drawingml/2006/main">
            <a:off x="2390775" y="6743700"/>
            <a:ext cx="19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050" b="1">
                <a:solidFill>
                  <a:srgbClr val="FFFFFF"/>
                </a:solidFill>
                <a:latin typeface="Arial"/>
                <a:ea typeface="Arial"/>
                <a:cs typeface="Arial"/>
              </a:defRPr>
            </a:defPPr>
            <a:lvl1pPr algn="ctr">
              <a:defRPr sz="1050" b="1">
                <a:solidFill>
                  <a:srgbClr val="FFFFFF"/>
                </a:solidFill>
                <a:latin typeface="Arial"/>
                <a:ea typeface="Arial"/>
                <a:cs typeface="Arial"/>
              </a:defRPr>
            </a:lvl1pPr>
            <a:lvl2pPr algn="ctr">
              <a:defRPr sz="1050" b="1">
                <a:solidFill>
                  <a:srgbClr val="FFFFFF"/>
                </a:solidFill>
                <a:latin typeface="Arial"/>
                <a:ea typeface="Arial"/>
                <a:cs typeface="Arial"/>
              </a:defRPr>
            </a:lvl2pPr>
            <a:lvl3pPr algn="ctr">
              <a:defRPr sz="1050" b="1">
                <a:solidFill>
                  <a:srgbClr val="FFFFFF"/>
                </a:solidFill>
                <a:latin typeface="Arial"/>
                <a:ea typeface="Arial"/>
                <a:cs typeface="Arial"/>
              </a:defRPr>
            </a:lvl3pPr>
            <a:lvl4pPr algn="ctr">
              <a:defRPr sz="1050" b="1">
                <a:solidFill>
                  <a:srgbClr val="FFFFFF"/>
                </a:solidFill>
                <a:latin typeface="Arial"/>
                <a:ea typeface="Arial"/>
                <a:cs typeface="Arial"/>
              </a:defRPr>
            </a:lvl4pPr>
            <a:lvl5pPr algn="ctr">
              <a:defRPr sz="1050" b="1">
                <a:solidFill>
                  <a:srgbClr val="FFFFFF"/>
                </a:solidFill>
                <a:latin typeface="Arial"/>
                <a:ea typeface="Arial"/>
                <a:cs typeface="Arial"/>
              </a:defRPr>
            </a:lvl5pPr>
            <a:lvl6pPr algn="ctr">
              <a:defRPr sz="1050" b="1">
                <a:solidFill>
                  <a:srgbClr val="FFFFFF"/>
                </a:solidFill>
                <a:latin typeface="Arial"/>
                <a:ea typeface="Arial"/>
                <a:cs typeface="Arial"/>
              </a:defRPr>
            </a:lvl6pPr>
            <a:lvl7pPr algn="ctr">
              <a:defRPr sz="1050" b="1">
                <a:solidFill>
                  <a:srgbClr val="FFFFFF"/>
                </a:solidFill>
                <a:latin typeface="Arial"/>
                <a:ea typeface="Arial"/>
                <a:cs typeface="Arial"/>
              </a:defRPr>
            </a:lvl7pPr>
            <a:lvl8pPr algn="ctr">
              <a:defRPr sz="1050" b="1">
                <a:solidFill>
                  <a:srgbClr val="FFFFFF"/>
                </a:solidFill>
                <a:latin typeface="Arial"/>
                <a:ea typeface="Arial"/>
                <a:cs typeface="Arial"/>
              </a:defRPr>
            </a:lvl8pPr>
            <a:lvl9pPr algn="ctr">
              <a:defRPr sz="1050" b="1">
                <a:solidFill>
                  <a:srgbClr val="FFFFFF"/>
                </a:solidFill>
                <a:latin typeface="Arial"/>
                <a:ea typeface="Arial"/>
                <a:cs typeface="Arial"/>
              </a:defRPr>
            </a:lvl9pPr>
          </a:lstStyle>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L</a:t>
            </a:r>
          </a:p>
        </p:txBody>
      </p:sp>
      <p:sp>
        <p:nvSpPr>
          <p:cNvPr id="142" name="Quality stack-132">
            <a:extLst xmlns:a="http://schemas.openxmlformats.org/drawingml/2006/main">
              <a:ext uri="{FF2B5EF4-FFF2-40B4-BE49-F238E27FC236}">
                <a16:creationId xmlns:a16="http://schemas.microsoft.com/office/drawing/2014/main" id="{E6F09798-5D2A-4D12-8E21-00AED46F8FC8}"/>
              </a:ext>
            </a:extLst>
          </p:cNvPr>
          <p:cNvSpPr>
            <a:spLocks xmlns:a="http://schemas.openxmlformats.org/drawingml/2006/main" noGrp="1"/>
          </p:cNvSpPr>
          <p:nvPr/>
        </p:nvSpPr>
        <p:spPr>
          <a:xfrm xmlns:a="http://schemas.openxmlformats.org/drawingml/2006/main">
            <a:off x="2752725" y="6667500"/>
            <a:ext cx="120681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a:solidFill>
                  <a:srgbClr val="59657A"/>
                </a:solidFill>
                <a:latin typeface="Arial"/>
                <a:ea typeface="Arial"/>
                <a:cs typeface="Arial"/>
              </a:defRPr>
            </a:defPPr>
            <a:lvl1pPr algn="l">
              <a:defRPr sz="1500" b="0">
                <a:solidFill>
                  <a:srgbClr val="59657A"/>
                </a:solidFill>
                <a:latin typeface="Arial"/>
                <a:ea typeface="Arial"/>
                <a:cs typeface="Arial"/>
              </a:defRPr>
            </a:lvl1pPr>
            <a:lvl2pPr algn="l">
              <a:defRPr sz="1500" b="0">
                <a:solidFill>
                  <a:srgbClr val="59657A"/>
                </a:solidFill>
                <a:latin typeface="Arial"/>
                <a:ea typeface="Arial"/>
                <a:cs typeface="Arial"/>
              </a:defRPr>
            </a:lvl2pPr>
            <a:lvl3pPr algn="l">
              <a:defRPr sz="1500" b="0">
                <a:solidFill>
                  <a:srgbClr val="59657A"/>
                </a:solidFill>
                <a:latin typeface="Arial"/>
                <a:ea typeface="Arial"/>
                <a:cs typeface="Arial"/>
              </a:defRPr>
            </a:lvl3pPr>
            <a:lvl4pPr algn="l">
              <a:defRPr sz="1500" b="0">
                <a:solidFill>
                  <a:srgbClr val="59657A"/>
                </a:solidFill>
                <a:latin typeface="Arial"/>
                <a:ea typeface="Arial"/>
                <a:cs typeface="Arial"/>
              </a:defRPr>
            </a:lvl4pPr>
            <a:lvl5pPr algn="l">
              <a:defRPr sz="1500" b="0">
                <a:solidFill>
                  <a:srgbClr val="59657A"/>
                </a:solidFill>
                <a:latin typeface="Arial"/>
                <a:ea typeface="Arial"/>
                <a:cs typeface="Arial"/>
              </a:defRPr>
            </a:lvl5pPr>
            <a:lvl6pPr algn="l">
              <a:defRPr sz="1500" b="0">
                <a:solidFill>
                  <a:srgbClr val="59657A"/>
                </a:solidFill>
                <a:latin typeface="Arial"/>
                <a:ea typeface="Arial"/>
                <a:cs typeface="Arial"/>
              </a:defRPr>
            </a:lvl6pPr>
            <a:lvl7pPr algn="l">
              <a:defRPr sz="1500" b="0">
                <a:solidFill>
                  <a:srgbClr val="59657A"/>
                </a:solidFill>
                <a:latin typeface="Arial"/>
                <a:ea typeface="Arial"/>
                <a:cs typeface="Arial"/>
              </a:defRPr>
            </a:lvl7pPr>
            <a:lvl8pPr algn="l">
              <a:defRPr sz="1500" b="0">
                <a:solidFill>
                  <a:srgbClr val="59657A"/>
                </a:solidFill>
                <a:latin typeface="Arial"/>
                <a:ea typeface="Arial"/>
                <a:cs typeface="Arial"/>
              </a:defRPr>
            </a:lvl8pPr>
            <a:lvl9pPr algn="l">
              <a:defRPr sz="1500" b="0">
                <a:solidFill>
                  <a:srgbClr val="59657A"/>
                </a:solidFill>
                <a:latin typeface="Arial"/>
                <a:ea typeface="Arial"/>
                <a:cs typeface="Arial"/>
              </a:defRPr>
            </a:lvl9pPr>
          </a:lstStyle>
          <a:p xmlns:a="http://schemas.openxmlformats.org/drawingml/2006/main">
            <a:pPr algn="l">
              <a:defRPr sz="1500" b="0">
                <a:solidFill>
                  <a:srgbClr val="59657A"/>
                </a:solidFill>
                <a:latin typeface="Arial"/>
                <a:ea typeface="Arial"/>
                <a:cs typeface="Arial"/>
              </a:defRPr>
            </a:pPr>
            <a:r>
              <a:rPr sz="1500" b="0">
                <a:solidFill>
                  <a:srgbClr val="59657A"/>
                </a:solidFill>
                <a:latin typeface="Arial"/>
                <a:ea typeface="Arial"/>
                <a:cs typeface="Arial"/>
              </a:rPr>
              <a:t>pytest / Vitest / PostgreSQL contracts / emulator / offline Judge / Grype CI gate</a:t>
            </a:r>
          </a:p>
        </p:txBody>
      </p:sp>
      <p:sp>
        <p:nvSpPr>
          <p:cNvPr id="143" name="Future strip-133">
            <a:extLst xmlns:a="http://schemas.openxmlformats.org/drawingml/2006/main">
              <a:ext uri="{FF2B5EF4-FFF2-40B4-BE49-F238E27FC236}">
                <a16:creationId xmlns:a16="http://schemas.microsoft.com/office/drawing/2014/main" id="{2C2C2E7F-D574-4997-8530-E99F9DEEB000}"/>
              </a:ext>
            </a:extLst>
          </p:cNvPr>
          <p:cNvSpPr>
            <a:spLocks xmlns:a="http://schemas.openxmlformats.org/drawingml/2006/main" noGrp="1"/>
          </p:cNvSpPr>
          <p:nvPr/>
        </p:nvSpPr>
        <p:spPr>
          <a:xfrm xmlns:a="http://schemas.openxmlformats.org/drawingml/2006/main">
            <a:off x="419100" y="7210425"/>
            <a:ext cx="14401800" cy="533400"/>
          </a:xfrm>
          <a:prstGeom xmlns:a="http://schemas.openxmlformats.org/drawingml/2006/main" prst="rect">
            <a:avLst/>
          </a:prstGeom>
          <a:solidFill xmlns:a="http://schemas.openxmlformats.org/drawingml/2006/main">
            <a:srgbClr val="F1F4F8"/>
          </a:solidFill>
          <a:ln xmlns:a="http://schemas.openxmlformats.org/drawingml/2006/main" w="0">
            <a:noFill/>
          </a:ln>
        </p:spPr>
      </p:sp>
      <p:sp>
        <p:nvSpPr>
          <p:cNvPr id="144" name="status P-134">
            <a:extLst xmlns:a="http://schemas.openxmlformats.org/drawingml/2006/main">
              <a:ext uri="{FF2B5EF4-FFF2-40B4-BE49-F238E27FC236}">
                <a16:creationId xmlns:a16="http://schemas.microsoft.com/office/drawing/2014/main" id="{366322A9-1571-4182-A850-B5472C89BD98}"/>
              </a:ext>
            </a:extLst>
          </p:cNvPr>
          <p:cNvSpPr>
            <a:spLocks xmlns:a="http://schemas.openxmlformats.org/drawingml/2006/main" noGrp="1"/>
          </p:cNvSpPr>
          <p:nvPr/>
        </p:nvSpPr>
        <p:spPr>
          <a:xfrm xmlns:a="http://schemas.openxmlformats.org/drawingml/2006/main">
            <a:off x="552450" y="7372350"/>
            <a:ext cx="209550" cy="209550"/>
          </a:xfrm>
          <a:prstGeom xmlns:a="http://schemas.openxmlformats.org/drawingml/2006/main" prst="rect">
            <a:avLst/>
          </a:prstGeom>
          <a:noFill xmlns:a="http://schemas.openxmlformats.org/drawingml/2006/main"/>
          <a:ln xmlns:a="http://schemas.openxmlformats.org/drawingml/2006/main" w="11430">
            <a:solidFill>
              <a:srgbClr val="8793A4"/>
            </a:solidFill>
          </a:ln>
        </p:spPr>
      </p:sp>
      <p:sp>
        <p:nvSpPr>
          <p:cNvPr id="145" name="status letter-135">
            <a:extLst xmlns:a="http://schemas.openxmlformats.org/drawingml/2006/main">
              <a:ext uri="{FF2B5EF4-FFF2-40B4-BE49-F238E27FC236}">
                <a16:creationId xmlns:a16="http://schemas.microsoft.com/office/drawing/2014/main" id="{2C3C2824-7364-43E5-AEAA-D5BECBCBE8B9}"/>
              </a:ext>
            </a:extLst>
          </p:cNvPr>
          <p:cNvSpPr>
            <a:spLocks xmlns:a="http://schemas.openxmlformats.org/drawingml/2006/main" noGrp="1"/>
          </p:cNvSpPr>
          <p:nvPr/>
        </p:nvSpPr>
        <p:spPr>
          <a:xfrm xmlns:a="http://schemas.openxmlformats.org/drawingml/2006/main">
            <a:off x="561975" y="7381875"/>
            <a:ext cx="19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050" b="1">
                <a:solidFill>
                  <a:srgbClr val="59657A"/>
                </a:solidFill>
                <a:latin typeface="Arial"/>
                <a:ea typeface="Arial"/>
                <a:cs typeface="Arial"/>
              </a:defRPr>
            </a:defPPr>
            <a:lvl1pPr algn="ctr">
              <a:defRPr sz="1050" b="1">
                <a:solidFill>
                  <a:srgbClr val="59657A"/>
                </a:solidFill>
                <a:latin typeface="Arial"/>
                <a:ea typeface="Arial"/>
                <a:cs typeface="Arial"/>
              </a:defRPr>
            </a:lvl1pPr>
            <a:lvl2pPr algn="ctr">
              <a:defRPr sz="1050" b="1">
                <a:solidFill>
                  <a:srgbClr val="59657A"/>
                </a:solidFill>
                <a:latin typeface="Arial"/>
                <a:ea typeface="Arial"/>
                <a:cs typeface="Arial"/>
              </a:defRPr>
            </a:lvl2pPr>
            <a:lvl3pPr algn="ctr">
              <a:defRPr sz="1050" b="1">
                <a:solidFill>
                  <a:srgbClr val="59657A"/>
                </a:solidFill>
                <a:latin typeface="Arial"/>
                <a:ea typeface="Arial"/>
                <a:cs typeface="Arial"/>
              </a:defRPr>
            </a:lvl3pPr>
            <a:lvl4pPr algn="ctr">
              <a:defRPr sz="1050" b="1">
                <a:solidFill>
                  <a:srgbClr val="59657A"/>
                </a:solidFill>
                <a:latin typeface="Arial"/>
                <a:ea typeface="Arial"/>
                <a:cs typeface="Arial"/>
              </a:defRPr>
            </a:lvl4pPr>
            <a:lvl5pPr algn="ctr">
              <a:defRPr sz="1050" b="1">
                <a:solidFill>
                  <a:srgbClr val="59657A"/>
                </a:solidFill>
                <a:latin typeface="Arial"/>
                <a:ea typeface="Arial"/>
                <a:cs typeface="Arial"/>
              </a:defRPr>
            </a:lvl5pPr>
            <a:lvl6pPr algn="ctr">
              <a:defRPr sz="1050" b="1">
                <a:solidFill>
                  <a:srgbClr val="59657A"/>
                </a:solidFill>
                <a:latin typeface="Arial"/>
                <a:ea typeface="Arial"/>
                <a:cs typeface="Arial"/>
              </a:defRPr>
            </a:lvl6pPr>
            <a:lvl7pPr algn="ctr">
              <a:defRPr sz="1050" b="1">
                <a:solidFill>
                  <a:srgbClr val="59657A"/>
                </a:solidFill>
                <a:latin typeface="Arial"/>
                <a:ea typeface="Arial"/>
                <a:cs typeface="Arial"/>
              </a:defRPr>
            </a:lvl7pPr>
            <a:lvl8pPr algn="ctr">
              <a:defRPr sz="1050" b="1">
                <a:solidFill>
                  <a:srgbClr val="59657A"/>
                </a:solidFill>
                <a:latin typeface="Arial"/>
                <a:ea typeface="Arial"/>
                <a:cs typeface="Arial"/>
              </a:defRPr>
            </a:lvl8pPr>
            <a:lvl9pPr algn="ctr">
              <a:defRPr sz="1050" b="1">
                <a:solidFill>
                  <a:srgbClr val="59657A"/>
                </a:solidFill>
                <a:latin typeface="Arial"/>
                <a:ea typeface="Arial"/>
                <a:cs typeface="Arial"/>
              </a:defRPr>
            </a:lvl9pPr>
          </a:lstStyle>
          <a:p xmlns:a="http://schemas.openxmlformats.org/drawingml/2006/main">
            <a:pPr algn="ctr">
              <a:defRPr sz="1050" b="1">
                <a:solidFill>
                  <a:srgbClr val="59657A"/>
                </a:solidFill>
                <a:latin typeface="Arial"/>
                <a:ea typeface="Arial"/>
                <a:cs typeface="Arial"/>
              </a:defRPr>
            </a:pPr>
            <a:r>
              <a:rPr sz="1050" b="1">
                <a:solidFill>
                  <a:srgbClr val="59657A"/>
                </a:solidFill>
                <a:latin typeface="Arial"/>
                <a:ea typeface="Arial"/>
                <a:cs typeface="Arial"/>
              </a:rPr>
              <a:t>P</a:t>
            </a:r>
          </a:p>
        </p:txBody>
      </p:sp>
      <p:sp>
        <p:nvSpPr>
          <p:cNvPr id="146" name="Proposed label-136">
            <a:extLst xmlns:a="http://schemas.openxmlformats.org/drawingml/2006/main">
              <a:ext uri="{FF2B5EF4-FFF2-40B4-BE49-F238E27FC236}">
                <a16:creationId xmlns:a16="http://schemas.microsoft.com/office/drawing/2014/main" id="{7CDF805E-3649-4890-944A-BFA4A2125CC0}"/>
              </a:ext>
            </a:extLst>
          </p:cNvPr>
          <p:cNvSpPr>
            <a:spLocks xmlns:a="http://schemas.openxmlformats.org/drawingml/2006/main" noGrp="1"/>
          </p:cNvSpPr>
          <p:nvPr/>
        </p:nvSpPr>
        <p:spPr>
          <a:xfrm xmlns:a="http://schemas.openxmlformats.org/drawingml/2006/main">
            <a:off x="895350" y="7267575"/>
            <a:ext cx="1352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1">
                <a:solidFill>
                  <a:srgbClr val="17243F"/>
                </a:solidFill>
                <a:latin typeface="Arial"/>
                <a:ea typeface="Arial"/>
                <a:cs typeface="Arial"/>
              </a:defRPr>
            </a:defPPr>
            <a:lvl1pPr algn="l">
              <a:defRPr sz="1500" b="1">
                <a:solidFill>
                  <a:srgbClr val="17243F"/>
                </a:solidFill>
                <a:latin typeface="Arial"/>
                <a:ea typeface="Arial"/>
                <a:cs typeface="Arial"/>
              </a:defRPr>
            </a:lvl1pPr>
            <a:lvl2pPr algn="l">
              <a:defRPr sz="1500" b="1">
                <a:solidFill>
                  <a:srgbClr val="17243F"/>
                </a:solidFill>
                <a:latin typeface="Arial"/>
                <a:ea typeface="Arial"/>
                <a:cs typeface="Arial"/>
              </a:defRPr>
            </a:lvl2pPr>
            <a:lvl3pPr algn="l">
              <a:defRPr sz="1500" b="1">
                <a:solidFill>
                  <a:srgbClr val="17243F"/>
                </a:solidFill>
                <a:latin typeface="Arial"/>
                <a:ea typeface="Arial"/>
                <a:cs typeface="Arial"/>
              </a:defRPr>
            </a:lvl3pPr>
            <a:lvl4pPr algn="l">
              <a:defRPr sz="1500" b="1">
                <a:solidFill>
                  <a:srgbClr val="17243F"/>
                </a:solidFill>
                <a:latin typeface="Arial"/>
                <a:ea typeface="Arial"/>
                <a:cs typeface="Arial"/>
              </a:defRPr>
            </a:lvl4pPr>
            <a:lvl5pPr algn="l">
              <a:defRPr sz="1500" b="1">
                <a:solidFill>
                  <a:srgbClr val="17243F"/>
                </a:solidFill>
                <a:latin typeface="Arial"/>
                <a:ea typeface="Arial"/>
                <a:cs typeface="Arial"/>
              </a:defRPr>
            </a:lvl5pPr>
            <a:lvl6pPr algn="l">
              <a:defRPr sz="1500" b="1">
                <a:solidFill>
                  <a:srgbClr val="17243F"/>
                </a:solidFill>
                <a:latin typeface="Arial"/>
                <a:ea typeface="Arial"/>
                <a:cs typeface="Arial"/>
              </a:defRPr>
            </a:lvl6pPr>
            <a:lvl7pPr algn="l">
              <a:defRPr sz="1500" b="1">
                <a:solidFill>
                  <a:srgbClr val="17243F"/>
                </a:solidFill>
                <a:latin typeface="Arial"/>
                <a:ea typeface="Arial"/>
                <a:cs typeface="Arial"/>
              </a:defRPr>
            </a:lvl7pPr>
            <a:lvl8pPr algn="l">
              <a:defRPr sz="1500" b="1">
                <a:solidFill>
                  <a:srgbClr val="17243F"/>
                </a:solidFill>
                <a:latin typeface="Arial"/>
                <a:ea typeface="Arial"/>
                <a:cs typeface="Arial"/>
              </a:defRPr>
            </a:lvl8pPr>
            <a:lvl9pPr algn="l">
              <a:defRPr sz="1500" b="1">
                <a:solidFill>
                  <a:srgbClr val="17243F"/>
                </a:solidFill>
                <a:latin typeface="Arial"/>
                <a:ea typeface="Arial"/>
                <a:cs typeface="Arial"/>
              </a:defRPr>
            </a:lvl9pPr>
          </a:lstStyle>
          <a:p xmlns:a="http://schemas.openxmlformats.org/drawingml/2006/main">
            <a:pPr algn="l">
              <a:defRPr sz="1500" b="1">
                <a:solidFill>
                  <a:srgbClr val="17243F"/>
                </a:solidFill>
                <a:latin typeface="Arial"/>
                <a:ea typeface="Arial"/>
                <a:cs typeface="Arial"/>
              </a:defRPr>
            </a:pPr>
            <a:r>
              <a:rPr sz="1500" b="1">
                <a:solidFill>
                  <a:srgbClr val="17243F"/>
                </a:solidFill>
                <a:latin typeface="Arial"/>
                <a:ea typeface="Arial"/>
                <a:cs typeface="Arial"/>
              </a:rPr>
              <a:t>Proposed</a:t>
            </a:r>
          </a:p>
        </p:txBody>
      </p:sp>
      <p:sp>
        <p:nvSpPr>
          <p:cNvPr id="147" name="Proposed technologies-137">
            <a:extLst xmlns:a="http://schemas.openxmlformats.org/drawingml/2006/main">
              <a:ext uri="{FF2B5EF4-FFF2-40B4-BE49-F238E27FC236}">
                <a16:creationId xmlns:a16="http://schemas.microsoft.com/office/drawing/2014/main" id="{487A743F-BAA3-49AC-9C8E-1B121DBE162E}"/>
              </a:ext>
            </a:extLst>
          </p:cNvPr>
          <p:cNvSpPr>
            <a:spLocks xmlns:a="http://schemas.openxmlformats.org/drawingml/2006/main" noGrp="1"/>
          </p:cNvSpPr>
          <p:nvPr/>
        </p:nvSpPr>
        <p:spPr>
          <a:xfrm xmlns:a="http://schemas.openxmlformats.org/drawingml/2006/main">
            <a:off x="2381250" y="7267575"/>
            <a:ext cx="1228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59657A"/>
                </a:solidFill>
                <a:latin typeface="Arial"/>
                <a:ea typeface="Arial"/>
                <a:cs typeface="Arial"/>
              </a:defRPr>
            </a:defPPr>
            <a:lvl1pPr algn="l">
              <a:defRPr sz="1575" b="0">
                <a:solidFill>
                  <a:srgbClr val="59657A"/>
                </a:solidFill>
                <a:latin typeface="Arial"/>
                <a:ea typeface="Arial"/>
                <a:cs typeface="Arial"/>
              </a:defRPr>
            </a:lvl1pPr>
            <a:lvl2pPr algn="l">
              <a:defRPr sz="1575" b="0">
                <a:solidFill>
                  <a:srgbClr val="59657A"/>
                </a:solidFill>
                <a:latin typeface="Arial"/>
                <a:ea typeface="Arial"/>
                <a:cs typeface="Arial"/>
              </a:defRPr>
            </a:lvl2pPr>
            <a:lvl3pPr algn="l">
              <a:defRPr sz="1575" b="0">
                <a:solidFill>
                  <a:srgbClr val="59657A"/>
                </a:solidFill>
                <a:latin typeface="Arial"/>
                <a:ea typeface="Arial"/>
                <a:cs typeface="Arial"/>
              </a:defRPr>
            </a:lvl3pPr>
            <a:lvl4pPr algn="l">
              <a:defRPr sz="1575" b="0">
                <a:solidFill>
                  <a:srgbClr val="59657A"/>
                </a:solidFill>
                <a:latin typeface="Arial"/>
                <a:ea typeface="Arial"/>
                <a:cs typeface="Arial"/>
              </a:defRPr>
            </a:lvl4pPr>
            <a:lvl5pPr algn="l">
              <a:defRPr sz="1575" b="0">
                <a:solidFill>
                  <a:srgbClr val="59657A"/>
                </a:solidFill>
                <a:latin typeface="Arial"/>
                <a:ea typeface="Arial"/>
                <a:cs typeface="Arial"/>
              </a:defRPr>
            </a:lvl5pPr>
            <a:lvl6pPr algn="l">
              <a:defRPr sz="1575" b="0">
                <a:solidFill>
                  <a:srgbClr val="59657A"/>
                </a:solidFill>
                <a:latin typeface="Arial"/>
                <a:ea typeface="Arial"/>
                <a:cs typeface="Arial"/>
              </a:defRPr>
            </a:lvl6pPr>
            <a:lvl7pPr algn="l">
              <a:defRPr sz="1575" b="0">
                <a:solidFill>
                  <a:srgbClr val="59657A"/>
                </a:solidFill>
                <a:latin typeface="Arial"/>
                <a:ea typeface="Arial"/>
                <a:cs typeface="Arial"/>
              </a:defRPr>
            </a:lvl7pPr>
            <a:lvl8pPr algn="l">
              <a:defRPr sz="1575" b="0">
                <a:solidFill>
                  <a:srgbClr val="59657A"/>
                </a:solidFill>
                <a:latin typeface="Arial"/>
                <a:ea typeface="Arial"/>
                <a:cs typeface="Arial"/>
              </a:defRPr>
            </a:lvl8pPr>
            <a:lvl9pPr algn="l">
              <a:defRPr sz="1575" b="0">
                <a:solidFill>
                  <a:srgbClr val="59657A"/>
                </a:solidFill>
                <a:latin typeface="Arial"/>
                <a:ea typeface="Arial"/>
                <a:cs typeface="Arial"/>
              </a:defRPr>
            </a:lvl9pPr>
          </a:lstStyle>
          <a:p xmlns:a="http://schemas.openxmlformats.org/drawingml/2006/main">
            <a:pPr algn="l">
              <a:defRPr sz="1575" b="0">
                <a:solidFill>
                  <a:srgbClr val="59657A"/>
                </a:solidFill>
                <a:latin typeface="Arial"/>
                <a:ea typeface="Arial"/>
                <a:cs typeface="Arial"/>
              </a:defRPr>
            </a:pPr>
            <a:r>
              <a:rPr sz="1575" b="0">
                <a:solidFill>
                  <a:srgbClr val="59657A"/>
                </a:solidFill>
                <a:latin typeface="Arial"/>
                <a:ea typeface="Arial"/>
                <a:cs typeface="Arial"/>
              </a:rPr>
              <a:t>Vertex AI Agent Engine / Cloud Monitoring / BigQuery / Vertex AI Search</a:t>
            </a:r>
          </a:p>
        </p:txBody>
      </p:sp>
      <p:sp>
        <p:nvSpPr>
          <p:cNvPr id="148" name="Key takeaway-138">
            <a:extLst xmlns:a="http://schemas.openxmlformats.org/drawingml/2006/main">
              <a:ext uri="{FF2B5EF4-FFF2-40B4-BE49-F238E27FC236}">
                <a16:creationId xmlns:a16="http://schemas.microsoft.com/office/drawing/2014/main" id="{8ABAB377-1651-48E4-91CC-21BED4C933F1}"/>
              </a:ext>
            </a:extLst>
          </p:cNvPr>
          <p:cNvSpPr>
            <a:spLocks xmlns:a="http://schemas.openxmlformats.org/drawingml/2006/main" noGrp="1"/>
          </p:cNvSpPr>
          <p:nvPr/>
        </p:nvSpPr>
        <p:spPr>
          <a:xfrm xmlns:a="http://schemas.openxmlformats.org/drawingml/2006/main">
            <a:off x="419100" y="7953375"/>
            <a:ext cx="14401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17243F"/>
                </a:solidFill>
                <a:latin typeface="Arial"/>
                <a:ea typeface="Arial"/>
                <a:cs typeface="Arial"/>
              </a:defRPr>
            </a:defPPr>
            <a:lvl1pPr algn="l">
              <a:defRPr sz="1875" b="1">
                <a:solidFill>
                  <a:srgbClr val="17243F"/>
                </a:solidFill>
                <a:latin typeface="Arial"/>
                <a:ea typeface="Arial"/>
                <a:cs typeface="Arial"/>
              </a:defRPr>
            </a:lvl1pPr>
            <a:lvl2pPr algn="l">
              <a:defRPr sz="1875" b="1">
                <a:solidFill>
                  <a:srgbClr val="17243F"/>
                </a:solidFill>
                <a:latin typeface="Arial"/>
                <a:ea typeface="Arial"/>
                <a:cs typeface="Arial"/>
              </a:defRPr>
            </a:lvl2pPr>
            <a:lvl3pPr algn="l">
              <a:defRPr sz="1875" b="1">
                <a:solidFill>
                  <a:srgbClr val="17243F"/>
                </a:solidFill>
                <a:latin typeface="Arial"/>
                <a:ea typeface="Arial"/>
                <a:cs typeface="Arial"/>
              </a:defRPr>
            </a:lvl3pPr>
            <a:lvl4pPr algn="l">
              <a:defRPr sz="1875" b="1">
                <a:solidFill>
                  <a:srgbClr val="17243F"/>
                </a:solidFill>
                <a:latin typeface="Arial"/>
                <a:ea typeface="Arial"/>
                <a:cs typeface="Arial"/>
              </a:defRPr>
            </a:lvl4pPr>
            <a:lvl5pPr algn="l">
              <a:defRPr sz="1875" b="1">
                <a:solidFill>
                  <a:srgbClr val="17243F"/>
                </a:solidFill>
                <a:latin typeface="Arial"/>
                <a:ea typeface="Arial"/>
                <a:cs typeface="Arial"/>
              </a:defRPr>
            </a:lvl5pPr>
            <a:lvl6pPr algn="l">
              <a:defRPr sz="1875" b="1">
                <a:solidFill>
                  <a:srgbClr val="17243F"/>
                </a:solidFill>
                <a:latin typeface="Arial"/>
                <a:ea typeface="Arial"/>
                <a:cs typeface="Arial"/>
              </a:defRPr>
            </a:lvl6pPr>
            <a:lvl7pPr algn="l">
              <a:defRPr sz="1875" b="1">
                <a:solidFill>
                  <a:srgbClr val="17243F"/>
                </a:solidFill>
                <a:latin typeface="Arial"/>
                <a:ea typeface="Arial"/>
                <a:cs typeface="Arial"/>
              </a:defRPr>
            </a:lvl7pPr>
            <a:lvl8pPr algn="l">
              <a:defRPr sz="1875" b="1">
                <a:solidFill>
                  <a:srgbClr val="17243F"/>
                </a:solidFill>
                <a:latin typeface="Arial"/>
                <a:ea typeface="Arial"/>
                <a:cs typeface="Arial"/>
              </a:defRPr>
            </a:lvl8pPr>
            <a:lvl9pPr algn="l">
              <a:defRPr sz="1875" b="1">
                <a:solidFill>
                  <a:srgbClr val="17243F"/>
                </a:solidFill>
                <a:latin typeface="Arial"/>
                <a:ea typeface="Arial"/>
                <a:cs typeface="Arial"/>
              </a:defRPr>
            </a:lvl9pPr>
          </a:lstStyle>
          <a:p xmlns:a="http://schemas.openxmlformats.org/drawingml/2006/main">
            <a:pPr algn="l">
              <a:defRPr sz="1875" b="1">
                <a:solidFill>
                  <a:srgbClr val="17243F"/>
                </a:solidFill>
                <a:latin typeface="Arial"/>
                <a:ea typeface="Arial"/>
                <a:cs typeface="Arial"/>
              </a:defRPr>
            </a:pPr>
            <a:r>
              <a:rPr sz="1875" b="1">
                <a:solidFill>
                  <a:srgbClr val="17243F"/>
                </a:solidFill>
                <a:latin typeface="Arial"/>
                <a:ea typeface="Arial"/>
                <a:cs typeface="Arial"/>
              </a:rPr>
              <a:t>Build the financial safeguards. Use managed infrastructure. Keep AI advisory.</a:t>
            </a:r>
          </a:p>
        </p:txBody>
      </p:sp>
      <p:sp>
        <p:nvSpPr>
          <p:cNvPr id="149" name="Evidence qualification-139">
            <a:extLst xmlns:a="http://schemas.openxmlformats.org/drawingml/2006/main">
              <a:ext uri="{FF2B5EF4-FFF2-40B4-BE49-F238E27FC236}">
                <a16:creationId xmlns:a16="http://schemas.microsoft.com/office/drawing/2014/main" id="{16619AAA-CCDC-4CDC-A483-5C59AE2F0823}"/>
              </a:ext>
            </a:extLst>
          </p:cNvPr>
          <p:cNvSpPr>
            <a:spLocks xmlns:a="http://schemas.openxmlformats.org/drawingml/2006/main" noGrp="1"/>
          </p:cNvSpPr>
          <p:nvPr/>
        </p:nvSpPr>
        <p:spPr>
          <a:xfrm xmlns:a="http://schemas.openxmlformats.org/drawingml/2006/main">
            <a:off x="419100" y="8334375"/>
            <a:ext cx="14401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238" b="0">
                <a:solidFill>
                  <a:srgbClr val="59657A"/>
                </a:solidFill>
                <a:latin typeface="Arial"/>
                <a:ea typeface="Arial"/>
                <a:cs typeface="Arial"/>
              </a:defRPr>
            </a:defPPr>
            <a:lvl1pPr algn="l">
              <a:defRPr sz="1238" b="0">
                <a:solidFill>
                  <a:srgbClr val="59657A"/>
                </a:solidFill>
                <a:latin typeface="Arial"/>
                <a:ea typeface="Arial"/>
                <a:cs typeface="Arial"/>
              </a:defRPr>
            </a:lvl1pPr>
            <a:lvl2pPr algn="l">
              <a:defRPr sz="1238" b="0">
                <a:solidFill>
                  <a:srgbClr val="59657A"/>
                </a:solidFill>
                <a:latin typeface="Arial"/>
                <a:ea typeface="Arial"/>
                <a:cs typeface="Arial"/>
              </a:defRPr>
            </a:lvl2pPr>
            <a:lvl3pPr algn="l">
              <a:defRPr sz="1238" b="0">
                <a:solidFill>
                  <a:srgbClr val="59657A"/>
                </a:solidFill>
                <a:latin typeface="Arial"/>
                <a:ea typeface="Arial"/>
                <a:cs typeface="Arial"/>
              </a:defRPr>
            </a:lvl3pPr>
            <a:lvl4pPr algn="l">
              <a:defRPr sz="1238" b="0">
                <a:solidFill>
                  <a:srgbClr val="59657A"/>
                </a:solidFill>
                <a:latin typeface="Arial"/>
                <a:ea typeface="Arial"/>
                <a:cs typeface="Arial"/>
              </a:defRPr>
            </a:lvl4pPr>
            <a:lvl5pPr algn="l">
              <a:defRPr sz="1238" b="0">
                <a:solidFill>
                  <a:srgbClr val="59657A"/>
                </a:solidFill>
                <a:latin typeface="Arial"/>
                <a:ea typeface="Arial"/>
                <a:cs typeface="Arial"/>
              </a:defRPr>
            </a:lvl5pPr>
            <a:lvl6pPr algn="l">
              <a:defRPr sz="1238" b="0">
                <a:solidFill>
                  <a:srgbClr val="59657A"/>
                </a:solidFill>
                <a:latin typeface="Arial"/>
                <a:ea typeface="Arial"/>
                <a:cs typeface="Arial"/>
              </a:defRPr>
            </a:lvl6pPr>
            <a:lvl7pPr algn="l">
              <a:defRPr sz="1238" b="0">
                <a:solidFill>
                  <a:srgbClr val="59657A"/>
                </a:solidFill>
                <a:latin typeface="Arial"/>
                <a:ea typeface="Arial"/>
                <a:cs typeface="Arial"/>
              </a:defRPr>
            </a:lvl7pPr>
            <a:lvl8pPr algn="l">
              <a:defRPr sz="1238" b="0">
                <a:solidFill>
                  <a:srgbClr val="59657A"/>
                </a:solidFill>
                <a:latin typeface="Arial"/>
                <a:ea typeface="Arial"/>
                <a:cs typeface="Arial"/>
              </a:defRPr>
            </a:lvl8pPr>
            <a:lvl9pPr algn="l">
              <a:defRPr sz="1238" b="0">
                <a:solidFill>
                  <a:srgbClr val="59657A"/>
                </a:solidFill>
                <a:latin typeface="Arial"/>
                <a:ea typeface="Arial"/>
                <a:cs typeface="Arial"/>
              </a:defRPr>
            </a:lvl9pPr>
          </a:lstStyle>
          <a:p xmlns:a="http://schemas.openxmlformats.org/drawingml/2006/main">
            <a:pPr algn="l">
              <a:defRPr sz="1238" b="0">
                <a:solidFill>
                  <a:srgbClr val="59657A"/>
                </a:solidFill>
                <a:latin typeface="Arial"/>
                <a:ea typeface="Arial"/>
                <a:cs typeface="Arial"/>
              </a:defRPr>
            </a:pPr>
            <a:r>
              <a:rPr sz="1238" b="0">
                <a:solidFill>
                  <a:srgbClr val="59657A"/>
                </a:solidFill>
                <a:latin typeface="Arial"/>
                <a:ea typeface="Arial"/>
                <a:cs typeface="Arial"/>
              </a:rPr>
              <a:t>Source aacd3a5 / dated 17 Oct cloud evidence / latest candidate cloud acceptance unverified / global inference may leave Singapore</a:t>
            </a:r>
          </a:p>
        </p:txBody>
      </p:sp>
    </p:spTree>
    <p:extLst>
      <p:ext uri="{BB962C8B-B14F-4D97-AF65-F5344CB8AC3E}">
        <p14:creationId xmlns:p14="http://schemas.microsoft.com/office/powerpoint/2010/main" val="17427556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2026-10-18T12:26:08.9740000Z</dcterms:created>
  <dcterms:modified xsi:type="dcterms:W3CDTF">2026-10-18T12:26:08.9750000Z</dcterms:modified>
</coreProperties>
</file>