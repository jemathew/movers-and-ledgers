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437bc01f124b80" /><Relationship Type="http://schemas.openxmlformats.org/officeDocument/2006/relationships/extended-properties" Target="/docProps/app.xml" Id="Rc97ac94b077b4bd7" /><Relationship Type="http://schemas.openxmlformats.org/officeDocument/2006/relationships/officeDocument" Target="/ppt/presentation.xml" Id="R0aef0bc54df74d8d" /></Relationships>
</file>

<file path=ppt/presentation.xml><?xml version="1.0" encoding="utf-8"?>
<p:presentation xmlns:p="http://schemas.openxmlformats.org/presentationml/2006/main">
  <p:sldMasterIdLst>
    <p:sldMasterId xmlns:r="http://schemas.openxmlformats.org/officeDocument/2006/relationships" id="2147483648" r:id="Rbd34577428e74cca"/>
  </p:sldMasterIdLst>
  <p:notesMasterIdLst>
    <p:notesMasterId xmlns:r="http://schemas.openxmlformats.org/officeDocument/2006/relationships" r:id="R64b62840ba5c4a92"/>
  </p:notesMasterIdLst>
  <p:sldIdLst>
    <p:sldId xmlns:r="http://schemas.openxmlformats.org/officeDocument/2006/relationships" id="256" r:id="R788eaa6329c44682"/>
    <p:sldId xmlns:r="http://schemas.openxmlformats.org/officeDocument/2006/relationships" id="257" r:id="Re93b6f938ac14470"/>
    <p:sldId xmlns:r="http://schemas.openxmlformats.org/officeDocument/2006/relationships" id="258" r:id="R2cb9ab80e949485f"/>
    <p:sldId xmlns:r="http://schemas.openxmlformats.org/officeDocument/2006/relationships" id="259" r:id="Rd34c9e1e47084cb0"/>
    <p:sldId xmlns:r="http://schemas.openxmlformats.org/officeDocument/2006/relationships" id="260" r:id="Rd29f0f44d7df4c7d"/>
    <p:sldId xmlns:r="http://schemas.openxmlformats.org/officeDocument/2006/relationships" id="261" r:id="R974e4232477342c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14958a8a354969" /><Relationship Type="http://schemas.openxmlformats.org/officeDocument/2006/relationships/slideMaster" Target="/ppt/slideMasters/slideMaster1.xml" Id="Rbd34577428e74cca" /><Relationship Type="http://schemas.openxmlformats.org/officeDocument/2006/relationships/notesMaster" Target="/ppt/notesMasters/notesMaster1.xml" Id="R64b62840ba5c4a92" /><Relationship Type="http://schemas.openxmlformats.org/officeDocument/2006/relationships/presProps" Target="/ppt/presProps.xml" Id="Rb8a6bef12c394e47" /><Relationship Type="http://schemas.openxmlformats.org/officeDocument/2006/relationships/tableStyles" Target="/ppt/tableStyles.xml" Id="Rad50f08d45084329" /><Relationship Type="http://schemas.openxmlformats.org/officeDocument/2006/relationships/slide" Target="/ppt/slides/slide1.xml" Id="R788eaa6329c44682" /><Relationship Type="http://schemas.openxmlformats.org/officeDocument/2006/relationships/slide" Target="/ppt/slides/slide2.xml" Id="Re93b6f938ac14470" /><Relationship Type="http://schemas.openxmlformats.org/officeDocument/2006/relationships/slide" Target="/ppt/slides/slide3.xml" Id="R2cb9ab80e949485f" /><Relationship Type="http://schemas.openxmlformats.org/officeDocument/2006/relationships/slide" Target="/ppt/slides/slide4.xml" Id="Rd34c9e1e47084cb0" /><Relationship Type="http://schemas.openxmlformats.org/officeDocument/2006/relationships/slide" Target="/ppt/slides/slide5.xml" Id="Rd29f0f44d7df4c7d" /><Relationship Type="http://schemas.openxmlformats.org/officeDocument/2006/relationships/slide" Target="/ppt/slides/slide6.xml" Id="R974e4232477342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416e7eb06344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MoveBooks Product UI">
      <a:dk1>
        <a:srgbClr val="000000"/>
      </a:dk1>
      <a:lt1>
        <a:srgbClr val="FFFFFF"/>
      </a:lt1>
      <a:dk2>
        <a:srgbClr val="17243F"/>
      </a:dk2>
      <a:lt2>
        <a:srgbClr val="F7F9FC"/>
      </a:lt2>
      <a:accent1>
        <a:srgbClr val="155EEF"/>
      </a:accent1>
      <a:accent2>
        <a:srgbClr val="5448C8"/>
      </a:accent2>
      <a:accent3>
        <a:srgbClr val="087A55"/>
      </a:accent3>
      <a:accent4>
        <a:srgbClr val="A15C00"/>
      </a:accent4>
      <a:accent5>
        <a:srgbClr val="64748B"/>
      </a:accent5>
      <a:accent6>
        <a:srgbClr val="D8E0EB"/>
      </a:accent6>
      <a:hlink>
        <a:srgbClr val="155EEF"/>
      </a:hlink>
      <a:folHlink>
        <a:srgbClr val="5448C8"/>
      </a:folHlink>
    </a:clrScheme>
    <a:fontScheme name="">
      <a:majorFont>
        <a:latin typeface="Arial"/>
        <a:ea typeface=""/>
        <a:cs typeface=""/>
      </a:majorFont>
      <a:minorFont>
        <a:latin typeface="Arial"/>
        <a:ea typeface=""/>
        <a:cs typeface=""/>
      </a:minorFont>
    </a:fontScheme>
    <a:fmtScheme name="MoveBooks Product UI">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7c142a102948fe" /><Relationship Type="http://schemas.openxmlformats.org/officeDocument/2006/relationships/notesMaster" Target="/ppt/notesMasters/notesMaster1.xml" Id="R6b92c571937449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c0c7d73f324284" /><Relationship Type="http://schemas.openxmlformats.org/officeDocument/2006/relationships/notesMaster" Target="/ppt/notesMasters/notesMaster1.xml" Id="R5b4be91deeff40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685ca47bf7485a" /><Relationship Type="http://schemas.openxmlformats.org/officeDocument/2006/relationships/notesMaster" Target="/ppt/notesMasters/notesMaster1.xml" Id="Ra3de585ef50c43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0b50ca940246af" /><Relationship Type="http://schemas.openxmlformats.org/officeDocument/2006/relationships/notesMaster" Target="/ppt/notesMasters/notesMaster1.xml" Id="R79ab866f23dc4b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bc8d69b18f4aa5" /><Relationship Type="http://schemas.openxmlformats.org/officeDocument/2006/relationships/notesMaster" Target="/ppt/notesMasters/notesMaster1.xml" Id="Rc5bbae0451ee48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d3c1524ba354285" /><Relationship Type="http://schemas.openxmlformats.org/officeDocument/2006/relationships/notesMaster" Target="/ppt/notesMasters/notesMaster1.xml" Id="R23923f7c4cf54a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six screens are native editable UX reconstructions, not screenshots and not a deployed UI claim. Shapes and text intentionally simplify the inspected app using its light theme, primary blue #155eef, semantic success/warning/error and advisory purple #5448c8. The five customer phases and member navigation reuse existing product terminology. Current implementation evidence is local synthetic beta. Layout, compact summaries and explicitly marked new controls are proposed. Current authority is workspace owner, not selected persona or delegated accountant RBAC. Live Gemini runtime verification remains pending. No real provider connection, production migration, hosted file processing, arbitrary financial adjustment or automatic irreversible cutover is represented.</a:t>
            </a:r>
          </a:p>
          <a:p xmlns:a="http://schemas.openxmlformats.org/drawingml/2006/main">
            <a:r>
              <a:t/>
            </a:r>
          </a:p>
          <a:p xmlns:a="http://schemas.openxmlformats.org/drawingml/2006/main">
            <a:r>
              <a:t>Screen 1 uses the implemented Harbor Light sample entry but proposes a streamlined landing form. Current app uses a sample-business selector and a separate local test-file experience; it does not implement provider connectivity or a separate persona-granted role. Generic accounting export and synthetic cloud target are deliberately provider-neutral labels, not supported production integrations. The pre-assessment assistant is proposed because current bounded reasoning capabilities begin at planning. Start Assessment is a simplified CTA label for the existing explicit owner-scoped session creation and discovery/assessment action. No access grant or upload follows from the mockup selections.</a:t>
            </a:r>
          </a:p>
          <a:p xmlns:a="http://schemas.openxmlformats.org/drawingml/2006/main">
            <a:r>
              <a:t/>
            </a:r>
          </a:p>
          <a:p xmlns:a="http://schemas.openxmlformats.org/drawingml/2006/main">
            <a:r>
              <a:t>Source inspected on delivery/submission-integration at aacd3a5. Repository-relative references: apps/web/app/globals.css; apps/web/components/Nav.tsx; apps/web/components/public-surfaces/content.ts; apps/web/components/journey/journey.ts; apps/web/components/discover-assess/DiscoverAssessExperience.tsx; apps/web/components/plan-map-approve/MappingReview.tsx; apps/web/components/migrate-resolve/MigrateResolveExperience.tsx; apps/web/components/validate-configure/ValidateConfigureExperience.tsx; apps/web/components/onboard-fpu/OnboardFpuExperience.tsx; synthetic-data/migration-demo-company.json; synthetic-data/sample-company.json; tools/mapping/controls.py; tools/validation/checks.py; agents/reviewer/agent.py; agents/reasoning/prompts.py; domain/reasoning/models.py; docs/submission/browser-journey/dryrun/browser-evidence.json and relevant PNGs; docs/submission/acceptance-report.md. The current reasoning contexts are planning, mapping, resolution, configuration and onboarding; discovery/readiness and validation discrepancy AI assistance are proposed rather than implemented live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six screens are native editable UX reconstructions, not screenshots and not a deployed UI claim. Shapes and text intentionally simplify the inspected app using its light theme, primary blue #155eef, semantic success/warning/error and advisory purple #5448c8. The five customer phases and member navigation reuse existing product terminology. Current implementation evidence is local synthetic beta. Layout, compact summaries and explicitly marked new controls are proposed. Current authority is workspace owner, not selected persona or delegated accountant RBAC. Live Gemini runtime verification remains pending. No real provider connection, production migration, hosted file processing, arbitrary financial adjustment or automatic irreversible cutover is represented.</a:t>
            </a:r>
          </a:p>
          <a:p xmlns:a="http://schemas.openxmlformats.org/drawingml/2006/main">
            <a:r>
              <a:t/>
            </a:r>
          </a:p>
          <a:p xmlns:a="http://schemas.openxmlformats.org/drawingml/2006/main">
            <a:r>
              <a:t>Screen 2 main state is the verified Harbor Light readiness fixture: zero blockers and zero warnings, ready to plan. The amber panel is explicitly an alternate Northstar Supplies failure state, not unresolved Harbor Light findings. Northstar expected findings are one invalid customer reference blocker and three warnings: duplicate customer candidates, missing vendor name and unsupported configuration. The compact panel names all four findings. Required source data checks are deterministic and bounded, not production provider compatibility. Editing source evidence and reassessment must preserve immutable context/checksums or create a separate valid assessment. The AI explanation described in the annotation is proposed, not a new implemented readiness capability.</a:t>
            </a:r>
          </a:p>
          <a:p xmlns:a="http://schemas.openxmlformats.org/drawingml/2006/main">
            <a:r>
              <a:t/>
            </a:r>
          </a:p>
          <a:p xmlns:a="http://schemas.openxmlformats.org/drawingml/2006/main">
            <a:r>
              <a:t>Source inspected on delivery/submission-integration at aacd3a5. Repository-relative references: apps/web/app/globals.css; apps/web/components/Nav.tsx; apps/web/components/public-surfaces/content.ts; apps/web/components/journey/journey.ts; apps/web/components/discover-assess/DiscoverAssessExperience.tsx; apps/web/components/plan-map-approve/MappingReview.tsx; apps/web/components/migrate-resolve/MigrateResolveExperience.tsx; apps/web/components/validate-configure/ValidateConfigureExperience.tsx; apps/web/components/onboard-fpu/OnboardFpuExperience.tsx; synthetic-data/migration-demo-company.json; synthetic-data/sample-company.json; tools/mapping/controls.py; tools/validation/checks.py; agents/reviewer/agent.py; agents/reasoning/prompts.py; domain/reasoning/models.py; docs/submission/browser-journey/dryrun/browser-evidence.json and relevant PNGs; docs/submission/acceptance-report.md. The current reasoning contexts are planning, mapping, resolution, configuration and onboarding; discovery/readiness and validation discrepancy AI assistance are proposed rather than implemented live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six screens are native editable UX reconstructions, not screenshots and not a deployed UI claim. Shapes and text intentionally simplify the inspected app using its light theme, primary blue #155eef, semantic success/warning/error and advisory purple #5448c8. The five customer phases and member navigation reuse existing product terminology. Current implementation evidence is local synthetic beta. Layout, compact summaries and explicitly marked new controls are proposed. Current authority is workspace owner, not selected persona or delegated accountant RBAC. Live Gemini runtime verification remains pending. No real provider connection, production migration, hosted file processing, arbitrary financial adjustment or automatic irreversible cutover is represented.</a:t>
            </a:r>
          </a:p>
          <a:p xmlns:a="http://schemas.openxmlformats.org/drawingml/2006/main">
            <a:r>
              <a:t/>
            </a:r>
          </a:p>
          <a:p xmlns:a="http://schemas.openxmlformats.org/drawingml/2006/main">
            <a:r>
              <a:t>Screen 3 reconstructs the supported 1200 Misc Clearing slice: Other Current Asset suggestion, 0.76 deterministic policy confidence and medium risk. The confidence is not LLM accuracy or calibrated prediction. The independent Reviewer fallback returns CHALLENGED/EVIDENCE_INCOMPLETE for missing business purpose/settlement history, has no financial mutation authority, and is distinct from the Advisor. Evidence review is the dominant action for this unresolved case. Approve Plan is shown unavailable while the queue has 12 pending reviews. Every mapping must have attributable review before the exact current version/checksum-bound plan can be approved. The compact Edit Mapping label summarizes supported compatible-target selection; it is not arbitrary free-form transformation or a newly supported provider conversion. No recommendations have been applied.</a:t>
            </a:r>
          </a:p>
          <a:p xmlns:a="http://schemas.openxmlformats.org/drawingml/2006/main">
            <a:r>
              <a:t/>
            </a:r>
          </a:p>
          <a:p xmlns:a="http://schemas.openxmlformats.org/drawingml/2006/main">
            <a:r>
              <a:t>Source inspected on delivery/submission-integration at aacd3a5. Repository-relative references: apps/web/app/globals.css; apps/web/components/Nav.tsx; apps/web/components/public-surfaces/content.ts; apps/web/components/journey/journey.ts; apps/web/components/discover-assess/DiscoverAssessExperience.tsx; apps/web/components/plan-map-approve/MappingReview.tsx; apps/web/components/migrate-resolve/MigrateResolveExperience.tsx; apps/web/components/validate-configure/ValidateConfigureExperience.tsx; apps/web/components/onboard-fpu/OnboardFpuExperience.tsx; synthetic-data/migration-demo-company.json; synthetic-data/sample-company.json; tools/mapping/controls.py; tools/validation/checks.py; agents/reviewer/agent.py; agents/reasoning/prompts.py; domain/reasoning/models.py; docs/submission/browser-journey/dryrun/browser-evidence.json and relevant PNGs; docs/submission/acceptance-report.md. The current reasoning contexts are planning, mapping, resolution, configuration and onboarding; discovery/readiness and validation discrepancy AI assistance are proposed rather than implemented live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six screens are native editable UX reconstructions, not screenshots and not a deployed UI claim. Shapes and text intentionally simplify the inspected app using its light theme, primary blue #155eef, semantic success/warning/error and advisory purple #5448c8. The five customer phases and member navigation reuse existing product terminology. Current implementation evidence is local synthetic beta. Layout, compact summaries and explicitly marked new controls are proposed. Current authority is workspace owner, not selected persona or delegated accountant RBAC. Live Gemini runtime verification remains pending. No real provider connection, production migration, hosted file processing, arbitrary financial adjustment or automatic irreversible cutover is represented.</a:t>
            </a:r>
          </a:p>
          <a:p xmlns:a="http://schemas.openxmlformats.org/drawingml/2006/main">
            <a:r>
              <a:t/>
            </a:r>
          </a:p>
          <a:p xmlns:a="http://schemas.openxmlformats.org/drawingml/2006/main">
            <a:r>
              <a:t>Screen 4 reflects the Harbor Light controlled DUPLICATE_CUSTOMER exception and recorded 33% processed progress. The screenshot/source show batch-02-customers, medium risk, a policy-based record_duplicate_disposition_and_retry proposal and explicit owner approval. The mockup does not propose automatic entity/history merging. Retry remains unavailable until its permitted remedy is approved; completed checkpoints are reused and high-risk/unknown/exhausted cases stop and escalate. In progress denotes the user’s resolution review, not continued target writes while paused. A policy-versioned fixed specialist prepares the actual proposal. Optional model-backed resolution explanation is Partial/live pending, not the source of financial execution authority. Evidence/activity is summarized by the preserved checkpoint, batch reference and versioned policy. Full activity history remains available in the actual product.</a:t>
            </a:r>
          </a:p>
          <a:p xmlns:a="http://schemas.openxmlformats.org/drawingml/2006/main">
            <a:r>
              <a:t/>
            </a:r>
          </a:p>
          <a:p xmlns:a="http://schemas.openxmlformats.org/drawingml/2006/main">
            <a:r>
              <a:t>Source inspected on delivery/submission-integration at aacd3a5. Repository-relative references: apps/web/app/globals.css; apps/web/components/Nav.tsx; apps/web/components/public-surfaces/content.ts; apps/web/components/journey/journey.ts; apps/web/components/discover-assess/DiscoverAssessExperience.tsx; apps/web/components/plan-map-approve/MappingReview.tsx; apps/web/components/migrate-resolve/MigrateResolveExperience.tsx; apps/web/components/validate-configure/ValidateConfigureExperience.tsx; apps/web/components/onboard-fpu/OnboardFpuExperience.tsx; synthetic-data/migration-demo-company.json; synthetic-data/sample-company.json; tools/mapping/controls.py; tools/validation/checks.py; agents/reviewer/agent.py; agents/reasoning/prompts.py; domain/reasoning/models.py; docs/submission/browser-journey/dryrun/browser-evidence.json and relevant PNGs; docs/submission/acceptance-report.md. The current reasoning contexts are planning, mapping, resolution, configuration and onboarding; discovery/readiness and validation discrepancy AI assistance are proposed rather than implemented live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six screens are native editable UX reconstructions, not screenshots and not a deployed UI claim. Shapes and text intentionally simplify the inspected app using its light theme, primary blue #155eef, semantic success/warning/error and advisory purple #5448c8. The five customer phases and member navigation reuse existing product terminology. Current implementation evidence is local synthetic beta. Layout, compact summaries and explicitly marked new controls are proposed. Current authority is workspace owner, not selected persona or delegated accountant RBAC. Live Gemini runtime verification remains pending. No real provider connection, production migration, hosted file processing, arbitrary financial adjustment or automatic irreversible cutover is represented.</a:t>
            </a:r>
          </a:p>
          <a:p xmlns:a="http://schemas.openxmlformats.org/drawingml/2006/main">
            <a:r>
              <a:t/>
            </a:r>
          </a:p>
          <a:p xmlns:a="http://schemas.openxmlformats.org/drawingml/2006/main">
            <a:r>
              <a:t>Screen 5 clean Harbor Light state is based on 17 matching recorded checks. A/R is USD420.00, A/P control is USD125.00, 5 accounts and 2 journal records from the canonical fixture. Count rows are counts, not currency. Source and synthetic target match exactly. Other checks include entity/reference/mapping/transformation integrity, trial balance and immutable snapshots; this UI is a concise subset, not a complete report. The amber branch is explicitly an alternate failed-check scenario from apps/web/components/validate-configure/ValidateConfigureExperience.test.tsx: source420/target400/difference−20, blocked. It is not simultaneous unresolved state in the green report. Approved restoration copies only supported checksum-bound source evidence into the synthetic target, preserves audit lineage and mandates revalidation. No write-off or tolerance is implied. The separate review checkbox is a proposed UX control, not an existing API sign-off state. Current UI Continue to configuration is retained semantically; human approval never overrides failed exact checks. AI discrepancy explanation is proposed because existing reasoning contexts exclude financial reconciliation.</a:t>
            </a:r>
          </a:p>
          <a:p xmlns:a="http://schemas.openxmlformats.org/drawingml/2006/main">
            <a:r>
              <a:t/>
            </a:r>
          </a:p>
          <a:p xmlns:a="http://schemas.openxmlformats.org/drawingml/2006/main">
            <a:r>
              <a:t>Source inspected on delivery/submission-integration at aacd3a5. Repository-relative references: apps/web/app/globals.css; apps/web/components/Nav.tsx; apps/web/components/public-surfaces/content.ts; apps/web/components/journey/journey.ts; apps/web/components/discover-assess/DiscoverAssessExperience.tsx; apps/web/components/plan-map-approve/MappingReview.tsx; apps/web/components/migrate-resolve/MigrateResolveExperience.tsx; apps/web/components/validate-configure/ValidateConfigureExperience.tsx; apps/web/components/onboard-fpu/OnboardFpuExperience.tsx; synthetic-data/migration-demo-company.json; synthetic-data/sample-company.json; tools/mapping/controls.py; tools/validation/checks.py; agents/reviewer/agent.py; agents/reasoning/prompts.py; domain/reasoning/models.py; docs/submission/browser-journey/dryrun/browser-evidence.json and relevant PNGs; docs/submission/acceptance-report.md. The current reasoning contexts are planning, mapping, resolution, configuration and onboarding; discovery/readiness and validation discrepancy AI assistance are proposed rather than implemented live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six screens are native editable UX reconstructions, not screenshots and not a deployed UI claim. Shapes and text intentionally simplify the inspected app using its light theme, primary blue #155eef, semantic success/warning/error and advisory purple #5448c8. The five customer phases and member navigation reuse existing product terminology. Current implementation evidence is local synthetic beta. Layout, compact summaries and explicitly marked new controls are proposed. Current authority is workspace owner, not selected persona or delegated accountant RBAC. Live Gemini runtime verification remains pending. No real provider connection, production migration, hosted file processing, arbitrary financial adjustment or automatic irreversible cutover is represented.</a:t>
            </a:r>
          </a:p>
          <a:p xmlns:a="http://schemas.openxmlformats.org/drawingml/2006/main">
            <a:r>
              <a:t/>
            </a:r>
          </a:p>
          <a:p xmlns:a="http://schemas.openxmlformats.org/drawingml/2006/main">
            <a:r>
              <a:t>Screen 6 is the verified Harbor Light synthetic result: all10 onboarding tasks complete, configuration approved, exact first invoice approved by the authenticated owner, posted once and verified. Canonical customer-001 is Cedar School and product-001 is Catalog preparation. Quantity1 × USD100.00 plus7.25% CA-SALES tax yields USD107.25 under the contract. The displayed post-completion state does not offer a second posting action. Existing product evidence includes contract hash, owner decision, original idempotency key, receipt, journal, exact totals and accounting effect. The approval itself happened before the pictured completion state and is explicit in the audit sentence. Review Verified Evidence and invoice/journal inspection are available product outcomes, not production readiness or real-provider transactions. Optional onboarding explanation is one of the existing bounded reasoning contexts, with deterministic fallback/live pending.</a:t>
            </a:r>
          </a:p>
          <a:p xmlns:a="http://schemas.openxmlformats.org/drawingml/2006/main">
            <a:r>
              <a:t/>
            </a:r>
          </a:p>
          <a:p xmlns:a="http://schemas.openxmlformats.org/drawingml/2006/main">
            <a:r>
              <a:t>Source inspected on delivery/submission-integration at aacd3a5. Repository-relative references: apps/web/app/globals.css; apps/web/components/Nav.tsx; apps/web/components/public-surfaces/content.ts; apps/web/components/journey/journey.ts; apps/web/components/discover-assess/DiscoverAssessExperience.tsx; apps/web/components/plan-map-approve/MappingReview.tsx; apps/web/components/migrate-resolve/MigrateResolveExperience.tsx; apps/web/components/validate-configure/ValidateConfigureExperience.tsx; apps/web/components/onboard-fpu/OnboardFpuExperience.tsx; synthetic-data/migration-demo-company.json; synthetic-data/sample-company.json; tools/mapping/controls.py; tools/validation/checks.py; agents/reviewer/agent.py; agents/reasoning/prompts.py; domain/reasoning/models.py; docs/submission/browser-journey/dryrun/browser-evidence.json and relevant PNGs; docs/submission/acceptance-report.md. The current reasoning contexts are planning, mapping, resolution, configuration and onboarding; discovery/readiness and validation discrepancy AI assistance are proposed rather than implemented live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734564c8dc452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8dcd1815c6343d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a211b64b4e2453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aa02dac0b2f4f8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c2e90e193a499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bfd611d980940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007AD2-ABA4-4AC3-A14D-C8E91D649126}"/>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D3113DE-E688-4068-9D4B-D81BC6A03B05}"/>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842374D-6A84-437D-9EDE-09673D001923}"/>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65FDB9-9C7B-4AD9-AECC-6BF8EC35300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828854C-5F0E-48FF-8A3E-4541B842531E}"/>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24FA848-72C5-4EAF-AA7F-9604EACA95A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2E964B-9418-49CB-B0B2-43CD4C0EA5F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DF1895E-DEC9-40A7-B70A-AD8EA8CBB41D}"/>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D75CD2-831A-41DE-92DF-17614037D2C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26CA63-D443-4F70-8695-2B52DC948ECD}"/>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de6b079d4b4e05" /><Relationship Type="http://schemas.openxmlformats.org/officeDocument/2006/relationships/slideLayout" Target="/ppt/slideLayouts/slideLayout1.xml" Id="R67f44c5d68e34a15" /><Relationship Type="http://schemas.openxmlformats.org/officeDocument/2006/relationships/slideLayout" Target="/ppt/slideLayouts/slideLayout2.xml" Id="R6d764d12755e4e8b" /><Relationship Type="http://schemas.openxmlformats.org/officeDocument/2006/relationships/slideLayout" Target="/ppt/slideLayouts/slideLayout3.xml" Id="Rdbd885486f134c07" /><Relationship Type="http://schemas.openxmlformats.org/officeDocument/2006/relationships/slideLayout" Target="/ppt/slideLayouts/slideLayout4.xml" Id="R538833695c8a431a" /><Relationship Type="http://schemas.openxmlformats.org/officeDocument/2006/relationships/slideLayout" Target="/ppt/slideLayouts/slideLayout5.xml" Id="Rbd0b535b3a2246ef" /><Relationship Type="http://schemas.openxmlformats.org/officeDocument/2006/relationships/slideLayout" Target="/ppt/slideLayouts/slideLayout6.xml" Id="R1be67edb8d4f40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f44c5d68e34a15"/>
    <p:sldLayoutId xmlns:r="http://schemas.openxmlformats.org/officeDocument/2006/relationships" id="2147483650" r:id="R6d764d12755e4e8b"/>
    <p:sldLayoutId xmlns:r="http://schemas.openxmlformats.org/officeDocument/2006/relationships" id="2147483651" r:id="Rdbd885486f134c07"/>
    <p:sldLayoutId xmlns:r="http://schemas.openxmlformats.org/officeDocument/2006/relationships" id="2147483652" r:id="R538833695c8a431a"/>
    <p:sldLayoutId xmlns:r="http://schemas.openxmlformats.org/officeDocument/2006/relationships" id="2147483653" r:id="Rbd0b535b3a2246ef"/>
    <p:sldLayoutId xmlns:r="http://schemas.openxmlformats.org/officeDocument/2006/relationships" id="2147483654" r:id="R1be67edb8d4f40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MoveBooks Product UI">
      <a:dk1>
        <a:srgbClr val="000000"/>
      </a:dk1>
      <a:lt1>
        <a:srgbClr val="FFFFFF"/>
      </a:lt1>
      <a:dk2>
        <a:srgbClr val="17243F"/>
      </a:dk2>
      <a:lt2>
        <a:srgbClr val="F7F9FC"/>
      </a:lt2>
      <a:accent1>
        <a:srgbClr val="155EEF"/>
      </a:accent1>
      <a:accent2>
        <a:srgbClr val="5448C8"/>
      </a:accent2>
      <a:accent3>
        <a:srgbClr val="087A55"/>
      </a:accent3>
      <a:accent4>
        <a:srgbClr val="A15C00"/>
      </a:accent4>
      <a:accent5>
        <a:srgbClr val="64748B"/>
      </a:accent5>
      <a:accent6>
        <a:srgbClr val="D8E0EB"/>
      </a:accent6>
      <a:hlink>
        <a:srgbClr val="155EEF"/>
      </a:hlink>
      <a:folHlink>
        <a:srgbClr val="5448C8"/>
      </a:folHlink>
    </a:clrScheme>
    <a:fontScheme name="">
      <a:majorFont>
        <a:latin typeface="Arial"/>
        <a:ea typeface=""/>
        <a:cs typeface=""/>
      </a:majorFont>
      <a:minorFont>
        <a:latin typeface="Arial"/>
        <a:ea typeface=""/>
        <a:cs typeface=""/>
      </a:minorFont>
    </a:fontScheme>
    <a:fmtScheme name="MoveBooks Product UI">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005b413807a4ff9" /><Relationship Type="http://schemas.openxmlformats.org/officeDocument/2006/relationships/notesSlide" Target="/ppt/notesSlides/notesSlide1.xml" Id="Rfe9e2cd0b2be49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fbf94eb547f4ed8" /><Relationship Type="http://schemas.openxmlformats.org/officeDocument/2006/relationships/notesSlide" Target="/ppt/notesSlides/notesSlide2.xml" Id="R1f46529d59634f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f9d83cd9e8f4722" /><Relationship Type="http://schemas.openxmlformats.org/officeDocument/2006/relationships/notesSlide" Target="/ppt/notesSlides/notesSlide3.xml" Id="R5e2e40c30b3d44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2fe3962553f4b35" /><Relationship Type="http://schemas.openxmlformats.org/officeDocument/2006/relationships/notesSlide" Target="/ppt/notesSlides/notesSlide4.xml" Id="R94faba1cd7c744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0a1c5923cc24ee8" /><Relationship Type="http://schemas.openxmlformats.org/officeDocument/2006/relationships/notesSlide" Target="/ppt/notesSlides/notesSlide5.xml" Id="R5f6e292d7f5e44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ebf90edc1a54d22" /><Relationship Type="http://schemas.openxmlformats.org/officeDocument/2006/relationships/notesSlide" Target="/ppt/notesSlides/notesSlide6.xml" Id="R816b844f90b44d95" /></Relationships>
</file>

<file path=ppt/slides/slide1.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9" name="s1-Slide title">
            <a:extLst xmlns:a="http://schemas.openxmlformats.org/drawingml/2006/main">
              <a:ext uri="{FF2B5EF4-FFF2-40B4-BE49-F238E27FC236}">
                <a16:creationId xmlns:a16="http://schemas.microsoft.com/office/drawing/2014/main" id="{D468022C-9149-418A-B8E5-450C839E3EEB}"/>
              </a:ext>
            </a:extLst>
          </p:cNvPr>
          <p:cNvSpPr>
            <a:spLocks xmlns:a="http://schemas.openxmlformats.org/drawingml/2006/main" noGrp="1"/>
          </p:cNvSpPr>
          <p:nvPr/>
        </p:nvSpPr>
        <p:spPr>
          <a:xfrm xmlns:a="http://schemas.openxmlformats.org/drawingml/2006/main">
            <a:off x="419100" y="314325"/>
            <a:ext cx="112204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17243F"/>
                </a:solidFill>
                <a:latin typeface="Arial"/>
                <a:ea typeface="Arial"/>
                <a:cs typeface="Arial"/>
              </a:defRPr>
            </a:defPPr>
            <a:lvl1pPr algn="l">
              <a:defRPr sz="3150" b="1">
                <a:solidFill>
                  <a:srgbClr val="17243F"/>
                </a:solidFill>
                <a:latin typeface="Arial"/>
                <a:ea typeface="Arial"/>
                <a:cs typeface="Arial"/>
              </a:defRPr>
            </a:lvl1pPr>
            <a:lvl2pPr algn="l">
              <a:defRPr sz="3150" b="1">
                <a:solidFill>
                  <a:srgbClr val="17243F"/>
                </a:solidFill>
                <a:latin typeface="Arial"/>
                <a:ea typeface="Arial"/>
                <a:cs typeface="Arial"/>
              </a:defRPr>
            </a:lvl2pPr>
            <a:lvl3pPr algn="l">
              <a:defRPr sz="3150" b="1">
                <a:solidFill>
                  <a:srgbClr val="17243F"/>
                </a:solidFill>
                <a:latin typeface="Arial"/>
                <a:ea typeface="Arial"/>
                <a:cs typeface="Arial"/>
              </a:defRPr>
            </a:lvl3pPr>
            <a:lvl4pPr algn="l">
              <a:defRPr sz="3150" b="1">
                <a:solidFill>
                  <a:srgbClr val="17243F"/>
                </a:solidFill>
                <a:latin typeface="Arial"/>
                <a:ea typeface="Arial"/>
                <a:cs typeface="Arial"/>
              </a:defRPr>
            </a:lvl4pPr>
            <a:lvl5pPr algn="l">
              <a:defRPr sz="3150" b="1">
                <a:solidFill>
                  <a:srgbClr val="17243F"/>
                </a:solidFill>
                <a:latin typeface="Arial"/>
                <a:ea typeface="Arial"/>
                <a:cs typeface="Arial"/>
              </a:defRPr>
            </a:lvl5pPr>
            <a:lvl6pPr algn="l">
              <a:defRPr sz="3150" b="1">
                <a:solidFill>
                  <a:srgbClr val="17243F"/>
                </a:solidFill>
                <a:latin typeface="Arial"/>
                <a:ea typeface="Arial"/>
                <a:cs typeface="Arial"/>
              </a:defRPr>
            </a:lvl6pPr>
            <a:lvl7pPr algn="l">
              <a:defRPr sz="3150" b="1">
                <a:solidFill>
                  <a:srgbClr val="17243F"/>
                </a:solidFill>
                <a:latin typeface="Arial"/>
                <a:ea typeface="Arial"/>
                <a:cs typeface="Arial"/>
              </a:defRPr>
            </a:lvl7pPr>
            <a:lvl8pPr algn="l">
              <a:defRPr sz="3150" b="1">
                <a:solidFill>
                  <a:srgbClr val="17243F"/>
                </a:solidFill>
                <a:latin typeface="Arial"/>
                <a:ea typeface="Arial"/>
                <a:cs typeface="Arial"/>
              </a:defRPr>
            </a:lvl8pPr>
            <a:lvl9pPr algn="l">
              <a:defRPr sz="3150" b="1">
                <a:solidFill>
                  <a:srgbClr val="17243F"/>
                </a:solidFill>
                <a:latin typeface="Arial"/>
                <a:ea typeface="Arial"/>
                <a:cs typeface="Arial"/>
              </a:defRPr>
            </a:lvl9pPr>
          </a:lstStyle>
          <a:p xmlns:a="http://schemas.openxmlformats.org/drawingml/2006/main">
            <a:pPr algn="l">
              <a:defRPr sz="3150" b="1">
                <a:solidFill>
                  <a:srgbClr val="17243F"/>
                </a:solidFill>
                <a:latin typeface="Arial"/>
                <a:ea typeface="Arial"/>
                <a:cs typeface="Arial"/>
              </a:defRPr>
            </a:pPr>
            <a:r>
              <a:rPr sz="3150" b="1">
                <a:solidFill>
                  <a:srgbClr val="17243F"/>
                </a:solidFill>
                <a:latin typeface="Arial"/>
                <a:ea typeface="Arial"/>
                <a:cs typeface="Arial"/>
              </a:rPr>
              <a:t>01  Welcome &amp; Discover</a:t>
            </a:r>
          </a:p>
        </p:txBody>
      </p:sp>
      <p:sp>
        <p:nvSpPr>
          <p:cNvPr id="2" name="s1-Customer goal">
            <a:extLst xmlns:a="http://schemas.openxmlformats.org/drawingml/2006/main">
              <a:ext uri="{FF2B5EF4-FFF2-40B4-BE49-F238E27FC236}">
                <a16:creationId xmlns:a16="http://schemas.microsoft.com/office/drawing/2014/main" id="{DC24ECBC-3A43-4984-BE0E-B33AE3F78027}"/>
              </a:ext>
            </a:extLst>
          </p:cNvPr>
          <p:cNvSpPr>
            <a:spLocks xmlns:a="http://schemas.openxmlformats.org/drawingml/2006/main" noGrp="1"/>
          </p:cNvSpPr>
          <p:nvPr/>
        </p:nvSpPr>
        <p:spPr>
          <a:xfrm xmlns:a="http://schemas.openxmlformats.org/drawingml/2006/main">
            <a:off x="419100" y="990600"/>
            <a:ext cx="11220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75569"/>
                </a:solidFill>
                <a:latin typeface="Arial"/>
                <a:ea typeface="Arial"/>
                <a:cs typeface="Arial"/>
              </a:defRPr>
            </a:defPPr>
            <a:lvl1pPr algn="l">
              <a:defRPr sz="1650" b="0">
                <a:solidFill>
                  <a:srgbClr val="475569"/>
                </a:solidFill>
                <a:latin typeface="Arial"/>
                <a:ea typeface="Arial"/>
                <a:cs typeface="Arial"/>
              </a:defRPr>
            </a:lvl1pPr>
            <a:lvl2pPr algn="l">
              <a:defRPr sz="1650" b="0">
                <a:solidFill>
                  <a:srgbClr val="475569"/>
                </a:solidFill>
                <a:latin typeface="Arial"/>
                <a:ea typeface="Arial"/>
                <a:cs typeface="Arial"/>
              </a:defRPr>
            </a:lvl2pPr>
            <a:lvl3pPr algn="l">
              <a:defRPr sz="1650" b="0">
                <a:solidFill>
                  <a:srgbClr val="475569"/>
                </a:solidFill>
                <a:latin typeface="Arial"/>
                <a:ea typeface="Arial"/>
                <a:cs typeface="Arial"/>
              </a:defRPr>
            </a:lvl3pPr>
            <a:lvl4pPr algn="l">
              <a:defRPr sz="1650" b="0">
                <a:solidFill>
                  <a:srgbClr val="475569"/>
                </a:solidFill>
                <a:latin typeface="Arial"/>
                <a:ea typeface="Arial"/>
                <a:cs typeface="Arial"/>
              </a:defRPr>
            </a:lvl4pPr>
            <a:lvl5pPr algn="l">
              <a:defRPr sz="1650" b="0">
                <a:solidFill>
                  <a:srgbClr val="475569"/>
                </a:solidFill>
                <a:latin typeface="Arial"/>
                <a:ea typeface="Arial"/>
                <a:cs typeface="Arial"/>
              </a:defRPr>
            </a:lvl5pPr>
            <a:lvl6pPr algn="l">
              <a:defRPr sz="1650" b="0">
                <a:solidFill>
                  <a:srgbClr val="475569"/>
                </a:solidFill>
                <a:latin typeface="Arial"/>
                <a:ea typeface="Arial"/>
                <a:cs typeface="Arial"/>
              </a:defRPr>
            </a:lvl6pPr>
            <a:lvl7pPr algn="l">
              <a:defRPr sz="1650" b="0">
                <a:solidFill>
                  <a:srgbClr val="475569"/>
                </a:solidFill>
                <a:latin typeface="Arial"/>
                <a:ea typeface="Arial"/>
                <a:cs typeface="Arial"/>
              </a:defRPr>
            </a:lvl7pPr>
            <a:lvl8pPr algn="l">
              <a:defRPr sz="1650" b="0">
                <a:solidFill>
                  <a:srgbClr val="475569"/>
                </a:solidFill>
                <a:latin typeface="Arial"/>
                <a:ea typeface="Arial"/>
                <a:cs typeface="Arial"/>
              </a:defRPr>
            </a:lvl8pPr>
            <a:lvl9pPr algn="l">
              <a:defRPr sz="1650" b="0">
                <a:solidFill>
                  <a:srgbClr val="475569"/>
                </a:solidFill>
                <a:latin typeface="Arial"/>
                <a:ea typeface="Arial"/>
                <a:cs typeface="Arial"/>
              </a:defRPr>
            </a:lvl9pPr>
          </a:lstStyle>
          <a:p xmlns:a="http://schemas.openxmlformats.org/drawingml/2006/main">
            <a:pPr algn="l">
              <a:defRPr sz="1650" b="0">
                <a:solidFill>
                  <a:srgbClr val="475569"/>
                </a:solidFill>
                <a:latin typeface="Arial"/>
                <a:ea typeface="Arial"/>
                <a:cs typeface="Arial"/>
              </a:defRPr>
            </a:pPr>
            <a:r>
              <a:rPr sz="1650" b="0">
                <a:solidFill>
                  <a:srgbClr val="475569"/>
                </a:solidFill>
                <a:latin typeface="Arial"/>
                <a:ea typeface="Arial"/>
                <a:cs typeface="Arial"/>
              </a:rPr>
              <a:t>Goal: Understand the move before sharing data.</a:t>
            </a:r>
          </a:p>
        </p:txBody>
      </p:sp>
      <p:sp>
        <p:nvSpPr>
          <p:cNvPr id="3" name="s1-Artifact classification">
            <a:extLst xmlns:a="http://schemas.openxmlformats.org/drawingml/2006/main">
              <a:ext uri="{FF2B5EF4-FFF2-40B4-BE49-F238E27FC236}">
                <a16:creationId xmlns:a16="http://schemas.microsoft.com/office/drawing/2014/main" id="{2E48D700-CBD0-4524-8606-BC7FC7014B69}"/>
              </a:ext>
            </a:extLst>
          </p:cNvPr>
          <p:cNvSpPr>
            <a:spLocks xmlns:a="http://schemas.openxmlformats.org/drawingml/2006/main" noGrp="1"/>
          </p:cNvSpPr>
          <p:nvPr/>
        </p:nvSpPr>
        <p:spPr>
          <a:xfrm xmlns:a="http://schemas.openxmlformats.org/drawingml/2006/main">
            <a:off x="12001500" y="428625"/>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4748B"/>
                </a:solidFill>
                <a:latin typeface="Arial"/>
                <a:ea typeface="Arial"/>
                <a:cs typeface="Arial"/>
              </a:defRPr>
            </a:defPPr>
            <a:lvl1pPr algn="l">
              <a:defRPr sz="1275" b="1">
                <a:solidFill>
                  <a:srgbClr val="64748B"/>
                </a:solidFill>
                <a:latin typeface="Arial"/>
                <a:ea typeface="Arial"/>
                <a:cs typeface="Arial"/>
              </a:defRPr>
            </a:lvl1pPr>
            <a:lvl2pPr algn="l">
              <a:defRPr sz="1275" b="1">
                <a:solidFill>
                  <a:srgbClr val="64748B"/>
                </a:solidFill>
                <a:latin typeface="Arial"/>
                <a:ea typeface="Arial"/>
                <a:cs typeface="Arial"/>
              </a:defRPr>
            </a:lvl2pPr>
            <a:lvl3pPr algn="l">
              <a:defRPr sz="1275" b="1">
                <a:solidFill>
                  <a:srgbClr val="64748B"/>
                </a:solidFill>
                <a:latin typeface="Arial"/>
                <a:ea typeface="Arial"/>
                <a:cs typeface="Arial"/>
              </a:defRPr>
            </a:lvl3pPr>
            <a:lvl4pPr algn="l">
              <a:defRPr sz="1275" b="1">
                <a:solidFill>
                  <a:srgbClr val="64748B"/>
                </a:solidFill>
                <a:latin typeface="Arial"/>
                <a:ea typeface="Arial"/>
                <a:cs typeface="Arial"/>
              </a:defRPr>
            </a:lvl4pPr>
            <a:lvl5pPr algn="l">
              <a:defRPr sz="1275" b="1">
                <a:solidFill>
                  <a:srgbClr val="64748B"/>
                </a:solidFill>
                <a:latin typeface="Arial"/>
                <a:ea typeface="Arial"/>
                <a:cs typeface="Arial"/>
              </a:defRPr>
            </a:lvl5pPr>
            <a:lvl6pPr algn="l">
              <a:defRPr sz="1275" b="1">
                <a:solidFill>
                  <a:srgbClr val="64748B"/>
                </a:solidFill>
                <a:latin typeface="Arial"/>
                <a:ea typeface="Arial"/>
                <a:cs typeface="Arial"/>
              </a:defRPr>
            </a:lvl6pPr>
            <a:lvl7pPr algn="l">
              <a:defRPr sz="1275" b="1">
                <a:solidFill>
                  <a:srgbClr val="64748B"/>
                </a:solidFill>
                <a:latin typeface="Arial"/>
                <a:ea typeface="Arial"/>
                <a:cs typeface="Arial"/>
              </a:defRPr>
            </a:lvl7pPr>
            <a:lvl8pPr algn="l">
              <a:defRPr sz="1275" b="1">
                <a:solidFill>
                  <a:srgbClr val="64748B"/>
                </a:solidFill>
                <a:latin typeface="Arial"/>
                <a:ea typeface="Arial"/>
                <a:cs typeface="Arial"/>
              </a:defRPr>
            </a:lvl8pPr>
            <a:lvl9pPr algn="l">
              <a:defRPr sz="1275" b="1">
                <a:solidFill>
                  <a:srgbClr val="64748B"/>
                </a:solidFill>
                <a:latin typeface="Arial"/>
                <a:ea typeface="Arial"/>
                <a:cs typeface="Arial"/>
              </a:defRPr>
            </a:lvl9pPr>
          </a:lstStyle>
          <a:p xmlns:a="http://schemas.openxmlformats.org/drawingml/2006/main">
            <a:pPr algn="l">
              <a:defRPr sz="1275" b="1">
                <a:solidFill>
                  <a:srgbClr val="64748B"/>
                </a:solidFill>
                <a:latin typeface="Arial"/>
                <a:ea typeface="Arial"/>
                <a:cs typeface="Arial"/>
              </a:defRPr>
            </a:pPr>
            <a:r>
              <a:rPr sz="1275" b="1">
                <a:solidFill>
                  <a:srgbClr val="64748B"/>
                </a:solidFill>
                <a:latin typeface="Arial"/>
                <a:ea typeface="Arial"/>
                <a:cs typeface="Arial"/>
              </a:rPr>
              <a:t>PROPOSED LAYOUT</a:t>
            </a:r>
          </a:p>
        </p:txBody>
      </p:sp>
      <p:sp>
        <p:nvSpPr>
          <p:cNvPr id="4" name="s1-Artifact type">
            <a:extLst xmlns:a="http://schemas.openxmlformats.org/drawingml/2006/main">
              <a:ext uri="{FF2B5EF4-FFF2-40B4-BE49-F238E27FC236}">
                <a16:creationId xmlns:a16="http://schemas.microsoft.com/office/drawing/2014/main" id="{2C1847F8-FB51-4E47-AEC4-E0B19F02CF4F}"/>
              </a:ext>
            </a:extLst>
          </p:cNvPr>
          <p:cNvSpPr>
            <a:spLocks xmlns:a="http://schemas.openxmlformats.org/drawingml/2006/main" noGrp="1"/>
          </p:cNvSpPr>
          <p:nvPr/>
        </p:nvSpPr>
        <p:spPr>
          <a:xfrm xmlns:a="http://schemas.openxmlformats.org/drawingml/2006/main">
            <a:off x="12001500" y="723900"/>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Editable product mockup</a:t>
            </a:r>
          </a:p>
        </p:txBody>
      </p:sp>
      <p:sp>
        <p:nvSpPr>
          <p:cNvPr id="5" name="s1-Application frame">
            <a:extLst xmlns:a="http://schemas.openxmlformats.org/drawingml/2006/main">
              <a:ext uri="{FF2B5EF4-FFF2-40B4-BE49-F238E27FC236}">
                <a16:creationId xmlns:a16="http://schemas.microsoft.com/office/drawing/2014/main" id="{7C0D37BA-64DE-4EB0-BD46-DB5924B2585D}"/>
              </a:ext>
            </a:extLst>
          </p:cNvPr>
          <p:cNvSpPr>
            <a:spLocks xmlns:a="http://schemas.openxmlformats.org/drawingml/2006/main" noGrp="1"/>
          </p:cNvSpPr>
          <p:nvPr/>
        </p:nvSpPr>
        <p:spPr>
          <a:xfrm xmlns:a="http://schemas.openxmlformats.org/drawingml/2006/main">
            <a:off x="419100" y="1543050"/>
            <a:ext cx="11239500" cy="6191250"/>
          </a:xfrm>
          <a:prstGeom xmlns:a="http://schemas.openxmlformats.org/drawingml/2006/main" prst="roundRect">
            <a:avLst>
              <a:gd name="adj" fmla="val 1231"/>
            </a:avLst>
          </a:prstGeom>
          <a:solidFill xmlns:a="http://schemas.openxmlformats.org/drawingml/2006/main">
            <a:srgbClr val="F7F9FC"/>
          </a:solidFill>
          <a:ln xmlns:a="http://schemas.openxmlformats.org/drawingml/2006/main" w="9525">
            <a:solidFill>
              <a:srgbClr val="D8E0EB"/>
            </a:solidFill>
            <a:prstDash val="solid"/>
          </a:ln>
        </p:spPr>
      </p:sp>
      <p:sp>
        <p:nvSpPr>
          <p:cNvPr id="6" name="s1-Application header">
            <a:extLst xmlns:a="http://schemas.openxmlformats.org/drawingml/2006/main">
              <a:ext uri="{FF2B5EF4-FFF2-40B4-BE49-F238E27FC236}">
                <a16:creationId xmlns:a16="http://schemas.microsoft.com/office/drawing/2014/main" id="{F0E9CD65-829D-4E35-9CE1-E8A993880AEA}"/>
              </a:ext>
            </a:extLst>
          </p:cNvPr>
          <p:cNvSpPr>
            <a:spLocks xmlns:a="http://schemas.openxmlformats.org/drawingml/2006/main" noGrp="1"/>
          </p:cNvSpPr>
          <p:nvPr/>
        </p:nvSpPr>
        <p:spPr>
          <a:xfrm xmlns:a="http://schemas.openxmlformats.org/drawingml/2006/main">
            <a:off x="428625" y="1552575"/>
            <a:ext cx="11220450" cy="552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7" name="s1-Brand mark">
            <a:extLst xmlns:a="http://schemas.openxmlformats.org/drawingml/2006/main">
              <a:ext uri="{FF2B5EF4-FFF2-40B4-BE49-F238E27FC236}">
                <a16:creationId xmlns:a16="http://schemas.microsoft.com/office/drawing/2014/main" id="{DAE9D598-7521-4D48-90D9-DD97BD5B0D9C}"/>
              </a:ext>
            </a:extLst>
          </p:cNvPr>
          <p:cNvSpPr>
            <a:spLocks xmlns:a="http://schemas.openxmlformats.org/drawingml/2006/main" noGrp="1"/>
          </p:cNvSpPr>
          <p:nvPr/>
        </p:nvSpPr>
        <p:spPr>
          <a:xfrm xmlns:a="http://schemas.openxmlformats.org/drawingml/2006/main">
            <a:off x="704850" y="1685925"/>
            <a:ext cx="285750" cy="285750"/>
          </a:xfrm>
          <a:prstGeom xmlns:a="http://schemas.openxmlformats.org/drawingml/2006/main" prst="roundRect">
            <a:avLst>
              <a:gd name="adj" fmla="val 26667"/>
            </a:avLst>
          </a:prstGeom>
          <a:solidFill xmlns:a="http://schemas.openxmlformats.org/drawingml/2006/main">
            <a:srgbClr val="155EEF"/>
          </a:solidFill>
          <a:ln xmlns:a="http://schemas.openxmlformats.org/drawingml/2006/main" w="0">
            <a:noFill/>
            <a:prstDash val="solid"/>
          </a:ln>
        </p:spPr>
      </p:sp>
      <p:sp>
        <p:nvSpPr>
          <p:cNvPr id="8" name="s1-Brand initial">
            <a:extLst xmlns:a="http://schemas.openxmlformats.org/drawingml/2006/main">
              <a:ext uri="{FF2B5EF4-FFF2-40B4-BE49-F238E27FC236}">
                <a16:creationId xmlns:a16="http://schemas.microsoft.com/office/drawing/2014/main" id="{2233C32D-0D9B-4B86-88EA-FC33FF37DCAE}"/>
              </a:ext>
            </a:extLst>
          </p:cNvPr>
          <p:cNvSpPr>
            <a:spLocks xmlns:a="http://schemas.openxmlformats.org/drawingml/2006/main" noGrp="1"/>
          </p:cNvSpPr>
          <p:nvPr/>
        </p:nvSpPr>
        <p:spPr>
          <a:xfrm xmlns:a="http://schemas.openxmlformats.org/drawingml/2006/main">
            <a:off x="762000" y="1714500"/>
            <a:ext cx="171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vl1pPr algn="ctr">
              <a:defRPr sz="1425" b="1">
                <a:solidFill>
                  <a:srgbClr val="FFFFFF"/>
                </a:solidFill>
                <a:latin typeface="Arial"/>
                <a:ea typeface="Arial"/>
                <a:cs typeface="Arial"/>
              </a:defRPr>
            </a:lvl1pPr>
            <a:lvl2pPr algn="ctr">
              <a:defRPr sz="1425" b="1">
                <a:solidFill>
                  <a:srgbClr val="FFFFFF"/>
                </a:solidFill>
                <a:latin typeface="Arial"/>
                <a:ea typeface="Arial"/>
                <a:cs typeface="Arial"/>
              </a:defRPr>
            </a:lvl2pPr>
            <a:lvl3pPr algn="ctr">
              <a:defRPr sz="1425" b="1">
                <a:solidFill>
                  <a:srgbClr val="FFFFFF"/>
                </a:solidFill>
                <a:latin typeface="Arial"/>
                <a:ea typeface="Arial"/>
                <a:cs typeface="Arial"/>
              </a:defRPr>
            </a:lvl3pPr>
            <a:lvl4pPr algn="ctr">
              <a:defRPr sz="1425" b="1">
                <a:solidFill>
                  <a:srgbClr val="FFFFFF"/>
                </a:solidFill>
                <a:latin typeface="Arial"/>
                <a:ea typeface="Arial"/>
                <a:cs typeface="Arial"/>
              </a:defRPr>
            </a:lvl4pPr>
            <a:lvl5pPr algn="ctr">
              <a:defRPr sz="1425" b="1">
                <a:solidFill>
                  <a:srgbClr val="FFFFFF"/>
                </a:solidFill>
                <a:latin typeface="Arial"/>
                <a:ea typeface="Arial"/>
                <a:cs typeface="Arial"/>
              </a:defRPr>
            </a:lvl5pPr>
            <a:lvl6pPr algn="ctr">
              <a:defRPr sz="1425" b="1">
                <a:solidFill>
                  <a:srgbClr val="FFFFFF"/>
                </a:solidFill>
                <a:latin typeface="Arial"/>
                <a:ea typeface="Arial"/>
                <a:cs typeface="Arial"/>
              </a:defRPr>
            </a:lvl6pPr>
            <a:lvl7pPr algn="ctr">
              <a:defRPr sz="1425" b="1">
                <a:solidFill>
                  <a:srgbClr val="FFFFFF"/>
                </a:solidFill>
                <a:latin typeface="Arial"/>
                <a:ea typeface="Arial"/>
                <a:cs typeface="Arial"/>
              </a:defRPr>
            </a:lvl7pPr>
            <a:lvl8pPr algn="ctr">
              <a:defRPr sz="1425" b="1">
                <a:solidFill>
                  <a:srgbClr val="FFFFFF"/>
                </a:solidFill>
                <a:latin typeface="Arial"/>
                <a:ea typeface="Arial"/>
                <a:cs typeface="Arial"/>
              </a:defRPr>
            </a:lvl8pPr>
            <a:lvl9pPr algn="ctr">
              <a:defRPr sz="1425" b="1">
                <a:solidFill>
                  <a:srgbClr val="FFFFFF"/>
                </a:solidFill>
                <a:latin typeface="Arial"/>
                <a:ea typeface="Arial"/>
                <a:cs typeface="Arial"/>
              </a:defRPr>
            </a:lvl9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M</a:t>
            </a:r>
          </a:p>
        </p:txBody>
      </p:sp>
      <p:sp>
        <p:nvSpPr>
          <p:cNvPr id="9" name="s1-Brand wordmark">
            <a:extLst xmlns:a="http://schemas.openxmlformats.org/drawingml/2006/main">
              <a:ext uri="{FF2B5EF4-FFF2-40B4-BE49-F238E27FC236}">
                <a16:creationId xmlns:a16="http://schemas.microsoft.com/office/drawing/2014/main" id="{A2E4C60E-7FD8-40DA-B3D7-09502A0F52CD}"/>
              </a:ext>
            </a:extLst>
          </p:cNvPr>
          <p:cNvSpPr>
            <a:spLocks xmlns:a="http://schemas.openxmlformats.org/drawingml/2006/main" noGrp="1"/>
          </p:cNvSpPr>
          <p:nvPr/>
        </p:nvSpPr>
        <p:spPr>
          <a:xfrm xmlns:a="http://schemas.openxmlformats.org/drawingml/2006/main">
            <a:off x="1095375" y="1714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11827"/>
                </a:solidFill>
                <a:latin typeface="Arial"/>
                <a:ea typeface="Arial"/>
                <a:cs typeface="Arial"/>
              </a:defRPr>
            </a:defPPr>
            <a:lvl1pPr algn="l">
              <a:defRPr sz="1575" b="1">
                <a:solidFill>
                  <a:srgbClr val="111827"/>
                </a:solidFill>
                <a:latin typeface="Arial"/>
                <a:ea typeface="Arial"/>
                <a:cs typeface="Arial"/>
              </a:defRPr>
            </a:lvl1pPr>
            <a:lvl2pPr algn="l">
              <a:defRPr sz="1575" b="1">
                <a:solidFill>
                  <a:srgbClr val="111827"/>
                </a:solidFill>
                <a:latin typeface="Arial"/>
                <a:ea typeface="Arial"/>
                <a:cs typeface="Arial"/>
              </a:defRPr>
            </a:lvl2pPr>
            <a:lvl3pPr algn="l">
              <a:defRPr sz="1575" b="1">
                <a:solidFill>
                  <a:srgbClr val="111827"/>
                </a:solidFill>
                <a:latin typeface="Arial"/>
                <a:ea typeface="Arial"/>
                <a:cs typeface="Arial"/>
              </a:defRPr>
            </a:lvl3pPr>
            <a:lvl4pPr algn="l">
              <a:defRPr sz="1575" b="1">
                <a:solidFill>
                  <a:srgbClr val="111827"/>
                </a:solidFill>
                <a:latin typeface="Arial"/>
                <a:ea typeface="Arial"/>
                <a:cs typeface="Arial"/>
              </a:defRPr>
            </a:lvl4pPr>
            <a:lvl5pPr algn="l">
              <a:defRPr sz="1575" b="1">
                <a:solidFill>
                  <a:srgbClr val="111827"/>
                </a:solidFill>
                <a:latin typeface="Arial"/>
                <a:ea typeface="Arial"/>
                <a:cs typeface="Arial"/>
              </a:defRPr>
            </a:lvl5pPr>
            <a:lvl6pPr algn="l">
              <a:defRPr sz="1575" b="1">
                <a:solidFill>
                  <a:srgbClr val="111827"/>
                </a:solidFill>
                <a:latin typeface="Arial"/>
                <a:ea typeface="Arial"/>
                <a:cs typeface="Arial"/>
              </a:defRPr>
            </a:lvl6pPr>
            <a:lvl7pPr algn="l">
              <a:defRPr sz="1575" b="1">
                <a:solidFill>
                  <a:srgbClr val="111827"/>
                </a:solidFill>
                <a:latin typeface="Arial"/>
                <a:ea typeface="Arial"/>
                <a:cs typeface="Arial"/>
              </a:defRPr>
            </a:lvl7pPr>
            <a:lvl8pPr algn="l">
              <a:defRPr sz="1575" b="1">
                <a:solidFill>
                  <a:srgbClr val="111827"/>
                </a:solidFill>
                <a:latin typeface="Arial"/>
                <a:ea typeface="Arial"/>
                <a:cs typeface="Arial"/>
              </a:defRPr>
            </a:lvl8pPr>
            <a:lvl9pPr algn="l">
              <a:defRPr sz="1575" b="1">
                <a:solidFill>
                  <a:srgbClr val="111827"/>
                </a:solidFill>
                <a:latin typeface="Arial"/>
                <a:ea typeface="Arial"/>
                <a:cs typeface="Arial"/>
              </a:defRPr>
            </a:lvl9pPr>
          </a:lstStyle>
          <a:p xmlns:a="http://schemas.openxmlformats.org/drawingml/2006/main">
            <a:pPr algn="l">
              <a:defRPr sz="1575" b="1">
                <a:solidFill>
                  <a:srgbClr val="111827"/>
                </a:solidFill>
                <a:latin typeface="Arial"/>
                <a:ea typeface="Arial"/>
                <a:cs typeface="Arial"/>
              </a:defRPr>
            </a:pPr>
            <a:r>
              <a:rPr sz="1575" b="1">
                <a:solidFill>
                  <a:srgbClr val="111827"/>
                </a:solidFill>
                <a:latin typeface="Arial"/>
                <a:ea typeface="Arial"/>
                <a:cs typeface="Arial"/>
              </a:rPr>
              <a:t>MoveBooks AI</a:t>
            </a:r>
          </a:p>
        </p:txBody>
      </p:sp>
      <p:sp>
        <p:nvSpPr>
          <p:cNvPr id="10" name="s1-Top navigation">
            <a:extLst xmlns:a="http://schemas.openxmlformats.org/drawingml/2006/main">
              <a:ext uri="{FF2B5EF4-FFF2-40B4-BE49-F238E27FC236}">
                <a16:creationId xmlns:a16="http://schemas.microsoft.com/office/drawing/2014/main" id="{776D681D-83E3-4B33-8B4C-59C6A39736D5}"/>
              </a:ext>
            </a:extLst>
          </p:cNvPr>
          <p:cNvSpPr>
            <a:spLocks xmlns:a="http://schemas.openxmlformats.org/drawingml/2006/main" noGrp="1"/>
          </p:cNvSpPr>
          <p:nvPr/>
        </p:nvSpPr>
        <p:spPr>
          <a:xfrm xmlns:a="http://schemas.openxmlformats.org/drawingml/2006/main">
            <a:off x="7200900" y="1743075"/>
            <a:ext cx="4133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475569"/>
                </a:solidFill>
                <a:latin typeface="Arial"/>
                <a:ea typeface="Arial"/>
                <a:cs typeface="Arial"/>
              </a:defRPr>
            </a:defPPr>
            <a:lvl1pPr algn="l">
              <a:defRPr sz="1275" b="0">
                <a:solidFill>
                  <a:srgbClr val="475569"/>
                </a:solidFill>
                <a:latin typeface="Arial"/>
                <a:ea typeface="Arial"/>
                <a:cs typeface="Arial"/>
              </a:defRPr>
            </a:lvl1pPr>
            <a:lvl2pPr algn="l">
              <a:defRPr sz="1275" b="0">
                <a:solidFill>
                  <a:srgbClr val="475569"/>
                </a:solidFill>
                <a:latin typeface="Arial"/>
                <a:ea typeface="Arial"/>
                <a:cs typeface="Arial"/>
              </a:defRPr>
            </a:lvl2pPr>
            <a:lvl3pPr algn="l">
              <a:defRPr sz="1275" b="0">
                <a:solidFill>
                  <a:srgbClr val="475569"/>
                </a:solidFill>
                <a:latin typeface="Arial"/>
                <a:ea typeface="Arial"/>
                <a:cs typeface="Arial"/>
              </a:defRPr>
            </a:lvl3pPr>
            <a:lvl4pPr algn="l">
              <a:defRPr sz="1275" b="0">
                <a:solidFill>
                  <a:srgbClr val="475569"/>
                </a:solidFill>
                <a:latin typeface="Arial"/>
                <a:ea typeface="Arial"/>
                <a:cs typeface="Arial"/>
              </a:defRPr>
            </a:lvl4pPr>
            <a:lvl5pPr algn="l">
              <a:defRPr sz="1275" b="0">
                <a:solidFill>
                  <a:srgbClr val="475569"/>
                </a:solidFill>
                <a:latin typeface="Arial"/>
                <a:ea typeface="Arial"/>
                <a:cs typeface="Arial"/>
              </a:defRPr>
            </a:lvl5pPr>
            <a:lvl6pPr algn="l">
              <a:defRPr sz="1275" b="0">
                <a:solidFill>
                  <a:srgbClr val="475569"/>
                </a:solidFill>
                <a:latin typeface="Arial"/>
                <a:ea typeface="Arial"/>
                <a:cs typeface="Arial"/>
              </a:defRPr>
            </a:lvl6pPr>
            <a:lvl7pPr algn="l">
              <a:defRPr sz="1275" b="0">
                <a:solidFill>
                  <a:srgbClr val="475569"/>
                </a:solidFill>
                <a:latin typeface="Arial"/>
                <a:ea typeface="Arial"/>
                <a:cs typeface="Arial"/>
              </a:defRPr>
            </a:lvl7pPr>
            <a:lvl8pPr algn="l">
              <a:defRPr sz="1275" b="0">
                <a:solidFill>
                  <a:srgbClr val="475569"/>
                </a:solidFill>
                <a:latin typeface="Arial"/>
                <a:ea typeface="Arial"/>
                <a:cs typeface="Arial"/>
              </a:defRPr>
            </a:lvl8pPr>
            <a:lvl9pPr algn="l">
              <a:defRPr sz="1275" b="0">
                <a:solidFill>
                  <a:srgbClr val="475569"/>
                </a:solidFill>
                <a:latin typeface="Arial"/>
                <a:ea typeface="Arial"/>
                <a:cs typeface="Arial"/>
              </a:defRPr>
            </a:lvl9pPr>
          </a:lstStyle>
          <a:p xmlns:a="http://schemas.openxmlformats.org/drawingml/2006/main">
            <a:pPr algn="l">
              <a:defRPr sz="1275" b="0">
                <a:solidFill>
                  <a:srgbClr val="475569"/>
                </a:solidFill>
                <a:latin typeface="Arial"/>
                <a:ea typeface="Arial"/>
                <a:cs typeface="Arial"/>
              </a:defRPr>
            </a:pPr>
            <a:r>
              <a:rPr sz="1275" b="0">
                <a:solidFill>
                  <a:srgbClr val="475569"/>
                </a:solidFill>
                <a:latin typeface="Arial"/>
                <a:ea typeface="Arial"/>
                <a:cs typeface="Arial"/>
              </a:rPr>
              <a:t>My Migration        Play        Help        Account</a:t>
            </a:r>
          </a:p>
        </p:txBody>
      </p:sp>
      <p:cxnSp>
        <p:nvCxnSpPr>
          <p:cNvPr id="11" name="s1-App header divider">
            <a:extLst xmlns:a="http://schemas.openxmlformats.org/drawingml/2006/main">
              <a:ext uri="{FF2B5EF4-FFF2-40B4-BE49-F238E27FC236}">
                <a16:creationId xmlns:a16="http://schemas.microsoft.com/office/drawing/2014/main" id="{B7F6CA68-4C01-4775-BAC6-82522376051A}"/>
              </a:ext>
            </a:extLst>
          </p:cNvPr>
          <p:cNvCxnSpPr/>
          <p:nvPr/>
        </p:nvCxnSpPr>
        <p:spPr>
          <a:xfrm xmlns:a="http://schemas.openxmlformats.org/drawingml/2006/main" flipH="0" flipV="0">
            <a:off x="428625" y="2105025"/>
            <a:ext cx="11220450" cy="0"/>
          </a:xfrm>
          <a:prstGeom xmlns:a="http://schemas.openxmlformats.org/drawingml/2006/main" prst="straightConnector1">
            <a:avLst/>
          </a:prstGeom>
          <a:ln xmlns:a="http://schemas.openxmlformats.org/drawingml/2006/main" w="9525">
            <a:solidFill>
              <a:srgbClr val="D8E0EB"/>
            </a:solidFill>
            <a:tailEnd type="none" w="sm" len="sm"/>
          </a:ln>
        </p:spPr>
      </p:cxnSp>
      <p:sp>
        <p:nvSpPr>
          <p:cNvPr id="12" name="s1-Phase Understand">
            <a:extLst xmlns:a="http://schemas.openxmlformats.org/drawingml/2006/main">
              <a:ext uri="{FF2B5EF4-FFF2-40B4-BE49-F238E27FC236}">
                <a16:creationId xmlns:a16="http://schemas.microsoft.com/office/drawing/2014/main" id="{CF2D6C6B-68BE-461A-9289-06B73069B887}"/>
              </a:ext>
            </a:extLst>
          </p:cNvPr>
          <p:cNvSpPr>
            <a:spLocks xmlns:a="http://schemas.openxmlformats.org/drawingml/2006/main" noGrp="1"/>
          </p:cNvSpPr>
          <p:nvPr/>
        </p:nvSpPr>
        <p:spPr>
          <a:xfrm xmlns:a="http://schemas.openxmlformats.org/drawingml/2006/main">
            <a:off x="762000"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55EEF"/>
                </a:solidFill>
                <a:latin typeface="Arial"/>
                <a:ea typeface="Arial"/>
                <a:cs typeface="Arial"/>
              </a:defRPr>
            </a:defPPr>
            <a:lvl1pPr algn="l">
              <a:defRPr sz="1350" b="1">
                <a:solidFill>
                  <a:srgbClr val="155EEF"/>
                </a:solidFill>
                <a:latin typeface="Arial"/>
                <a:ea typeface="Arial"/>
                <a:cs typeface="Arial"/>
              </a:defRPr>
            </a:lvl1pPr>
            <a:lvl2pPr algn="l">
              <a:defRPr sz="1350" b="1">
                <a:solidFill>
                  <a:srgbClr val="155EEF"/>
                </a:solidFill>
                <a:latin typeface="Arial"/>
                <a:ea typeface="Arial"/>
                <a:cs typeface="Arial"/>
              </a:defRPr>
            </a:lvl2pPr>
            <a:lvl3pPr algn="l">
              <a:defRPr sz="1350" b="1">
                <a:solidFill>
                  <a:srgbClr val="155EEF"/>
                </a:solidFill>
                <a:latin typeface="Arial"/>
                <a:ea typeface="Arial"/>
                <a:cs typeface="Arial"/>
              </a:defRPr>
            </a:lvl3pPr>
            <a:lvl4pPr algn="l">
              <a:defRPr sz="1350" b="1">
                <a:solidFill>
                  <a:srgbClr val="155EEF"/>
                </a:solidFill>
                <a:latin typeface="Arial"/>
                <a:ea typeface="Arial"/>
                <a:cs typeface="Arial"/>
              </a:defRPr>
            </a:lvl4pPr>
            <a:lvl5pPr algn="l">
              <a:defRPr sz="1350" b="1">
                <a:solidFill>
                  <a:srgbClr val="155EEF"/>
                </a:solidFill>
                <a:latin typeface="Arial"/>
                <a:ea typeface="Arial"/>
                <a:cs typeface="Arial"/>
              </a:defRPr>
            </a:lvl5pPr>
            <a:lvl6pPr algn="l">
              <a:defRPr sz="1350" b="1">
                <a:solidFill>
                  <a:srgbClr val="155EEF"/>
                </a:solidFill>
                <a:latin typeface="Arial"/>
                <a:ea typeface="Arial"/>
                <a:cs typeface="Arial"/>
              </a:defRPr>
            </a:lvl6pPr>
            <a:lvl7pPr algn="l">
              <a:defRPr sz="1350" b="1">
                <a:solidFill>
                  <a:srgbClr val="155EEF"/>
                </a:solidFill>
                <a:latin typeface="Arial"/>
                <a:ea typeface="Arial"/>
                <a:cs typeface="Arial"/>
              </a:defRPr>
            </a:lvl7pPr>
            <a:lvl8pPr algn="l">
              <a:defRPr sz="1350" b="1">
                <a:solidFill>
                  <a:srgbClr val="155EEF"/>
                </a:solidFill>
                <a:latin typeface="Arial"/>
                <a:ea typeface="Arial"/>
                <a:cs typeface="Arial"/>
              </a:defRPr>
            </a:lvl8pPr>
            <a:lvl9pPr algn="l">
              <a:defRPr sz="1350" b="1">
                <a:solidFill>
                  <a:srgbClr val="155EEF"/>
                </a:solidFill>
                <a:latin typeface="Arial"/>
                <a:ea typeface="Arial"/>
                <a:cs typeface="Arial"/>
              </a:defRPr>
            </a:lvl9pPr>
          </a:lstStyle>
          <a:p xmlns:a="http://schemas.openxmlformats.org/drawingml/2006/main">
            <a:pPr algn="l">
              <a:defRPr sz="1350" b="1">
                <a:solidFill>
                  <a:srgbClr val="155EEF"/>
                </a:solidFill>
                <a:latin typeface="Arial"/>
                <a:ea typeface="Arial"/>
                <a:cs typeface="Arial"/>
              </a:defRPr>
            </a:pPr>
            <a:r>
              <a:rPr sz="1350" b="1">
                <a:solidFill>
                  <a:srgbClr val="155EEF"/>
                </a:solidFill>
                <a:latin typeface="Arial"/>
                <a:ea typeface="Arial"/>
                <a:cs typeface="Arial"/>
              </a:rPr>
              <a:t>Understand</a:t>
            </a:r>
          </a:p>
        </p:txBody>
      </p:sp>
      <p:sp>
        <p:nvSpPr>
          <p:cNvPr id="13" name="s1-Current phase underline">
            <a:extLst xmlns:a="http://schemas.openxmlformats.org/drawingml/2006/main">
              <a:ext uri="{FF2B5EF4-FFF2-40B4-BE49-F238E27FC236}">
                <a16:creationId xmlns:a16="http://schemas.microsoft.com/office/drawing/2014/main" id="{5CF6657D-B948-4A7B-A25A-410DD8298EEA}"/>
              </a:ext>
            </a:extLst>
          </p:cNvPr>
          <p:cNvSpPr>
            <a:spLocks xmlns:a="http://schemas.openxmlformats.org/drawingml/2006/main" noGrp="1"/>
          </p:cNvSpPr>
          <p:nvPr/>
        </p:nvSpPr>
        <p:spPr>
          <a:xfrm xmlns:a="http://schemas.openxmlformats.org/drawingml/2006/main">
            <a:off x="762000" y="2628900"/>
            <a:ext cx="1857375" cy="28575"/>
          </a:xfrm>
          <a:prstGeom xmlns:a="http://schemas.openxmlformats.org/drawingml/2006/main" prst="rect">
            <a:avLst/>
          </a:prstGeom>
          <a:solidFill xmlns:a="http://schemas.openxmlformats.org/drawingml/2006/main">
            <a:srgbClr val="155EEF"/>
          </a:solidFill>
          <a:ln xmlns:a="http://schemas.openxmlformats.org/drawingml/2006/main" w="0">
            <a:noFill/>
            <a:prstDash val="solid"/>
          </a:ln>
        </p:spPr>
      </p:sp>
      <p:sp>
        <p:nvSpPr>
          <p:cNvPr id="14" name="s1-Phase Prepare">
            <a:extLst xmlns:a="http://schemas.openxmlformats.org/drawingml/2006/main">
              <a:ext uri="{FF2B5EF4-FFF2-40B4-BE49-F238E27FC236}">
                <a16:creationId xmlns:a16="http://schemas.microsoft.com/office/drawing/2014/main" id="{05ADDAC0-8D71-4282-B0BE-6AA1D6A1618B}"/>
              </a:ext>
            </a:extLst>
          </p:cNvPr>
          <p:cNvSpPr>
            <a:spLocks xmlns:a="http://schemas.openxmlformats.org/drawingml/2006/main" noGrp="1"/>
          </p:cNvSpPr>
          <p:nvPr/>
        </p:nvSpPr>
        <p:spPr>
          <a:xfrm xmlns:a="http://schemas.openxmlformats.org/drawingml/2006/main">
            <a:off x="2867025"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4748B"/>
                </a:solidFill>
                <a:latin typeface="Arial"/>
                <a:ea typeface="Arial"/>
                <a:cs typeface="Arial"/>
              </a:defRPr>
            </a:defPPr>
            <a:lvl1pPr algn="l">
              <a:defRPr sz="1350" b="0">
                <a:solidFill>
                  <a:srgbClr val="64748B"/>
                </a:solidFill>
                <a:latin typeface="Arial"/>
                <a:ea typeface="Arial"/>
                <a:cs typeface="Arial"/>
              </a:defRPr>
            </a:lvl1pPr>
            <a:lvl2pPr algn="l">
              <a:defRPr sz="1350" b="0">
                <a:solidFill>
                  <a:srgbClr val="64748B"/>
                </a:solidFill>
                <a:latin typeface="Arial"/>
                <a:ea typeface="Arial"/>
                <a:cs typeface="Arial"/>
              </a:defRPr>
            </a:lvl2pPr>
            <a:lvl3pPr algn="l">
              <a:defRPr sz="1350" b="0">
                <a:solidFill>
                  <a:srgbClr val="64748B"/>
                </a:solidFill>
                <a:latin typeface="Arial"/>
                <a:ea typeface="Arial"/>
                <a:cs typeface="Arial"/>
              </a:defRPr>
            </a:lvl3pPr>
            <a:lvl4pPr algn="l">
              <a:defRPr sz="1350" b="0">
                <a:solidFill>
                  <a:srgbClr val="64748B"/>
                </a:solidFill>
                <a:latin typeface="Arial"/>
                <a:ea typeface="Arial"/>
                <a:cs typeface="Arial"/>
              </a:defRPr>
            </a:lvl4pPr>
            <a:lvl5pPr algn="l">
              <a:defRPr sz="1350" b="0">
                <a:solidFill>
                  <a:srgbClr val="64748B"/>
                </a:solidFill>
                <a:latin typeface="Arial"/>
                <a:ea typeface="Arial"/>
                <a:cs typeface="Arial"/>
              </a:defRPr>
            </a:lvl5pPr>
            <a:lvl6pPr algn="l">
              <a:defRPr sz="1350" b="0">
                <a:solidFill>
                  <a:srgbClr val="64748B"/>
                </a:solidFill>
                <a:latin typeface="Arial"/>
                <a:ea typeface="Arial"/>
                <a:cs typeface="Arial"/>
              </a:defRPr>
            </a:lvl6pPr>
            <a:lvl7pPr algn="l">
              <a:defRPr sz="1350" b="0">
                <a:solidFill>
                  <a:srgbClr val="64748B"/>
                </a:solidFill>
                <a:latin typeface="Arial"/>
                <a:ea typeface="Arial"/>
                <a:cs typeface="Arial"/>
              </a:defRPr>
            </a:lvl7pPr>
            <a:lvl8pPr algn="l">
              <a:defRPr sz="1350" b="0">
                <a:solidFill>
                  <a:srgbClr val="64748B"/>
                </a:solidFill>
                <a:latin typeface="Arial"/>
                <a:ea typeface="Arial"/>
                <a:cs typeface="Arial"/>
              </a:defRPr>
            </a:lvl8pPr>
            <a:lvl9pPr algn="l">
              <a:defRPr sz="1350" b="0">
                <a:solidFill>
                  <a:srgbClr val="64748B"/>
                </a:solidFill>
                <a:latin typeface="Arial"/>
                <a:ea typeface="Arial"/>
                <a:cs typeface="Arial"/>
              </a:defRPr>
            </a:lvl9pPr>
          </a:lstStyle>
          <a:p xmlns:a="http://schemas.openxmlformats.org/drawingml/2006/main">
            <a:pPr algn="l">
              <a:defRPr sz="1350" b="0">
                <a:solidFill>
                  <a:srgbClr val="64748B"/>
                </a:solidFill>
                <a:latin typeface="Arial"/>
                <a:ea typeface="Arial"/>
                <a:cs typeface="Arial"/>
              </a:defRPr>
            </a:pPr>
            <a:r>
              <a:rPr sz="1350" b="0">
                <a:solidFill>
                  <a:srgbClr val="64748B"/>
                </a:solidFill>
                <a:latin typeface="Arial"/>
                <a:ea typeface="Arial"/>
                <a:cs typeface="Arial"/>
              </a:rPr>
              <a:t>Prepare</a:t>
            </a:r>
          </a:p>
        </p:txBody>
      </p:sp>
      <p:sp>
        <p:nvSpPr>
          <p:cNvPr id="15" name="s1-Phase Move">
            <a:extLst xmlns:a="http://schemas.openxmlformats.org/drawingml/2006/main">
              <a:ext uri="{FF2B5EF4-FFF2-40B4-BE49-F238E27FC236}">
                <a16:creationId xmlns:a16="http://schemas.microsoft.com/office/drawing/2014/main" id="{6F2B3462-B2CC-470F-97C4-E8AFD08B8AC7}"/>
              </a:ext>
            </a:extLst>
          </p:cNvPr>
          <p:cNvSpPr>
            <a:spLocks xmlns:a="http://schemas.openxmlformats.org/drawingml/2006/main" noGrp="1"/>
          </p:cNvSpPr>
          <p:nvPr/>
        </p:nvSpPr>
        <p:spPr>
          <a:xfrm xmlns:a="http://schemas.openxmlformats.org/drawingml/2006/main">
            <a:off x="4972050"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4748B"/>
                </a:solidFill>
                <a:latin typeface="Arial"/>
                <a:ea typeface="Arial"/>
                <a:cs typeface="Arial"/>
              </a:defRPr>
            </a:defPPr>
            <a:lvl1pPr algn="l">
              <a:defRPr sz="1350" b="0">
                <a:solidFill>
                  <a:srgbClr val="64748B"/>
                </a:solidFill>
                <a:latin typeface="Arial"/>
                <a:ea typeface="Arial"/>
                <a:cs typeface="Arial"/>
              </a:defRPr>
            </a:lvl1pPr>
            <a:lvl2pPr algn="l">
              <a:defRPr sz="1350" b="0">
                <a:solidFill>
                  <a:srgbClr val="64748B"/>
                </a:solidFill>
                <a:latin typeface="Arial"/>
                <a:ea typeface="Arial"/>
                <a:cs typeface="Arial"/>
              </a:defRPr>
            </a:lvl2pPr>
            <a:lvl3pPr algn="l">
              <a:defRPr sz="1350" b="0">
                <a:solidFill>
                  <a:srgbClr val="64748B"/>
                </a:solidFill>
                <a:latin typeface="Arial"/>
                <a:ea typeface="Arial"/>
                <a:cs typeface="Arial"/>
              </a:defRPr>
            </a:lvl3pPr>
            <a:lvl4pPr algn="l">
              <a:defRPr sz="1350" b="0">
                <a:solidFill>
                  <a:srgbClr val="64748B"/>
                </a:solidFill>
                <a:latin typeface="Arial"/>
                <a:ea typeface="Arial"/>
                <a:cs typeface="Arial"/>
              </a:defRPr>
            </a:lvl4pPr>
            <a:lvl5pPr algn="l">
              <a:defRPr sz="1350" b="0">
                <a:solidFill>
                  <a:srgbClr val="64748B"/>
                </a:solidFill>
                <a:latin typeface="Arial"/>
                <a:ea typeface="Arial"/>
                <a:cs typeface="Arial"/>
              </a:defRPr>
            </a:lvl5pPr>
            <a:lvl6pPr algn="l">
              <a:defRPr sz="1350" b="0">
                <a:solidFill>
                  <a:srgbClr val="64748B"/>
                </a:solidFill>
                <a:latin typeface="Arial"/>
                <a:ea typeface="Arial"/>
                <a:cs typeface="Arial"/>
              </a:defRPr>
            </a:lvl6pPr>
            <a:lvl7pPr algn="l">
              <a:defRPr sz="1350" b="0">
                <a:solidFill>
                  <a:srgbClr val="64748B"/>
                </a:solidFill>
                <a:latin typeface="Arial"/>
                <a:ea typeface="Arial"/>
                <a:cs typeface="Arial"/>
              </a:defRPr>
            </a:lvl7pPr>
            <a:lvl8pPr algn="l">
              <a:defRPr sz="1350" b="0">
                <a:solidFill>
                  <a:srgbClr val="64748B"/>
                </a:solidFill>
                <a:latin typeface="Arial"/>
                <a:ea typeface="Arial"/>
                <a:cs typeface="Arial"/>
              </a:defRPr>
            </a:lvl8pPr>
            <a:lvl9pPr algn="l">
              <a:defRPr sz="1350" b="0">
                <a:solidFill>
                  <a:srgbClr val="64748B"/>
                </a:solidFill>
                <a:latin typeface="Arial"/>
                <a:ea typeface="Arial"/>
                <a:cs typeface="Arial"/>
              </a:defRPr>
            </a:lvl9pPr>
          </a:lstStyle>
          <a:p xmlns:a="http://schemas.openxmlformats.org/drawingml/2006/main">
            <a:pPr algn="l">
              <a:defRPr sz="1350" b="0">
                <a:solidFill>
                  <a:srgbClr val="64748B"/>
                </a:solidFill>
                <a:latin typeface="Arial"/>
                <a:ea typeface="Arial"/>
                <a:cs typeface="Arial"/>
              </a:defRPr>
            </a:pPr>
            <a:r>
              <a:rPr sz="1350" b="0">
                <a:solidFill>
                  <a:srgbClr val="64748B"/>
                </a:solidFill>
                <a:latin typeface="Arial"/>
                <a:ea typeface="Arial"/>
                <a:cs typeface="Arial"/>
              </a:rPr>
              <a:t>Move</a:t>
            </a:r>
          </a:p>
        </p:txBody>
      </p:sp>
      <p:sp>
        <p:nvSpPr>
          <p:cNvPr id="16" name="s1-Phase Verify">
            <a:extLst xmlns:a="http://schemas.openxmlformats.org/drawingml/2006/main">
              <a:ext uri="{FF2B5EF4-FFF2-40B4-BE49-F238E27FC236}">
                <a16:creationId xmlns:a16="http://schemas.microsoft.com/office/drawing/2014/main" id="{C0039622-CC5E-4E7B-9309-D4CE1E928C3A}"/>
              </a:ext>
            </a:extLst>
          </p:cNvPr>
          <p:cNvSpPr>
            <a:spLocks xmlns:a="http://schemas.openxmlformats.org/drawingml/2006/main" noGrp="1"/>
          </p:cNvSpPr>
          <p:nvPr/>
        </p:nvSpPr>
        <p:spPr>
          <a:xfrm xmlns:a="http://schemas.openxmlformats.org/drawingml/2006/main">
            <a:off x="7077075"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4748B"/>
                </a:solidFill>
                <a:latin typeface="Arial"/>
                <a:ea typeface="Arial"/>
                <a:cs typeface="Arial"/>
              </a:defRPr>
            </a:defPPr>
            <a:lvl1pPr algn="l">
              <a:defRPr sz="1350" b="0">
                <a:solidFill>
                  <a:srgbClr val="64748B"/>
                </a:solidFill>
                <a:latin typeface="Arial"/>
                <a:ea typeface="Arial"/>
                <a:cs typeface="Arial"/>
              </a:defRPr>
            </a:lvl1pPr>
            <a:lvl2pPr algn="l">
              <a:defRPr sz="1350" b="0">
                <a:solidFill>
                  <a:srgbClr val="64748B"/>
                </a:solidFill>
                <a:latin typeface="Arial"/>
                <a:ea typeface="Arial"/>
                <a:cs typeface="Arial"/>
              </a:defRPr>
            </a:lvl2pPr>
            <a:lvl3pPr algn="l">
              <a:defRPr sz="1350" b="0">
                <a:solidFill>
                  <a:srgbClr val="64748B"/>
                </a:solidFill>
                <a:latin typeface="Arial"/>
                <a:ea typeface="Arial"/>
                <a:cs typeface="Arial"/>
              </a:defRPr>
            </a:lvl3pPr>
            <a:lvl4pPr algn="l">
              <a:defRPr sz="1350" b="0">
                <a:solidFill>
                  <a:srgbClr val="64748B"/>
                </a:solidFill>
                <a:latin typeface="Arial"/>
                <a:ea typeface="Arial"/>
                <a:cs typeface="Arial"/>
              </a:defRPr>
            </a:lvl4pPr>
            <a:lvl5pPr algn="l">
              <a:defRPr sz="1350" b="0">
                <a:solidFill>
                  <a:srgbClr val="64748B"/>
                </a:solidFill>
                <a:latin typeface="Arial"/>
                <a:ea typeface="Arial"/>
                <a:cs typeface="Arial"/>
              </a:defRPr>
            </a:lvl5pPr>
            <a:lvl6pPr algn="l">
              <a:defRPr sz="1350" b="0">
                <a:solidFill>
                  <a:srgbClr val="64748B"/>
                </a:solidFill>
                <a:latin typeface="Arial"/>
                <a:ea typeface="Arial"/>
                <a:cs typeface="Arial"/>
              </a:defRPr>
            </a:lvl6pPr>
            <a:lvl7pPr algn="l">
              <a:defRPr sz="1350" b="0">
                <a:solidFill>
                  <a:srgbClr val="64748B"/>
                </a:solidFill>
                <a:latin typeface="Arial"/>
                <a:ea typeface="Arial"/>
                <a:cs typeface="Arial"/>
              </a:defRPr>
            </a:lvl7pPr>
            <a:lvl8pPr algn="l">
              <a:defRPr sz="1350" b="0">
                <a:solidFill>
                  <a:srgbClr val="64748B"/>
                </a:solidFill>
                <a:latin typeface="Arial"/>
                <a:ea typeface="Arial"/>
                <a:cs typeface="Arial"/>
              </a:defRPr>
            </a:lvl8pPr>
            <a:lvl9pPr algn="l">
              <a:defRPr sz="1350" b="0">
                <a:solidFill>
                  <a:srgbClr val="64748B"/>
                </a:solidFill>
                <a:latin typeface="Arial"/>
                <a:ea typeface="Arial"/>
                <a:cs typeface="Arial"/>
              </a:defRPr>
            </a:lvl9pPr>
          </a:lstStyle>
          <a:p xmlns:a="http://schemas.openxmlformats.org/drawingml/2006/main">
            <a:pPr algn="l">
              <a:defRPr sz="1350" b="0">
                <a:solidFill>
                  <a:srgbClr val="64748B"/>
                </a:solidFill>
                <a:latin typeface="Arial"/>
                <a:ea typeface="Arial"/>
                <a:cs typeface="Arial"/>
              </a:defRPr>
            </a:pPr>
            <a:r>
              <a:rPr sz="1350" b="0">
                <a:solidFill>
                  <a:srgbClr val="64748B"/>
                </a:solidFill>
                <a:latin typeface="Arial"/>
                <a:ea typeface="Arial"/>
                <a:cs typeface="Arial"/>
              </a:rPr>
              <a:t>Verify</a:t>
            </a:r>
          </a:p>
        </p:txBody>
      </p:sp>
      <p:sp>
        <p:nvSpPr>
          <p:cNvPr id="17" name="s1-Phase Start">
            <a:extLst xmlns:a="http://schemas.openxmlformats.org/drawingml/2006/main">
              <a:ext uri="{FF2B5EF4-FFF2-40B4-BE49-F238E27FC236}">
                <a16:creationId xmlns:a16="http://schemas.microsoft.com/office/drawing/2014/main" id="{4CCBDE4D-017C-48A4-9520-BDABFA07B589}"/>
              </a:ext>
            </a:extLst>
          </p:cNvPr>
          <p:cNvSpPr>
            <a:spLocks xmlns:a="http://schemas.openxmlformats.org/drawingml/2006/main" noGrp="1"/>
          </p:cNvSpPr>
          <p:nvPr/>
        </p:nvSpPr>
        <p:spPr>
          <a:xfrm xmlns:a="http://schemas.openxmlformats.org/drawingml/2006/main">
            <a:off x="9182100"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4748B"/>
                </a:solidFill>
                <a:latin typeface="Arial"/>
                <a:ea typeface="Arial"/>
                <a:cs typeface="Arial"/>
              </a:defRPr>
            </a:defPPr>
            <a:lvl1pPr algn="l">
              <a:defRPr sz="1350" b="0">
                <a:solidFill>
                  <a:srgbClr val="64748B"/>
                </a:solidFill>
                <a:latin typeface="Arial"/>
                <a:ea typeface="Arial"/>
                <a:cs typeface="Arial"/>
              </a:defRPr>
            </a:lvl1pPr>
            <a:lvl2pPr algn="l">
              <a:defRPr sz="1350" b="0">
                <a:solidFill>
                  <a:srgbClr val="64748B"/>
                </a:solidFill>
                <a:latin typeface="Arial"/>
                <a:ea typeface="Arial"/>
                <a:cs typeface="Arial"/>
              </a:defRPr>
            </a:lvl2pPr>
            <a:lvl3pPr algn="l">
              <a:defRPr sz="1350" b="0">
                <a:solidFill>
                  <a:srgbClr val="64748B"/>
                </a:solidFill>
                <a:latin typeface="Arial"/>
                <a:ea typeface="Arial"/>
                <a:cs typeface="Arial"/>
              </a:defRPr>
            </a:lvl3pPr>
            <a:lvl4pPr algn="l">
              <a:defRPr sz="1350" b="0">
                <a:solidFill>
                  <a:srgbClr val="64748B"/>
                </a:solidFill>
                <a:latin typeface="Arial"/>
                <a:ea typeface="Arial"/>
                <a:cs typeface="Arial"/>
              </a:defRPr>
            </a:lvl4pPr>
            <a:lvl5pPr algn="l">
              <a:defRPr sz="1350" b="0">
                <a:solidFill>
                  <a:srgbClr val="64748B"/>
                </a:solidFill>
                <a:latin typeface="Arial"/>
                <a:ea typeface="Arial"/>
                <a:cs typeface="Arial"/>
              </a:defRPr>
            </a:lvl5pPr>
            <a:lvl6pPr algn="l">
              <a:defRPr sz="1350" b="0">
                <a:solidFill>
                  <a:srgbClr val="64748B"/>
                </a:solidFill>
                <a:latin typeface="Arial"/>
                <a:ea typeface="Arial"/>
                <a:cs typeface="Arial"/>
              </a:defRPr>
            </a:lvl6pPr>
            <a:lvl7pPr algn="l">
              <a:defRPr sz="1350" b="0">
                <a:solidFill>
                  <a:srgbClr val="64748B"/>
                </a:solidFill>
                <a:latin typeface="Arial"/>
                <a:ea typeface="Arial"/>
                <a:cs typeface="Arial"/>
              </a:defRPr>
            </a:lvl7pPr>
            <a:lvl8pPr algn="l">
              <a:defRPr sz="1350" b="0">
                <a:solidFill>
                  <a:srgbClr val="64748B"/>
                </a:solidFill>
                <a:latin typeface="Arial"/>
                <a:ea typeface="Arial"/>
                <a:cs typeface="Arial"/>
              </a:defRPr>
            </a:lvl8pPr>
            <a:lvl9pPr algn="l">
              <a:defRPr sz="1350" b="0">
                <a:solidFill>
                  <a:srgbClr val="64748B"/>
                </a:solidFill>
                <a:latin typeface="Arial"/>
                <a:ea typeface="Arial"/>
                <a:cs typeface="Arial"/>
              </a:defRPr>
            </a:lvl9pPr>
          </a:lstStyle>
          <a:p xmlns:a="http://schemas.openxmlformats.org/drawingml/2006/main">
            <a:pPr algn="l">
              <a:defRPr sz="1350" b="0">
                <a:solidFill>
                  <a:srgbClr val="64748B"/>
                </a:solidFill>
                <a:latin typeface="Arial"/>
                <a:ea typeface="Arial"/>
                <a:cs typeface="Arial"/>
              </a:defRPr>
            </a:pPr>
            <a:r>
              <a:rPr sz="1350" b="0">
                <a:solidFill>
                  <a:srgbClr val="64748B"/>
                </a:solidFill>
                <a:latin typeface="Arial"/>
                <a:ea typeface="Arial"/>
                <a:cs typeface="Arial"/>
              </a:rPr>
              <a:t>Start</a:t>
            </a:r>
          </a:p>
        </p:txBody>
      </p:sp>
      <p:cxnSp>
        <p:nvCxnSpPr>
          <p:cNvPr id="18" name="s1-App footer divider">
            <a:extLst xmlns:a="http://schemas.openxmlformats.org/drawingml/2006/main">
              <a:ext uri="{FF2B5EF4-FFF2-40B4-BE49-F238E27FC236}">
                <a16:creationId xmlns:a16="http://schemas.microsoft.com/office/drawing/2014/main" id="{83733036-8190-408C-B199-37B3F362D759}"/>
              </a:ext>
            </a:extLst>
          </p:cNvPr>
          <p:cNvCxnSpPr/>
          <p:nvPr/>
        </p:nvCxnSpPr>
        <p:spPr>
          <a:xfrm xmlns:a="http://schemas.openxmlformats.org/drawingml/2006/main" flipH="0" flipV="0">
            <a:off x="762000" y="7343775"/>
            <a:ext cx="10553700" cy="0"/>
          </a:xfrm>
          <a:prstGeom xmlns:a="http://schemas.openxmlformats.org/drawingml/2006/main" prst="straightConnector1">
            <a:avLst/>
          </a:prstGeom>
          <a:ln xmlns:a="http://schemas.openxmlformats.org/drawingml/2006/main" w="9525">
            <a:solidFill>
              <a:srgbClr val="D8E0EB"/>
            </a:solidFill>
            <a:tailEnd type="none" w="sm" len="sm"/>
          </a:ln>
        </p:spPr>
      </p:cxnSp>
      <p:sp>
        <p:nvSpPr>
          <p:cNvPr id="19" name="s1-Synthetic scope">
            <a:extLst xmlns:a="http://schemas.openxmlformats.org/drawingml/2006/main">
              <a:ext uri="{FF2B5EF4-FFF2-40B4-BE49-F238E27FC236}">
                <a16:creationId xmlns:a16="http://schemas.microsoft.com/office/drawing/2014/main" id="{D4F305D7-9413-4136-A3C8-180C4F623BFE}"/>
              </a:ext>
            </a:extLst>
          </p:cNvPr>
          <p:cNvSpPr>
            <a:spLocks xmlns:a="http://schemas.openxmlformats.org/drawingml/2006/main" noGrp="1"/>
          </p:cNvSpPr>
          <p:nvPr/>
        </p:nvSpPr>
        <p:spPr>
          <a:xfrm xmlns:a="http://schemas.openxmlformats.org/drawingml/2006/main">
            <a:off x="762000" y="7458075"/>
            <a:ext cx="10553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4748B"/>
                </a:solidFill>
                <a:latin typeface="Arial"/>
                <a:ea typeface="Arial"/>
                <a:cs typeface="Arial"/>
              </a:defRPr>
            </a:defPPr>
            <a:lvl1pPr algn="l">
              <a:defRPr sz="1200" b="0">
                <a:solidFill>
                  <a:srgbClr val="64748B"/>
                </a:solidFill>
                <a:latin typeface="Arial"/>
                <a:ea typeface="Arial"/>
                <a:cs typeface="Arial"/>
              </a:defRPr>
            </a:lvl1pPr>
            <a:lvl2pPr algn="l">
              <a:defRPr sz="1200" b="0">
                <a:solidFill>
                  <a:srgbClr val="64748B"/>
                </a:solidFill>
                <a:latin typeface="Arial"/>
                <a:ea typeface="Arial"/>
                <a:cs typeface="Arial"/>
              </a:defRPr>
            </a:lvl2pPr>
            <a:lvl3pPr algn="l">
              <a:defRPr sz="1200" b="0">
                <a:solidFill>
                  <a:srgbClr val="64748B"/>
                </a:solidFill>
                <a:latin typeface="Arial"/>
                <a:ea typeface="Arial"/>
                <a:cs typeface="Arial"/>
              </a:defRPr>
            </a:lvl3pPr>
            <a:lvl4pPr algn="l">
              <a:defRPr sz="1200" b="0">
                <a:solidFill>
                  <a:srgbClr val="64748B"/>
                </a:solidFill>
                <a:latin typeface="Arial"/>
                <a:ea typeface="Arial"/>
                <a:cs typeface="Arial"/>
              </a:defRPr>
            </a:lvl4pPr>
            <a:lvl5pPr algn="l">
              <a:defRPr sz="1200" b="0">
                <a:solidFill>
                  <a:srgbClr val="64748B"/>
                </a:solidFill>
                <a:latin typeface="Arial"/>
                <a:ea typeface="Arial"/>
                <a:cs typeface="Arial"/>
              </a:defRPr>
            </a:lvl5pPr>
            <a:lvl6pPr algn="l">
              <a:defRPr sz="1200" b="0">
                <a:solidFill>
                  <a:srgbClr val="64748B"/>
                </a:solidFill>
                <a:latin typeface="Arial"/>
                <a:ea typeface="Arial"/>
                <a:cs typeface="Arial"/>
              </a:defRPr>
            </a:lvl6pPr>
            <a:lvl7pPr algn="l">
              <a:defRPr sz="1200" b="0">
                <a:solidFill>
                  <a:srgbClr val="64748B"/>
                </a:solidFill>
                <a:latin typeface="Arial"/>
                <a:ea typeface="Arial"/>
                <a:cs typeface="Arial"/>
              </a:defRPr>
            </a:lvl7pPr>
            <a:lvl8pPr algn="l">
              <a:defRPr sz="1200" b="0">
                <a:solidFill>
                  <a:srgbClr val="64748B"/>
                </a:solidFill>
                <a:latin typeface="Arial"/>
                <a:ea typeface="Arial"/>
                <a:cs typeface="Arial"/>
              </a:defRPr>
            </a:lvl8pPr>
            <a:lvl9pPr algn="l">
              <a:defRPr sz="1200" b="0">
                <a:solidFill>
                  <a:srgbClr val="64748B"/>
                </a:solidFill>
                <a:latin typeface="Arial"/>
                <a:ea typeface="Arial"/>
                <a:cs typeface="Arial"/>
              </a:defRPr>
            </a:lvl9pPr>
          </a:lstStyle>
          <a:p xmlns:a="http://schemas.openxmlformats.org/drawingml/2006/main">
            <a:pPr algn="l">
              <a:defRPr sz="1200" b="0">
                <a:solidFill>
                  <a:srgbClr val="64748B"/>
                </a:solidFill>
                <a:latin typeface="Arial"/>
                <a:ea typeface="Arial"/>
                <a:cs typeface="Arial"/>
              </a:defRPr>
            </a:pPr>
            <a:r>
              <a:rPr sz="1200" b="0">
                <a:solidFill>
                  <a:srgbClr val="64748B"/>
                </a:solidFill>
                <a:latin typeface="Arial"/>
                <a:ea typeface="Arial"/>
                <a:cs typeface="Arial"/>
              </a:rPr>
              <a:t>Synthetic demonstration. No live accounting-provider connection.</a:t>
            </a:r>
          </a:p>
        </p:txBody>
      </p:sp>
      <p:sp>
        <p:nvSpPr>
          <p:cNvPr id="20" name="s1-Business outcome">
            <a:extLst xmlns:a="http://schemas.openxmlformats.org/drawingml/2006/main">
              <a:ext uri="{FF2B5EF4-FFF2-40B4-BE49-F238E27FC236}">
                <a16:creationId xmlns:a16="http://schemas.microsoft.com/office/drawing/2014/main" id="{5F23E121-E23D-4F8F-B50A-4151B12C9CA7}"/>
              </a:ext>
            </a:extLst>
          </p:cNvPr>
          <p:cNvSpPr>
            <a:spLocks xmlns:a="http://schemas.openxmlformats.org/drawingml/2006/main" noGrp="1"/>
          </p:cNvSpPr>
          <p:nvPr/>
        </p:nvSpPr>
        <p:spPr>
          <a:xfrm xmlns:a="http://schemas.openxmlformats.org/drawingml/2006/main">
            <a:off x="419100" y="8067675"/>
            <a:ext cx="1440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243F"/>
                </a:solidFill>
                <a:latin typeface="Arial"/>
                <a:ea typeface="Arial"/>
                <a:cs typeface="Arial"/>
              </a:defRPr>
            </a:defPPr>
            <a:lvl1pPr algn="l">
              <a:defRPr sz="1800" b="1">
                <a:solidFill>
                  <a:srgbClr val="17243F"/>
                </a:solidFill>
                <a:latin typeface="Arial"/>
                <a:ea typeface="Arial"/>
                <a:cs typeface="Arial"/>
              </a:defRPr>
            </a:lvl1pPr>
            <a:lvl2pPr algn="l">
              <a:defRPr sz="1800" b="1">
                <a:solidFill>
                  <a:srgbClr val="17243F"/>
                </a:solidFill>
                <a:latin typeface="Arial"/>
                <a:ea typeface="Arial"/>
                <a:cs typeface="Arial"/>
              </a:defRPr>
            </a:lvl2pPr>
            <a:lvl3pPr algn="l">
              <a:defRPr sz="1800" b="1">
                <a:solidFill>
                  <a:srgbClr val="17243F"/>
                </a:solidFill>
                <a:latin typeface="Arial"/>
                <a:ea typeface="Arial"/>
                <a:cs typeface="Arial"/>
              </a:defRPr>
            </a:lvl3pPr>
            <a:lvl4pPr algn="l">
              <a:defRPr sz="1800" b="1">
                <a:solidFill>
                  <a:srgbClr val="17243F"/>
                </a:solidFill>
                <a:latin typeface="Arial"/>
                <a:ea typeface="Arial"/>
                <a:cs typeface="Arial"/>
              </a:defRPr>
            </a:lvl4pPr>
            <a:lvl5pPr algn="l">
              <a:defRPr sz="1800" b="1">
                <a:solidFill>
                  <a:srgbClr val="17243F"/>
                </a:solidFill>
                <a:latin typeface="Arial"/>
                <a:ea typeface="Arial"/>
                <a:cs typeface="Arial"/>
              </a:defRPr>
            </a:lvl5pPr>
            <a:lvl6pPr algn="l">
              <a:defRPr sz="1800" b="1">
                <a:solidFill>
                  <a:srgbClr val="17243F"/>
                </a:solidFill>
                <a:latin typeface="Arial"/>
                <a:ea typeface="Arial"/>
                <a:cs typeface="Arial"/>
              </a:defRPr>
            </a:lvl6pPr>
            <a:lvl7pPr algn="l">
              <a:defRPr sz="1800" b="1">
                <a:solidFill>
                  <a:srgbClr val="17243F"/>
                </a:solidFill>
                <a:latin typeface="Arial"/>
                <a:ea typeface="Arial"/>
                <a:cs typeface="Arial"/>
              </a:defRPr>
            </a:lvl7pPr>
            <a:lvl8pPr algn="l">
              <a:defRPr sz="1800" b="1">
                <a:solidFill>
                  <a:srgbClr val="17243F"/>
                </a:solidFill>
                <a:latin typeface="Arial"/>
                <a:ea typeface="Arial"/>
                <a:cs typeface="Arial"/>
              </a:defRPr>
            </a:lvl8pPr>
            <a:lvl9pPr algn="l">
              <a:defRPr sz="1800" b="1">
                <a:solidFill>
                  <a:srgbClr val="17243F"/>
                </a:solidFill>
                <a:latin typeface="Arial"/>
                <a:ea typeface="Arial"/>
                <a:cs typeface="Arial"/>
              </a:defRPr>
            </a:lvl9pPr>
          </a:lstStyle>
          <a:p xmlns:a="http://schemas.openxmlformats.org/drawingml/2006/main">
            <a:pPr algn="l">
              <a:defRPr sz="1800" b="1">
                <a:solidFill>
                  <a:srgbClr val="17243F"/>
                </a:solidFill>
                <a:latin typeface="Arial"/>
                <a:ea typeface="Arial"/>
                <a:cs typeface="Arial"/>
              </a:defRPr>
            </a:pPr>
            <a:r>
              <a:rPr sz="1800" b="1">
                <a:solidFill>
                  <a:srgbClr val="17243F"/>
                </a:solidFill>
                <a:latin typeface="Arial"/>
                <a:ea typeface="Arial"/>
                <a:cs typeface="Arial"/>
              </a:rPr>
              <a:t>A clear starting point gives the accountant control before any data moves.</a:t>
            </a:r>
          </a:p>
        </p:txBody>
      </p:sp>
      <p:sp>
        <p:nvSpPr>
          <p:cNvPr id="21" name="s1-Screen title">
            <a:extLst xmlns:a="http://schemas.openxmlformats.org/drawingml/2006/main">
              <a:ext uri="{FF2B5EF4-FFF2-40B4-BE49-F238E27FC236}">
                <a16:creationId xmlns:a16="http://schemas.microsoft.com/office/drawing/2014/main" id="{E33EBAEE-6948-4BCC-BB5B-764C6275886E}"/>
              </a:ext>
            </a:extLst>
          </p:cNvPr>
          <p:cNvSpPr>
            <a:spLocks xmlns:a="http://schemas.openxmlformats.org/drawingml/2006/main" noGrp="1"/>
          </p:cNvSpPr>
          <p:nvPr/>
        </p:nvSpPr>
        <p:spPr>
          <a:xfrm xmlns:a="http://schemas.openxmlformats.org/drawingml/2006/main">
            <a:off x="762000" y="2895600"/>
            <a:ext cx="1057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11827"/>
                </a:solidFill>
                <a:latin typeface="Arial"/>
                <a:ea typeface="Arial"/>
                <a:cs typeface="Arial"/>
              </a:defRPr>
            </a:defPPr>
            <a:lvl1pPr algn="l">
              <a:defRPr sz="2325" b="1">
                <a:solidFill>
                  <a:srgbClr val="111827"/>
                </a:solidFill>
                <a:latin typeface="Arial"/>
                <a:ea typeface="Arial"/>
                <a:cs typeface="Arial"/>
              </a:defRPr>
            </a:lvl1pPr>
            <a:lvl2pPr algn="l">
              <a:defRPr sz="2325" b="1">
                <a:solidFill>
                  <a:srgbClr val="111827"/>
                </a:solidFill>
                <a:latin typeface="Arial"/>
                <a:ea typeface="Arial"/>
                <a:cs typeface="Arial"/>
              </a:defRPr>
            </a:lvl2pPr>
            <a:lvl3pPr algn="l">
              <a:defRPr sz="2325" b="1">
                <a:solidFill>
                  <a:srgbClr val="111827"/>
                </a:solidFill>
                <a:latin typeface="Arial"/>
                <a:ea typeface="Arial"/>
                <a:cs typeface="Arial"/>
              </a:defRPr>
            </a:lvl3pPr>
            <a:lvl4pPr algn="l">
              <a:defRPr sz="2325" b="1">
                <a:solidFill>
                  <a:srgbClr val="111827"/>
                </a:solidFill>
                <a:latin typeface="Arial"/>
                <a:ea typeface="Arial"/>
                <a:cs typeface="Arial"/>
              </a:defRPr>
            </a:lvl4pPr>
            <a:lvl5pPr algn="l">
              <a:defRPr sz="2325" b="1">
                <a:solidFill>
                  <a:srgbClr val="111827"/>
                </a:solidFill>
                <a:latin typeface="Arial"/>
                <a:ea typeface="Arial"/>
                <a:cs typeface="Arial"/>
              </a:defRPr>
            </a:lvl5pPr>
            <a:lvl6pPr algn="l">
              <a:defRPr sz="2325" b="1">
                <a:solidFill>
                  <a:srgbClr val="111827"/>
                </a:solidFill>
                <a:latin typeface="Arial"/>
                <a:ea typeface="Arial"/>
                <a:cs typeface="Arial"/>
              </a:defRPr>
            </a:lvl6pPr>
            <a:lvl7pPr algn="l">
              <a:defRPr sz="2325" b="1">
                <a:solidFill>
                  <a:srgbClr val="111827"/>
                </a:solidFill>
                <a:latin typeface="Arial"/>
                <a:ea typeface="Arial"/>
                <a:cs typeface="Arial"/>
              </a:defRPr>
            </a:lvl7pPr>
            <a:lvl8pPr algn="l">
              <a:defRPr sz="2325" b="1">
                <a:solidFill>
                  <a:srgbClr val="111827"/>
                </a:solidFill>
                <a:latin typeface="Arial"/>
                <a:ea typeface="Arial"/>
                <a:cs typeface="Arial"/>
              </a:defRPr>
            </a:lvl8pPr>
            <a:lvl9pPr algn="l">
              <a:defRPr sz="2325" b="1">
                <a:solidFill>
                  <a:srgbClr val="111827"/>
                </a:solidFill>
                <a:latin typeface="Arial"/>
                <a:ea typeface="Arial"/>
                <a:cs typeface="Arial"/>
              </a:defRPr>
            </a:lvl9pPr>
          </a:lstStyle>
          <a:p xmlns:a="http://schemas.openxmlformats.org/drawingml/2006/main">
            <a:pPr algn="l">
              <a:defRPr sz="2325" b="1">
                <a:solidFill>
                  <a:srgbClr val="111827"/>
                </a:solidFill>
                <a:latin typeface="Arial"/>
                <a:ea typeface="Arial"/>
                <a:cs typeface="Arial"/>
              </a:defRPr>
            </a:pPr>
            <a:r>
              <a:rPr sz="2325" b="1">
                <a:solidFill>
                  <a:srgbClr val="111827"/>
                </a:solidFill>
                <a:latin typeface="Arial"/>
                <a:ea typeface="Arial"/>
                <a:cs typeface="Arial"/>
              </a:rPr>
              <a:t>Welcome to MoveBooks AI</a:t>
            </a:r>
          </a:p>
        </p:txBody>
      </p:sp>
      <p:sp>
        <p:nvSpPr>
          <p:cNvPr id="22" name="s1-Screen subtitle">
            <a:extLst xmlns:a="http://schemas.openxmlformats.org/drawingml/2006/main">
              <a:ext uri="{FF2B5EF4-FFF2-40B4-BE49-F238E27FC236}">
                <a16:creationId xmlns:a16="http://schemas.microsoft.com/office/drawing/2014/main" id="{BDD36DAC-F121-451F-A4C4-54A92E907D5F}"/>
              </a:ext>
            </a:extLst>
          </p:cNvPr>
          <p:cNvSpPr>
            <a:spLocks xmlns:a="http://schemas.openxmlformats.org/drawingml/2006/main" noGrp="1"/>
          </p:cNvSpPr>
          <p:nvPr/>
        </p:nvSpPr>
        <p:spPr>
          <a:xfrm xmlns:a="http://schemas.openxmlformats.org/drawingml/2006/main">
            <a:off x="762000" y="33813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75569"/>
                </a:solidFill>
                <a:latin typeface="Arial"/>
                <a:ea typeface="Arial"/>
                <a:cs typeface="Arial"/>
              </a:defRPr>
            </a:defPPr>
            <a:lvl1pPr algn="l">
              <a:defRPr sz="1425" b="0">
                <a:solidFill>
                  <a:srgbClr val="475569"/>
                </a:solidFill>
                <a:latin typeface="Arial"/>
                <a:ea typeface="Arial"/>
                <a:cs typeface="Arial"/>
              </a:defRPr>
            </a:lvl1pPr>
            <a:lvl2pPr algn="l">
              <a:defRPr sz="1425" b="0">
                <a:solidFill>
                  <a:srgbClr val="475569"/>
                </a:solidFill>
                <a:latin typeface="Arial"/>
                <a:ea typeface="Arial"/>
                <a:cs typeface="Arial"/>
              </a:defRPr>
            </a:lvl2pPr>
            <a:lvl3pPr algn="l">
              <a:defRPr sz="1425" b="0">
                <a:solidFill>
                  <a:srgbClr val="475569"/>
                </a:solidFill>
                <a:latin typeface="Arial"/>
                <a:ea typeface="Arial"/>
                <a:cs typeface="Arial"/>
              </a:defRPr>
            </a:lvl3pPr>
            <a:lvl4pPr algn="l">
              <a:defRPr sz="1425" b="0">
                <a:solidFill>
                  <a:srgbClr val="475569"/>
                </a:solidFill>
                <a:latin typeface="Arial"/>
                <a:ea typeface="Arial"/>
                <a:cs typeface="Arial"/>
              </a:defRPr>
            </a:lvl4pPr>
            <a:lvl5pPr algn="l">
              <a:defRPr sz="1425" b="0">
                <a:solidFill>
                  <a:srgbClr val="475569"/>
                </a:solidFill>
                <a:latin typeface="Arial"/>
                <a:ea typeface="Arial"/>
                <a:cs typeface="Arial"/>
              </a:defRPr>
            </a:lvl5pPr>
            <a:lvl6pPr algn="l">
              <a:defRPr sz="1425" b="0">
                <a:solidFill>
                  <a:srgbClr val="475569"/>
                </a:solidFill>
                <a:latin typeface="Arial"/>
                <a:ea typeface="Arial"/>
                <a:cs typeface="Arial"/>
              </a:defRPr>
            </a:lvl6pPr>
            <a:lvl7pPr algn="l">
              <a:defRPr sz="1425" b="0">
                <a:solidFill>
                  <a:srgbClr val="475569"/>
                </a:solidFill>
                <a:latin typeface="Arial"/>
                <a:ea typeface="Arial"/>
                <a:cs typeface="Arial"/>
              </a:defRPr>
            </a:lvl7pPr>
            <a:lvl8pPr algn="l">
              <a:defRPr sz="1425" b="0">
                <a:solidFill>
                  <a:srgbClr val="475569"/>
                </a:solidFill>
                <a:latin typeface="Arial"/>
                <a:ea typeface="Arial"/>
                <a:cs typeface="Arial"/>
              </a:defRPr>
            </a:lvl8pPr>
            <a:lvl9pPr algn="l">
              <a:defRPr sz="1425" b="0">
                <a:solidFill>
                  <a:srgbClr val="475569"/>
                </a:solidFill>
                <a:latin typeface="Arial"/>
                <a:ea typeface="Arial"/>
                <a:cs typeface="Arial"/>
              </a:defRPr>
            </a:lvl9pPr>
          </a:lstStyle>
          <a:p xmlns:a="http://schemas.openxmlformats.org/drawingml/2006/main">
            <a:pPr algn="l">
              <a:defRPr sz="1425" b="0">
                <a:solidFill>
                  <a:srgbClr val="475569"/>
                </a:solidFill>
                <a:latin typeface="Arial"/>
                <a:ea typeface="Arial"/>
                <a:cs typeface="Arial"/>
              </a:defRPr>
            </a:pPr>
            <a:r>
              <a:rPr sz="1425" b="0">
                <a:solidFill>
                  <a:srgbClr val="475569"/>
                </a:solidFill>
                <a:latin typeface="Arial"/>
                <a:ea typeface="Arial"/>
                <a:cs typeface="Arial"/>
              </a:rPr>
              <a:t>Start with your business context. You approve consequential decisions.</a:t>
            </a:r>
          </a:p>
        </p:txBody>
      </p:sp>
      <p:sp>
        <p:nvSpPr>
          <p:cNvPr id="23" name="s1-Field label Current accounting platform · proposed">
            <a:extLst xmlns:a="http://schemas.openxmlformats.org/drawingml/2006/main">
              <a:ext uri="{FF2B5EF4-FFF2-40B4-BE49-F238E27FC236}">
                <a16:creationId xmlns:a16="http://schemas.microsoft.com/office/drawing/2014/main" id="{684F8E38-4AE4-41F6-B79B-253D842DD016}"/>
              </a:ext>
            </a:extLst>
          </p:cNvPr>
          <p:cNvSpPr>
            <a:spLocks xmlns:a="http://schemas.openxmlformats.org/drawingml/2006/main" noGrp="1"/>
          </p:cNvSpPr>
          <p:nvPr/>
        </p:nvSpPr>
        <p:spPr>
          <a:xfrm xmlns:a="http://schemas.openxmlformats.org/drawingml/2006/main">
            <a:off x="762000" y="3848100"/>
            <a:ext cx="506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475569"/>
                </a:solidFill>
                <a:latin typeface="Arial"/>
                <a:ea typeface="Arial"/>
                <a:cs typeface="Arial"/>
              </a:defRPr>
            </a:defPPr>
            <a:lvl1pPr algn="l">
              <a:defRPr sz="1350" b="1">
                <a:solidFill>
                  <a:srgbClr val="475569"/>
                </a:solidFill>
                <a:latin typeface="Arial"/>
                <a:ea typeface="Arial"/>
                <a:cs typeface="Arial"/>
              </a:defRPr>
            </a:lvl1pPr>
            <a:lvl2pPr algn="l">
              <a:defRPr sz="1350" b="1">
                <a:solidFill>
                  <a:srgbClr val="475569"/>
                </a:solidFill>
                <a:latin typeface="Arial"/>
                <a:ea typeface="Arial"/>
                <a:cs typeface="Arial"/>
              </a:defRPr>
            </a:lvl2pPr>
            <a:lvl3pPr algn="l">
              <a:defRPr sz="1350" b="1">
                <a:solidFill>
                  <a:srgbClr val="475569"/>
                </a:solidFill>
                <a:latin typeface="Arial"/>
                <a:ea typeface="Arial"/>
                <a:cs typeface="Arial"/>
              </a:defRPr>
            </a:lvl3pPr>
            <a:lvl4pPr algn="l">
              <a:defRPr sz="1350" b="1">
                <a:solidFill>
                  <a:srgbClr val="475569"/>
                </a:solidFill>
                <a:latin typeface="Arial"/>
                <a:ea typeface="Arial"/>
                <a:cs typeface="Arial"/>
              </a:defRPr>
            </a:lvl4pPr>
            <a:lvl5pPr algn="l">
              <a:defRPr sz="1350" b="1">
                <a:solidFill>
                  <a:srgbClr val="475569"/>
                </a:solidFill>
                <a:latin typeface="Arial"/>
                <a:ea typeface="Arial"/>
                <a:cs typeface="Arial"/>
              </a:defRPr>
            </a:lvl5pPr>
            <a:lvl6pPr algn="l">
              <a:defRPr sz="1350" b="1">
                <a:solidFill>
                  <a:srgbClr val="475569"/>
                </a:solidFill>
                <a:latin typeface="Arial"/>
                <a:ea typeface="Arial"/>
                <a:cs typeface="Arial"/>
              </a:defRPr>
            </a:lvl6pPr>
            <a:lvl7pPr algn="l">
              <a:defRPr sz="1350" b="1">
                <a:solidFill>
                  <a:srgbClr val="475569"/>
                </a:solidFill>
                <a:latin typeface="Arial"/>
                <a:ea typeface="Arial"/>
                <a:cs typeface="Arial"/>
              </a:defRPr>
            </a:lvl7pPr>
            <a:lvl8pPr algn="l">
              <a:defRPr sz="1350" b="1">
                <a:solidFill>
                  <a:srgbClr val="475569"/>
                </a:solidFill>
                <a:latin typeface="Arial"/>
                <a:ea typeface="Arial"/>
                <a:cs typeface="Arial"/>
              </a:defRPr>
            </a:lvl8pPr>
            <a:lvl9pPr algn="l">
              <a:defRPr sz="1350" b="1">
                <a:solidFill>
                  <a:srgbClr val="475569"/>
                </a:solidFill>
                <a:latin typeface="Arial"/>
                <a:ea typeface="Arial"/>
                <a:cs typeface="Arial"/>
              </a:defRPr>
            </a:lvl9pPr>
          </a:lstStyle>
          <a:p xmlns:a="http://schemas.openxmlformats.org/drawingml/2006/main">
            <a:pPr algn="l">
              <a:defRPr sz="1350" b="1">
                <a:solidFill>
                  <a:srgbClr val="475569"/>
                </a:solidFill>
                <a:latin typeface="Arial"/>
                <a:ea typeface="Arial"/>
                <a:cs typeface="Arial"/>
              </a:defRPr>
            </a:pPr>
            <a:r>
              <a:rPr sz="1350" b="1">
                <a:solidFill>
                  <a:srgbClr val="475569"/>
                </a:solidFill>
                <a:latin typeface="Arial"/>
                <a:ea typeface="Arial"/>
                <a:cs typeface="Arial"/>
              </a:rPr>
              <a:t>Current accounting platform · proposed</a:t>
            </a:r>
          </a:p>
        </p:txBody>
      </p:sp>
      <p:sp>
        <p:nvSpPr>
          <p:cNvPr id="24" name="s1-Field Current accounting platform · proposed">
            <a:extLst xmlns:a="http://schemas.openxmlformats.org/drawingml/2006/main">
              <a:ext uri="{FF2B5EF4-FFF2-40B4-BE49-F238E27FC236}">
                <a16:creationId xmlns:a16="http://schemas.microsoft.com/office/drawing/2014/main" id="{9FA01483-5C95-46CF-83EA-81E012631B46}"/>
              </a:ext>
            </a:extLst>
          </p:cNvPr>
          <p:cNvSpPr>
            <a:spLocks xmlns:a="http://schemas.openxmlformats.org/drawingml/2006/main" noGrp="1"/>
          </p:cNvSpPr>
          <p:nvPr/>
        </p:nvSpPr>
        <p:spPr>
          <a:xfrm xmlns:a="http://schemas.openxmlformats.org/drawingml/2006/main">
            <a:off x="762000" y="4143375"/>
            <a:ext cx="5067300" cy="447675"/>
          </a:xfrm>
          <a:prstGeom xmlns:a="http://schemas.openxmlformats.org/drawingml/2006/main" prst="roundRect">
            <a:avLst>
              <a:gd name="adj" fmla="val 17021"/>
            </a:avLst>
          </a:prstGeom>
          <a:solidFill xmlns:a="http://schemas.openxmlformats.org/drawingml/2006/main">
            <a:srgbClr val="FFFFFF"/>
          </a:solidFill>
          <a:ln xmlns:a="http://schemas.openxmlformats.org/drawingml/2006/main" w="9525">
            <a:solidFill>
              <a:srgbClr val="D8E0EB"/>
            </a:solidFill>
            <a:prstDash val="solid"/>
          </a:ln>
        </p:spPr>
      </p:sp>
      <p:sp>
        <p:nvSpPr>
          <p:cNvPr id="25" name="s1-Field value Current accounting platform · proposed">
            <a:extLst xmlns:a="http://schemas.openxmlformats.org/drawingml/2006/main">
              <a:ext uri="{FF2B5EF4-FFF2-40B4-BE49-F238E27FC236}">
                <a16:creationId xmlns:a16="http://schemas.microsoft.com/office/drawing/2014/main" id="{CA1D9890-0D87-4502-A042-6840A8124EE0}"/>
              </a:ext>
            </a:extLst>
          </p:cNvPr>
          <p:cNvSpPr>
            <a:spLocks xmlns:a="http://schemas.openxmlformats.org/drawingml/2006/main" noGrp="1"/>
          </p:cNvSpPr>
          <p:nvPr/>
        </p:nvSpPr>
        <p:spPr>
          <a:xfrm xmlns:a="http://schemas.openxmlformats.org/drawingml/2006/main">
            <a:off x="895350" y="4267200"/>
            <a:ext cx="4638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11827"/>
                </a:solidFill>
                <a:latin typeface="Arial"/>
                <a:ea typeface="Arial"/>
                <a:cs typeface="Arial"/>
              </a:defRPr>
            </a:defPPr>
            <a:lvl1pPr algn="l">
              <a:defRPr sz="1500" b="0">
                <a:solidFill>
                  <a:srgbClr val="111827"/>
                </a:solidFill>
                <a:latin typeface="Arial"/>
                <a:ea typeface="Arial"/>
                <a:cs typeface="Arial"/>
              </a:defRPr>
            </a:lvl1pPr>
            <a:lvl2pPr algn="l">
              <a:defRPr sz="1500" b="0">
                <a:solidFill>
                  <a:srgbClr val="111827"/>
                </a:solidFill>
                <a:latin typeface="Arial"/>
                <a:ea typeface="Arial"/>
                <a:cs typeface="Arial"/>
              </a:defRPr>
            </a:lvl2pPr>
            <a:lvl3pPr algn="l">
              <a:defRPr sz="1500" b="0">
                <a:solidFill>
                  <a:srgbClr val="111827"/>
                </a:solidFill>
                <a:latin typeface="Arial"/>
                <a:ea typeface="Arial"/>
                <a:cs typeface="Arial"/>
              </a:defRPr>
            </a:lvl3pPr>
            <a:lvl4pPr algn="l">
              <a:defRPr sz="1500" b="0">
                <a:solidFill>
                  <a:srgbClr val="111827"/>
                </a:solidFill>
                <a:latin typeface="Arial"/>
                <a:ea typeface="Arial"/>
                <a:cs typeface="Arial"/>
              </a:defRPr>
            </a:lvl4pPr>
            <a:lvl5pPr algn="l">
              <a:defRPr sz="1500" b="0">
                <a:solidFill>
                  <a:srgbClr val="111827"/>
                </a:solidFill>
                <a:latin typeface="Arial"/>
                <a:ea typeface="Arial"/>
                <a:cs typeface="Arial"/>
              </a:defRPr>
            </a:lvl5pPr>
            <a:lvl6pPr algn="l">
              <a:defRPr sz="1500" b="0">
                <a:solidFill>
                  <a:srgbClr val="111827"/>
                </a:solidFill>
                <a:latin typeface="Arial"/>
                <a:ea typeface="Arial"/>
                <a:cs typeface="Arial"/>
              </a:defRPr>
            </a:lvl6pPr>
            <a:lvl7pPr algn="l">
              <a:defRPr sz="1500" b="0">
                <a:solidFill>
                  <a:srgbClr val="111827"/>
                </a:solidFill>
                <a:latin typeface="Arial"/>
                <a:ea typeface="Arial"/>
                <a:cs typeface="Arial"/>
              </a:defRPr>
            </a:lvl7pPr>
            <a:lvl8pPr algn="l">
              <a:defRPr sz="1500" b="0">
                <a:solidFill>
                  <a:srgbClr val="111827"/>
                </a:solidFill>
                <a:latin typeface="Arial"/>
                <a:ea typeface="Arial"/>
                <a:cs typeface="Arial"/>
              </a:defRPr>
            </a:lvl8pPr>
            <a:lvl9pPr algn="l">
              <a:defRPr sz="1500" b="0">
                <a:solidFill>
                  <a:srgbClr val="111827"/>
                </a:solidFill>
                <a:latin typeface="Arial"/>
                <a:ea typeface="Arial"/>
                <a:cs typeface="Arial"/>
              </a:defRPr>
            </a:lvl9pPr>
          </a:lstStyle>
          <a:p xmlns:a="http://schemas.openxmlformats.org/drawingml/2006/main">
            <a:pPr algn="l">
              <a:defRPr sz="1500" b="0">
                <a:solidFill>
                  <a:srgbClr val="111827"/>
                </a:solidFill>
                <a:latin typeface="Arial"/>
                <a:ea typeface="Arial"/>
                <a:cs typeface="Arial"/>
              </a:defRPr>
            </a:pPr>
            <a:r>
              <a:rPr sz="1500" b="0">
                <a:solidFill>
                  <a:srgbClr val="111827"/>
                </a:solidFill>
                <a:latin typeface="Arial"/>
                <a:ea typeface="Arial"/>
                <a:cs typeface="Arial"/>
              </a:rPr>
              <a:t>Generic accounting export</a:t>
            </a:r>
          </a:p>
        </p:txBody>
      </p:sp>
      <p:cxnSp>
        <p:nvCxnSpPr>
          <p:cNvPr id="26" name="s1-Field chevron Current accounting platform · proposed left">
            <a:extLst xmlns:a="http://schemas.openxmlformats.org/drawingml/2006/main">
              <a:ext uri="{FF2B5EF4-FFF2-40B4-BE49-F238E27FC236}">
                <a16:creationId xmlns:a16="http://schemas.microsoft.com/office/drawing/2014/main" id="{DECC5A8A-9E1A-4705-92A0-346DDEDF05F4}"/>
              </a:ext>
            </a:extLst>
          </p:cNvPr>
          <p:cNvCxnSpPr/>
          <p:nvPr/>
        </p:nvCxnSpPr>
        <p:spPr>
          <a:xfrm xmlns:a="http://schemas.openxmlformats.org/drawingml/2006/main" flipH="0" flipV="0">
            <a:off x="5591175" y="4333875"/>
            <a:ext cx="47625" cy="47625"/>
          </a:xfrm>
          <a:prstGeom xmlns:a="http://schemas.openxmlformats.org/drawingml/2006/main" prst="straightConnector1">
            <a:avLst/>
          </a:prstGeom>
          <a:ln xmlns:a="http://schemas.openxmlformats.org/drawingml/2006/main" w="14288">
            <a:solidFill>
              <a:srgbClr val="64748B"/>
            </a:solidFill>
            <a:tailEnd type="none" w="sm" len="sm"/>
          </a:ln>
        </p:spPr>
      </p:cxnSp>
      <p:cxnSp>
        <p:nvCxnSpPr>
          <p:cNvPr id="27" name="s1-Field chevron Current accounting platform · proposed right">
            <a:extLst xmlns:a="http://schemas.openxmlformats.org/drawingml/2006/main">
              <a:ext uri="{FF2B5EF4-FFF2-40B4-BE49-F238E27FC236}">
                <a16:creationId xmlns:a16="http://schemas.microsoft.com/office/drawing/2014/main" id="{65D74C5C-4CF3-4E41-AA0D-AA7EFF37454D}"/>
              </a:ext>
            </a:extLst>
          </p:cNvPr>
          <p:cNvCxnSpPr/>
          <p:nvPr/>
        </p:nvCxnSpPr>
        <p:spPr>
          <a:xfrm xmlns:a="http://schemas.openxmlformats.org/drawingml/2006/main" flipH="0" flipV="1">
            <a:off x="5638800" y="4333875"/>
            <a:ext cx="47625" cy="47625"/>
          </a:xfrm>
          <a:prstGeom xmlns:a="http://schemas.openxmlformats.org/drawingml/2006/main" prst="straightConnector1">
            <a:avLst/>
          </a:prstGeom>
          <a:ln xmlns:a="http://schemas.openxmlformats.org/drawingml/2006/main" w="14288">
            <a:solidFill>
              <a:srgbClr val="64748B"/>
            </a:solidFill>
            <a:tailEnd type="none" w="sm" len="sm"/>
          </a:ln>
        </p:spPr>
      </p:cxnSp>
      <p:sp>
        <p:nvSpPr>
          <p:cNvPr id="28" name="s1-Field label Destination platform · proposed">
            <a:extLst xmlns:a="http://schemas.openxmlformats.org/drawingml/2006/main">
              <a:ext uri="{FF2B5EF4-FFF2-40B4-BE49-F238E27FC236}">
                <a16:creationId xmlns:a16="http://schemas.microsoft.com/office/drawing/2014/main" id="{243B567E-B609-4C56-8C63-D3BA4EA37AD3}"/>
              </a:ext>
            </a:extLst>
          </p:cNvPr>
          <p:cNvSpPr>
            <a:spLocks xmlns:a="http://schemas.openxmlformats.org/drawingml/2006/main" noGrp="1"/>
          </p:cNvSpPr>
          <p:nvPr/>
        </p:nvSpPr>
        <p:spPr>
          <a:xfrm xmlns:a="http://schemas.openxmlformats.org/drawingml/2006/main">
            <a:off x="6134100" y="3848100"/>
            <a:ext cx="518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475569"/>
                </a:solidFill>
                <a:latin typeface="Arial"/>
                <a:ea typeface="Arial"/>
                <a:cs typeface="Arial"/>
              </a:defRPr>
            </a:defPPr>
            <a:lvl1pPr algn="l">
              <a:defRPr sz="1350" b="1">
                <a:solidFill>
                  <a:srgbClr val="475569"/>
                </a:solidFill>
                <a:latin typeface="Arial"/>
                <a:ea typeface="Arial"/>
                <a:cs typeface="Arial"/>
              </a:defRPr>
            </a:lvl1pPr>
            <a:lvl2pPr algn="l">
              <a:defRPr sz="1350" b="1">
                <a:solidFill>
                  <a:srgbClr val="475569"/>
                </a:solidFill>
                <a:latin typeface="Arial"/>
                <a:ea typeface="Arial"/>
                <a:cs typeface="Arial"/>
              </a:defRPr>
            </a:lvl2pPr>
            <a:lvl3pPr algn="l">
              <a:defRPr sz="1350" b="1">
                <a:solidFill>
                  <a:srgbClr val="475569"/>
                </a:solidFill>
                <a:latin typeface="Arial"/>
                <a:ea typeface="Arial"/>
                <a:cs typeface="Arial"/>
              </a:defRPr>
            </a:lvl3pPr>
            <a:lvl4pPr algn="l">
              <a:defRPr sz="1350" b="1">
                <a:solidFill>
                  <a:srgbClr val="475569"/>
                </a:solidFill>
                <a:latin typeface="Arial"/>
                <a:ea typeface="Arial"/>
                <a:cs typeface="Arial"/>
              </a:defRPr>
            </a:lvl4pPr>
            <a:lvl5pPr algn="l">
              <a:defRPr sz="1350" b="1">
                <a:solidFill>
                  <a:srgbClr val="475569"/>
                </a:solidFill>
                <a:latin typeface="Arial"/>
                <a:ea typeface="Arial"/>
                <a:cs typeface="Arial"/>
              </a:defRPr>
            </a:lvl5pPr>
            <a:lvl6pPr algn="l">
              <a:defRPr sz="1350" b="1">
                <a:solidFill>
                  <a:srgbClr val="475569"/>
                </a:solidFill>
                <a:latin typeface="Arial"/>
                <a:ea typeface="Arial"/>
                <a:cs typeface="Arial"/>
              </a:defRPr>
            </a:lvl6pPr>
            <a:lvl7pPr algn="l">
              <a:defRPr sz="1350" b="1">
                <a:solidFill>
                  <a:srgbClr val="475569"/>
                </a:solidFill>
                <a:latin typeface="Arial"/>
                <a:ea typeface="Arial"/>
                <a:cs typeface="Arial"/>
              </a:defRPr>
            </a:lvl7pPr>
            <a:lvl8pPr algn="l">
              <a:defRPr sz="1350" b="1">
                <a:solidFill>
                  <a:srgbClr val="475569"/>
                </a:solidFill>
                <a:latin typeface="Arial"/>
                <a:ea typeface="Arial"/>
                <a:cs typeface="Arial"/>
              </a:defRPr>
            </a:lvl8pPr>
            <a:lvl9pPr algn="l">
              <a:defRPr sz="1350" b="1">
                <a:solidFill>
                  <a:srgbClr val="475569"/>
                </a:solidFill>
                <a:latin typeface="Arial"/>
                <a:ea typeface="Arial"/>
                <a:cs typeface="Arial"/>
              </a:defRPr>
            </a:lvl9pPr>
          </a:lstStyle>
          <a:p xmlns:a="http://schemas.openxmlformats.org/drawingml/2006/main">
            <a:pPr algn="l">
              <a:defRPr sz="1350" b="1">
                <a:solidFill>
                  <a:srgbClr val="475569"/>
                </a:solidFill>
                <a:latin typeface="Arial"/>
                <a:ea typeface="Arial"/>
                <a:cs typeface="Arial"/>
              </a:defRPr>
            </a:pPr>
            <a:r>
              <a:rPr sz="1350" b="1">
                <a:solidFill>
                  <a:srgbClr val="475569"/>
                </a:solidFill>
                <a:latin typeface="Arial"/>
                <a:ea typeface="Arial"/>
                <a:cs typeface="Arial"/>
              </a:rPr>
              <a:t>Destination platform · proposed</a:t>
            </a:r>
          </a:p>
        </p:txBody>
      </p:sp>
      <p:sp>
        <p:nvSpPr>
          <p:cNvPr id="29" name="s1-Field Destination platform · proposed">
            <a:extLst xmlns:a="http://schemas.openxmlformats.org/drawingml/2006/main">
              <a:ext uri="{FF2B5EF4-FFF2-40B4-BE49-F238E27FC236}">
                <a16:creationId xmlns:a16="http://schemas.microsoft.com/office/drawing/2014/main" id="{1D9A8CA0-946F-4E37-B564-2C5228C65774}"/>
              </a:ext>
            </a:extLst>
          </p:cNvPr>
          <p:cNvSpPr>
            <a:spLocks xmlns:a="http://schemas.openxmlformats.org/drawingml/2006/main" noGrp="1"/>
          </p:cNvSpPr>
          <p:nvPr/>
        </p:nvSpPr>
        <p:spPr>
          <a:xfrm xmlns:a="http://schemas.openxmlformats.org/drawingml/2006/main">
            <a:off x="6134100" y="4143375"/>
            <a:ext cx="5181600" cy="447675"/>
          </a:xfrm>
          <a:prstGeom xmlns:a="http://schemas.openxmlformats.org/drawingml/2006/main" prst="roundRect">
            <a:avLst>
              <a:gd name="adj" fmla="val 17021"/>
            </a:avLst>
          </a:prstGeom>
          <a:solidFill xmlns:a="http://schemas.openxmlformats.org/drawingml/2006/main">
            <a:srgbClr val="FFFFFF"/>
          </a:solidFill>
          <a:ln xmlns:a="http://schemas.openxmlformats.org/drawingml/2006/main" w="9525">
            <a:solidFill>
              <a:srgbClr val="D8E0EB"/>
            </a:solidFill>
            <a:prstDash val="solid"/>
          </a:ln>
        </p:spPr>
      </p:sp>
      <p:sp>
        <p:nvSpPr>
          <p:cNvPr id="30" name="s1-Field value Destination platform · proposed">
            <a:extLst xmlns:a="http://schemas.openxmlformats.org/drawingml/2006/main">
              <a:ext uri="{FF2B5EF4-FFF2-40B4-BE49-F238E27FC236}">
                <a16:creationId xmlns:a16="http://schemas.microsoft.com/office/drawing/2014/main" id="{32DE2EDB-E5AC-4C3C-9AD2-DBA0F5B58B5A}"/>
              </a:ext>
            </a:extLst>
          </p:cNvPr>
          <p:cNvSpPr>
            <a:spLocks xmlns:a="http://schemas.openxmlformats.org/drawingml/2006/main" noGrp="1"/>
          </p:cNvSpPr>
          <p:nvPr/>
        </p:nvSpPr>
        <p:spPr>
          <a:xfrm xmlns:a="http://schemas.openxmlformats.org/drawingml/2006/main">
            <a:off x="6267450" y="4267200"/>
            <a:ext cx="47529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11827"/>
                </a:solidFill>
                <a:latin typeface="Arial"/>
                <a:ea typeface="Arial"/>
                <a:cs typeface="Arial"/>
              </a:defRPr>
            </a:defPPr>
            <a:lvl1pPr algn="l">
              <a:defRPr sz="1500" b="0">
                <a:solidFill>
                  <a:srgbClr val="111827"/>
                </a:solidFill>
                <a:latin typeface="Arial"/>
                <a:ea typeface="Arial"/>
                <a:cs typeface="Arial"/>
              </a:defRPr>
            </a:lvl1pPr>
            <a:lvl2pPr algn="l">
              <a:defRPr sz="1500" b="0">
                <a:solidFill>
                  <a:srgbClr val="111827"/>
                </a:solidFill>
                <a:latin typeface="Arial"/>
                <a:ea typeface="Arial"/>
                <a:cs typeface="Arial"/>
              </a:defRPr>
            </a:lvl2pPr>
            <a:lvl3pPr algn="l">
              <a:defRPr sz="1500" b="0">
                <a:solidFill>
                  <a:srgbClr val="111827"/>
                </a:solidFill>
                <a:latin typeface="Arial"/>
                <a:ea typeface="Arial"/>
                <a:cs typeface="Arial"/>
              </a:defRPr>
            </a:lvl3pPr>
            <a:lvl4pPr algn="l">
              <a:defRPr sz="1500" b="0">
                <a:solidFill>
                  <a:srgbClr val="111827"/>
                </a:solidFill>
                <a:latin typeface="Arial"/>
                <a:ea typeface="Arial"/>
                <a:cs typeface="Arial"/>
              </a:defRPr>
            </a:lvl4pPr>
            <a:lvl5pPr algn="l">
              <a:defRPr sz="1500" b="0">
                <a:solidFill>
                  <a:srgbClr val="111827"/>
                </a:solidFill>
                <a:latin typeface="Arial"/>
                <a:ea typeface="Arial"/>
                <a:cs typeface="Arial"/>
              </a:defRPr>
            </a:lvl5pPr>
            <a:lvl6pPr algn="l">
              <a:defRPr sz="1500" b="0">
                <a:solidFill>
                  <a:srgbClr val="111827"/>
                </a:solidFill>
                <a:latin typeface="Arial"/>
                <a:ea typeface="Arial"/>
                <a:cs typeface="Arial"/>
              </a:defRPr>
            </a:lvl6pPr>
            <a:lvl7pPr algn="l">
              <a:defRPr sz="1500" b="0">
                <a:solidFill>
                  <a:srgbClr val="111827"/>
                </a:solidFill>
                <a:latin typeface="Arial"/>
                <a:ea typeface="Arial"/>
                <a:cs typeface="Arial"/>
              </a:defRPr>
            </a:lvl7pPr>
            <a:lvl8pPr algn="l">
              <a:defRPr sz="1500" b="0">
                <a:solidFill>
                  <a:srgbClr val="111827"/>
                </a:solidFill>
                <a:latin typeface="Arial"/>
                <a:ea typeface="Arial"/>
                <a:cs typeface="Arial"/>
              </a:defRPr>
            </a:lvl8pPr>
            <a:lvl9pPr algn="l">
              <a:defRPr sz="1500" b="0">
                <a:solidFill>
                  <a:srgbClr val="111827"/>
                </a:solidFill>
                <a:latin typeface="Arial"/>
                <a:ea typeface="Arial"/>
                <a:cs typeface="Arial"/>
              </a:defRPr>
            </a:lvl9pPr>
          </a:lstStyle>
          <a:p xmlns:a="http://schemas.openxmlformats.org/drawingml/2006/main">
            <a:pPr algn="l">
              <a:defRPr sz="1500" b="0">
                <a:solidFill>
                  <a:srgbClr val="111827"/>
                </a:solidFill>
                <a:latin typeface="Arial"/>
                <a:ea typeface="Arial"/>
                <a:cs typeface="Arial"/>
              </a:defRPr>
            </a:pPr>
            <a:r>
              <a:rPr sz="1500" b="0">
                <a:solidFill>
                  <a:srgbClr val="111827"/>
                </a:solidFill>
                <a:latin typeface="Arial"/>
                <a:ea typeface="Arial"/>
                <a:cs typeface="Arial"/>
              </a:rPr>
              <a:t>Synthetic cloud accounting target</a:t>
            </a:r>
          </a:p>
        </p:txBody>
      </p:sp>
      <p:cxnSp>
        <p:nvCxnSpPr>
          <p:cNvPr id="31" name="s1-Field chevron Destination platform · proposed left">
            <a:extLst xmlns:a="http://schemas.openxmlformats.org/drawingml/2006/main">
              <a:ext uri="{FF2B5EF4-FFF2-40B4-BE49-F238E27FC236}">
                <a16:creationId xmlns:a16="http://schemas.microsoft.com/office/drawing/2014/main" id="{047035D8-4A78-4809-A325-4B20AD71A268}"/>
              </a:ext>
            </a:extLst>
          </p:cNvPr>
          <p:cNvCxnSpPr/>
          <p:nvPr/>
        </p:nvCxnSpPr>
        <p:spPr>
          <a:xfrm xmlns:a="http://schemas.openxmlformats.org/drawingml/2006/main" flipH="0" flipV="0">
            <a:off x="11077575" y="4333875"/>
            <a:ext cx="47625" cy="47625"/>
          </a:xfrm>
          <a:prstGeom xmlns:a="http://schemas.openxmlformats.org/drawingml/2006/main" prst="straightConnector1">
            <a:avLst/>
          </a:prstGeom>
          <a:ln xmlns:a="http://schemas.openxmlformats.org/drawingml/2006/main" w="14288">
            <a:solidFill>
              <a:srgbClr val="64748B"/>
            </a:solidFill>
            <a:tailEnd type="none" w="sm" len="sm"/>
          </a:ln>
        </p:spPr>
      </p:cxnSp>
      <p:cxnSp>
        <p:nvCxnSpPr>
          <p:cNvPr id="32" name="s1-Field chevron Destination platform · proposed right">
            <a:extLst xmlns:a="http://schemas.openxmlformats.org/drawingml/2006/main">
              <a:ext uri="{FF2B5EF4-FFF2-40B4-BE49-F238E27FC236}">
                <a16:creationId xmlns:a16="http://schemas.microsoft.com/office/drawing/2014/main" id="{3D52D13C-A48C-4C29-8AE2-FBB4DA3FA583}"/>
              </a:ext>
            </a:extLst>
          </p:cNvPr>
          <p:cNvCxnSpPr/>
          <p:nvPr/>
        </p:nvCxnSpPr>
        <p:spPr>
          <a:xfrm xmlns:a="http://schemas.openxmlformats.org/drawingml/2006/main" flipH="0" flipV="1">
            <a:off x="11125200" y="4333875"/>
            <a:ext cx="47625" cy="47625"/>
          </a:xfrm>
          <a:prstGeom xmlns:a="http://schemas.openxmlformats.org/drawingml/2006/main" prst="straightConnector1">
            <a:avLst/>
          </a:prstGeom>
          <a:ln xmlns:a="http://schemas.openxmlformats.org/drawingml/2006/main" w="14288">
            <a:solidFill>
              <a:srgbClr val="64748B"/>
            </a:solidFill>
            <a:tailEnd type="none" w="sm" len="sm"/>
          </a:ln>
        </p:spPr>
      </p:cxnSp>
      <p:sp>
        <p:nvSpPr>
          <p:cNvPr id="33" name="s1-Field label Your role / persona · proposed">
            <a:extLst xmlns:a="http://schemas.openxmlformats.org/drawingml/2006/main">
              <a:ext uri="{FF2B5EF4-FFF2-40B4-BE49-F238E27FC236}">
                <a16:creationId xmlns:a16="http://schemas.microsoft.com/office/drawing/2014/main" id="{2076F0AA-29E4-464F-B7A2-204CE3D6EE3C}"/>
              </a:ext>
            </a:extLst>
          </p:cNvPr>
          <p:cNvSpPr>
            <a:spLocks xmlns:a="http://schemas.openxmlformats.org/drawingml/2006/main" noGrp="1"/>
          </p:cNvSpPr>
          <p:nvPr/>
        </p:nvSpPr>
        <p:spPr>
          <a:xfrm xmlns:a="http://schemas.openxmlformats.org/drawingml/2006/main">
            <a:off x="762000" y="4867275"/>
            <a:ext cx="506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475569"/>
                </a:solidFill>
                <a:latin typeface="Arial"/>
                <a:ea typeface="Arial"/>
                <a:cs typeface="Arial"/>
              </a:defRPr>
            </a:defPPr>
            <a:lvl1pPr algn="l">
              <a:defRPr sz="1350" b="1">
                <a:solidFill>
                  <a:srgbClr val="475569"/>
                </a:solidFill>
                <a:latin typeface="Arial"/>
                <a:ea typeface="Arial"/>
                <a:cs typeface="Arial"/>
              </a:defRPr>
            </a:lvl1pPr>
            <a:lvl2pPr algn="l">
              <a:defRPr sz="1350" b="1">
                <a:solidFill>
                  <a:srgbClr val="475569"/>
                </a:solidFill>
                <a:latin typeface="Arial"/>
                <a:ea typeface="Arial"/>
                <a:cs typeface="Arial"/>
              </a:defRPr>
            </a:lvl2pPr>
            <a:lvl3pPr algn="l">
              <a:defRPr sz="1350" b="1">
                <a:solidFill>
                  <a:srgbClr val="475569"/>
                </a:solidFill>
                <a:latin typeface="Arial"/>
                <a:ea typeface="Arial"/>
                <a:cs typeface="Arial"/>
              </a:defRPr>
            </a:lvl3pPr>
            <a:lvl4pPr algn="l">
              <a:defRPr sz="1350" b="1">
                <a:solidFill>
                  <a:srgbClr val="475569"/>
                </a:solidFill>
                <a:latin typeface="Arial"/>
                <a:ea typeface="Arial"/>
                <a:cs typeface="Arial"/>
              </a:defRPr>
            </a:lvl4pPr>
            <a:lvl5pPr algn="l">
              <a:defRPr sz="1350" b="1">
                <a:solidFill>
                  <a:srgbClr val="475569"/>
                </a:solidFill>
                <a:latin typeface="Arial"/>
                <a:ea typeface="Arial"/>
                <a:cs typeface="Arial"/>
              </a:defRPr>
            </a:lvl5pPr>
            <a:lvl6pPr algn="l">
              <a:defRPr sz="1350" b="1">
                <a:solidFill>
                  <a:srgbClr val="475569"/>
                </a:solidFill>
                <a:latin typeface="Arial"/>
                <a:ea typeface="Arial"/>
                <a:cs typeface="Arial"/>
              </a:defRPr>
            </a:lvl6pPr>
            <a:lvl7pPr algn="l">
              <a:defRPr sz="1350" b="1">
                <a:solidFill>
                  <a:srgbClr val="475569"/>
                </a:solidFill>
                <a:latin typeface="Arial"/>
                <a:ea typeface="Arial"/>
                <a:cs typeface="Arial"/>
              </a:defRPr>
            </a:lvl7pPr>
            <a:lvl8pPr algn="l">
              <a:defRPr sz="1350" b="1">
                <a:solidFill>
                  <a:srgbClr val="475569"/>
                </a:solidFill>
                <a:latin typeface="Arial"/>
                <a:ea typeface="Arial"/>
                <a:cs typeface="Arial"/>
              </a:defRPr>
            </a:lvl8pPr>
            <a:lvl9pPr algn="l">
              <a:defRPr sz="1350" b="1">
                <a:solidFill>
                  <a:srgbClr val="475569"/>
                </a:solidFill>
                <a:latin typeface="Arial"/>
                <a:ea typeface="Arial"/>
                <a:cs typeface="Arial"/>
              </a:defRPr>
            </a:lvl9pPr>
          </a:lstStyle>
          <a:p xmlns:a="http://schemas.openxmlformats.org/drawingml/2006/main">
            <a:pPr algn="l">
              <a:defRPr sz="1350" b="1">
                <a:solidFill>
                  <a:srgbClr val="475569"/>
                </a:solidFill>
                <a:latin typeface="Arial"/>
                <a:ea typeface="Arial"/>
                <a:cs typeface="Arial"/>
              </a:defRPr>
            </a:pPr>
            <a:r>
              <a:rPr sz="1350" b="1">
                <a:solidFill>
                  <a:srgbClr val="475569"/>
                </a:solidFill>
                <a:latin typeface="Arial"/>
                <a:ea typeface="Arial"/>
                <a:cs typeface="Arial"/>
              </a:rPr>
              <a:t>Your role / persona · proposed</a:t>
            </a:r>
          </a:p>
        </p:txBody>
      </p:sp>
      <p:sp>
        <p:nvSpPr>
          <p:cNvPr id="34" name="s1-Field Your role / persona · proposed">
            <a:extLst xmlns:a="http://schemas.openxmlformats.org/drawingml/2006/main">
              <a:ext uri="{FF2B5EF4-FFF2-40B4-BE49-F238E27FC236}">
                <a16:creationId xmlns:a16="http://schemas.microsoft.com/office/drawing/2014/main" id="{3D323617-7A9D-4C86-9B8A-2C0017EC9F8F}"/>
              </a:ext>
            </a:extLst>
          </p:cNvPr>
          <p:cNvSpPr>
            <a:spLocks xmlns:a="http://schemas.openxmlformats.org/drawingml/2006/main" noGrp="1"/>
          </p:cNvSpPr>
          <p:nvPr/>
        </p:nvSpPr>
        <p:spPr>
          <a:xfrm xmlns:a="http://schemas.openxmlformats.org/drawingml/2006/main">
            <a:off x="762000" y="5162550"/>
            <a:ext cx="5067300" cy="447675"/>
          </a:xfrm>
          <a:prstGeom xmlns:a="http://schemas.openxmlformats.org/drawingml/2006/main" prst="roundRect">
            <a:avLst>
              <a:gd name="adj" fmla="val 17021"/>
            </a:avLst>
          </a:prstGeom>
          <a:solidFill xmlns:a="http://schemas.openxmlformats.org/drawingml/2006/main">
            <a:srgbClr val="FFFFFF"/>
          </a:solidFill>
          <a:ln xmlns:a="http://schemas.openxmlformats.org/drawingml/2006/main" w="9525">
            <a:solidFill>
              <a:srgbClr val="D8E0EB"/>
            </a:solidFill>
            <a:prstDash val="solid"/>
          </a:ln>
        </p:spPr>
      </p:sp>
      <p:sp>
        <p:nvSpPr>
          <p:cNvPr id="35" name="s1-Field value Your role / persona · proposed">
            <a:extLst xmlns:a="http://schemas.openxmlformats.org/drawingml/2006/main">
              <a:ext uri="{FF2B5EF4-FFF2-40B4-BE49-F238E27FC236}">
                <a16:creationId xmlns:a16="http://schemas.microsoft.com/office/drawing/2014/main" id="{2361325F-50AA-4EE2-B00C-388371EEE71C}"/>
              </a:ext>
            </a:extLst>
          </p:cNvPr>
          <p:cNvSpPr>
            <a:spLocks xmlns:a="http://schemas.openxmlformats.org/drawingml/2006/main" noGrp="1"/>
          </p:cNvSpPr>
          <p:nvPr/>
        </p:nvSpPr>
        <p:spPr>
          <a:xfrm xmlns:a="http://schemas.openxmlformats.org/drawingml/2006/main">
            <a:off x="895350" y="5286375"/>
            <a:ext cx="4638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11827"/>
                </a:solidFill>
                <a:latin typeface="Arial"/>
                <a:ea typeface="Arial"/>
                <a:cs typeface="Arial"/>
              </a:defRPr>
            </a:defPPr>
            <a:lvl1pPr algn="l">
              <a:defRPr sz="1500" b="0">
                <a:solidFill>
                  <a:srgbClr val="111827"/>
                </a:solidFill>
                <a:latin typeface="Arial"/>
                <a:ea typeface="Arial"/>
                <a:cs typeface="Arial"/>
              </a:defRPr>
            </a:lvl1pPr>
            <a:lvl2pPr algn="l">
              <a:defRPr sz="1500" b="0">
                <a:solidFill>
                  <a:srgbClr val="111827"/>
                </a:solidFill>
                <a:latin typeface="Arial"/>
                <a:ea typeface="Arial"/>
                <a:cs typeface="Arial"/>
              </a:defRPr>
            </a:lvl2pPr>
            <a:lvl3pPr algn="l">
              <a:defRPr sz="1500" b="0">
                <a:solidFill>
                  <a:srgbClr val="111827"/>
                </a:solidFill>
                <a:latin typeface="Arial"/>
                <a:ea typeface="Arial"/>
                <a:cs typeface="Arial"/>
              </a:defRPr>
            </a:lvl3pPr>
            <a:lvl4pPr algn="l">
              <a:defRPr sz="1500" b="0">
                <a:solidFill>
                  <a:srgbClr val="111827"/>
                </a:solidFill>
                <a:latin typeface="Arial"/>
                <a:ea typeface="Arial"/>
                <a:cs typeface="Arial"/>
              </a:defRPr>
            </a:lvl4pPr>
            <a:lvl5pPr algn="l">
              <a:defRPr sz="1500" b="0">
                <a:solidFill>
                  <a:srgbClr val="111827"/>
                </a:solidFill>
                <a:latin typeface="Arial"/>
                <a:ea typeface="Arial"/>
                <a:cs typeface="Arial"/>
              </a:defRPr>
            </a:lvl5pPr>
            <a:lvl6pPr algn="l">
              <a:defRPr sz="1500" b="0">
                <a:solidFill>
                  <a:srgbClr val="111827"/>
                </a:solidFill>
                <a:latin typeface="Arial"/>
                <a:ea typeface="Arial"/>
                <a:cs typeface="Arial"/>
              </a:defRPr>
            </a:lvl6pPr>
            <a:lvl7pPr algn="l">
              <a:defRPr sz="1500" b="0">
                <a:solidFill>
                  <a:srgbClr val="111827"/>
                </a:solidFill>
                <a:latin typeface="Arial"/>
                <a:ea typeface="Arial"/>
                <a:cs typeface="Arial"/>
              </a:defRPr>
            </a:lvl7pPr>
            <a:lvl8pPr algn="l">
              <a:defRPr sz="1500" b="0">
                <a:solidFill>
                  <a:srgbClr val="111827"/>
                </a:solidFill>
                <a:latin typeface="Arial"/>
                <a:ea typeface="Arial"/>
                <a:cs typeface="Arial"/>
              </a:defRPr>
            </a:lvl8pPr>
            <a:lvl9pPr algn="l">
              <a:defRPr sz="1500" b="0">
                <a:solidFill>
                  <a:srgbClr val="111827"/>
                </a:solidFill>
                <a:latin typeface="Arial"/>
                <a:ea typeface="Arial"/>
                <a:cs typeface="Arial"/>
              </a:defRPr>
            </a:lvl9pPr>
          </a:lstStyle>
          <a:p xmlns:a="http://schemas.openxmlformats.org/drawingml/2006/main">
            <a:pPr algn="l">
              <a:defRPr sz="1500" b="0">
                <a:solidFill>
                  <a:srgbClr val="111827"/>
                </a:solidFill>
                <a:latin typeface="Arial"/>
                <a:ea typeface="Arial"/>
                <a:cs typeface="Arial"/>
              </a:defRPr>
            </a:pPr>
            <a:r>
              <a:rPr sz="1500" b="0">
                <a:solidFill>
                  <a:srgbClr val="111827"/>
                </a:solidFill>
                <a:latin typeface="Arial"/>
                <a:ea typeface="Arial"/>
                <a:cs typeface="Arial"/>
              </a:rPr>
              <a:t>Accountant / Bookkeeper</a:t>
            </a:r>
          </a:p>
        </p:txBody>
      </p:sp>
      <p:cxnSp>
        <p:nvCxnSpPr>
          <p:cNvPr id="36" name="s1-Field chevron Your role / persona · proposed left">
            <a:extLst xmlns:a="http://schemas.openxmlformats.org/drawingml/2006/main">
              <a:ext uri="{FF2B5EF4-FFF2-40B4-BE49-F238E27FC236}">
                <a16:creationId xmlns:a16="http://schemas.microsoft.com/office/drawing/2014/main" id="{4EBCF94A-64B8-42B0-A84B-BCA7CDC552E1}"/>
              </a:ext>
            </a:extLst>
          </p:cNvPr>
          <p:cNvCxnSpPr/>
          <p:nvPr/>
        </p:nvCxnSpPr>
        <p:spPr>
          <a:xfrm xmlns:a="http://schemas.openxmlformats.org/drawingml/2006/main" flipH="0" flipV="0">
            <a:off x="5591175" y="5353050"/>
            <a:ext cx="47625" cy="47625"/>
          </a:xfrm>
          <a:prstGeom xmlns:a="http://schemas.openxmlformats.org/drawingml/2006/main" prst="straightConnector1">
            <a:avLst/>
          </a:prstGeom>
          <a:ln xmlns:a="http://schemas.openxmlformats.org/drawingml/2006/main" w="14288">
            <a:solidFill>
              <a:srgbClr val="64748B"/>
            </a:solidFill>
            <a:tailEnd type="none" w="sm" len="sm"/>
          </a:ln>
        </p:spPr>
      </p:cxnSp>
      <p:cxnSp>
        <p:nvCxnSpPr>
          <p:cNvPr id="37" name="s1-Field chevron Your role / persona · proposed right">
            <a:extLst xmlns:a="http://schemas.openxmlformats.org/drawingml/2006/main">
              <a:ext uri="{FF2B5EF4-FFF2-40B4-BE49-F238E27FC236}">
                <a16:creationId xmlns:a16="http://schemas.microsoft.com/office/drawing/2014/main" id="{A9CAC737-650C-4514-8E38-05F78D078851}"/>
              </a:ext>
            </a:extLst>
          </p:cNvPr>
          <p:cNvCxnSpPr/>
          <p:nvPr/>
        </p:nvCxnSpPr>
        <p:spPr>
          <a:xfrm xmlns:a="http://schemas.openxmlformats.org/drawingml/2006/main" flipH="0" flipV="1">
            <a:off x="5638800" y="5353050"/>
            <a:ext cx="47625" cy="47625"/>
          </a:xfrm>
          <a:prstGeom xmlns:a="http://schemas.openxmlformats.org/drawingml/2006/main" prst="straightConnector1">
            <a:avLst/>
          </a:prstGeom>
          <a:ln xmlns:a="http://schemas.openxmlformats.org/drawingml/2006/main" w="14288">
            <a:solidFill>
              <a:srgbClr val="64748B"/>
            </a:solidFill>
            <a:tailEnd type="none" w="sm" len="sm"/>
          </a:ln>
        </p:spPr>
      </p:cxnSp>
      <p:sp>
        <p:nvSpPr>
          <p:cNvPr id="38" name="s1-Field label Sample business">
            <a:extLst xmlns:a="http://schemas.openxmlformats.org/drawingml/2006/main">
              <a:ext uri="{FF2B5EF4-FFF2-40B4-BE49-F238E27FC236}">
                <a16:creationId xmlns:a16="http://schemas.microsoft.com/office/drawing/2014/main" id="{8D66983C-6A5C-4FAB-9BEE-64F9F15518DF}"/>
              </a:ext>
            </a:extLst>
          </p:cNvPr>
          <p:cNvSpPr>
            <a:spLocks xmlns:a="http://schemas.openxmlformats.org/drawingml/2006/main" noGrp="1"/>
          </p:cNvSpPr>
          <p:nvPr/>
        </p:nvSpPr>
        <p:spPr>
          <a:xfrm xmlns:a="http://schemas.openxmlformats.org/drawingml/2006/main">
            <a:off x="6134100" y="4867275"/>
            <a:ext cx="518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475569"/>
                </a:solidFill>
                <a:latin typeface="Arial"/>
                <a:ea typeface="Arial"/>
                <a:cs typeface="Arial"/>
              </a:defRPr>
            </a:defPPr>
            <a:lvl1pPr algn="l">
              <a:defRPr sz="1350" b="1">
                <a:solidFill>
                  <a:srgbClr val="475569"/>
                </a:solidFill>
                <a:latin typeface="Arial"/>
                <a:ea typeface="Arial"/>
                <a:cs typeface="Arial"/>
              </a:defRPr>
            </a:lvl1pPr>
            <a:lvl2pPr algn="l">
              <a:defRPr sz="1350" b="1">
                <a:solidFill>
                  <a:srgbClr val="475569"/>
                </a:solidFill>
                <a:latin typeface="Arial"/>
                <a:ea typeface="Arial"/>
                <a:cs typeface="Arial"/>
              </a:defRPr>
            </a:lvl2pPr>
            <a:lvl3pPr algn="l">
              <a:defRPr sz="1350" b="1">
                <a:solidFill>
                  <a:srgbClr val="475569"/>
                </a:solidFill>
                <a:latin typeface="Arial"/>
                <a:ea typeface="Arial"/>
                <a:cs typeface="Arial"/>
              </a:defRPr>
            </a:lvl3pPr>
            <a:lvl4pPr algn="l">
              <a:defRPr sz="1350" b="1">
                <a:solidFill>
                  <a:srgbClr val="475569"/>
                </a:solidFill>
                <a:latin typeface="Arial"/>
                <a:ea typeface="Arial"/>
                <a:cs typeface="Arial"/>
              </a:defRPr>
            </a:lvl4pPr>
            <a:lvl5pPr algn="l">
              <a:defRPr sz="1350" b="1">
                <a:solidFill>
                  <a:srgbClr val="475569"/>
                </a:solidFill>
                <a:latin typeface="Arial"/>
                <a:ea typeface="Arial"/>
                <a:cs typeface="Arial"/>
              </a:defRPr>
            </a:lvl5pPr>
            <a:lvl6pPr algn="l">
              <a:defRPr sz="1350" b="1">
                <a:solidFill>
                  <a:srgbClr val="475569"/>
                </a:solidFill>
                <a:latin typeface="Arial"/>
                <a:ea typeface="Arial"/>
                <a:cs typeface="Arial"/>
              </a:defRPr>
            </a:lvl6pPr>
            <a:lvl7pPr algn="l">
              <a:defRPr sz="1350" b="1">
                <a:solidFill>
                  <a:srgbClr val="475569"/>
                </a:solidFill>
                <a:latin typeface="Arial"/>
                <a:ea typeface="Arial"/>
                <a:cs typeface="Arial"/>
              </a:defRPr>
            </a:lvl7pPr>
            <a:lvl8pPr algn="l">
              <a:defRPr sz="1350" b="1">
                <a:solidFill>
                  <a:srgbClr val="475569"/>
                </a:solidFill>
                <a:latin typeface="Arial"/>
                <a:ea typeface="Arial"/>
                <a:cs typeface="Arial"/>
              </a:defRPr>
            </a:lvl8pPr>
            <a:lvl9pPr algn="l">
              <a:defRPr sz="1350" b="1">
                <a:solidFill>
                  <a:srgbClr val="475569"/>
                </a:solidFill>
                <a:latin typeface="Arial"/>
                <a:ea typeface="Arial"/>
                <a:cs typeface="Arial"/>
              </a:defRPr>
            </a:lvl9pPr>
          </a:lstStyle>
          <a:p xmlns:a="http://schemas.openxmlformats.org/drawingml/2006/main">
            <a:pPr algn="l">
              <a:defRPr sz="1350" b="1">
                <a:solidFill>
                  <a:srgbClr val="475569"/>
                </a:solidFill>
                <a:latin typeface="Arial"/>
                <a:ea typeface="Arial"/>
                <a:cs typeface="Arial"/>
              </a:defRPr>
            </a:pPr>
            <a:r>
              <a:rPr sz="1350" b="1">
                <a:solidFill>
                  <a:srgbClr val="475569"/>
                </a:solidFill>
                <a:latin typeface="Arial"/>
                <a:ea typeface="Arial"/>
                <a:cs typeface="Arial"/>
              </a:rPr>
              <a:t>Sample business</a:t>
            </a:r>
          </a:p>
        </p:txBody>
      </p:sp>
      <p:sp>
        <p:nvSpPr>
          <p:cNvPr id="39" name="s1-Field Sample business">
            <a:extLst xmlns:a="http://schemas.openxmlformats.org/drawingml/2006/main">
              <a:ext uri="{FF2B5EF4-FFF2-40B4-BE49-F238E27FC236}">
                <a16:creationId xmlns:a16="http://schemas.microsoft.com/office/drawing/2014/main" id="{F6051F80-4096-4690-937D-85EFBF3149EC}"/>
              </a:ext>
            </a:extLst>
          </p:cNvPr>
          <p:cNvSpPr>
            <a:spLocks xmlns:a="http://schemas.openxmlformats.org/drawingml/2006/main" noGrp="1"/>
          </p:cNvSpPr>
          <p:nvPr/>
        </p:nvSpPr>
        <p:spPr>
          <a:xfrm xmlns:a="http://schemas.openxmlformats.org/drawingml/2006/main">
            <a:off x="6134100" y="5162550"/>
            <a:ext cx="5181600" cy="447675"/>
          </a:xfrm>
          <a:prstGeom xmlns:a="http://schemas.openxmlformats.org/drawingml/2006/main" prst="roundRect">
            <a:avLst>
              <a:gd name="adj" fmla="val 17021"/>
            </a:avLst>
          </a:prstGeom>
          <a:solidFill xmlns:a="http://schemas.openxmlformats.org/drawingml/2006/main">
            <a:srgbClr val="FFFFFF"/>
          </a:solidFill>
          <a:ln xmlns:a="http://schemas.openxmlformats.org/drawingml/2006/main" w="9525">
            <a:solidFill>
              <a:srgbClr val="D8E0EB"/>
            </a:solidFill>
            <a:prstDash val="solid"/>
          </a:ln>
        </p:spPr>
      </p:sp>
      <p:sp>
        <p:nvSpPr>
          <p:cNvPr id="40" name="s1-Field value Sample business">
            <a:extLst xmlns:a="http://schemas.openxmlformats.org/drawingml/2006/main">
              <a:ext uri="{FF2B5EF4-FFF2-40B4-BE49-F238E27FC236}">
                <a16:creationId xmlns:a16="http://schemas.microsoft.com/office/drawing/2014/main" id="{C52018D5-EECD-45BA-A2BD-BA2CCB49A5F9}"/>
              </a:ext>
            </a:extLst>
          </p:cNvPr>
          <p:cNvSpPr>
            <a:spLocks xmlns:a="http://schemas.openxmlformats.org/drawingml/2006/main" noGrp="1"/>
          </p:cNvSpPr>
          <p:nvPr/>
        </p:nvSpPr>
        <p:spPr>
          <a:xfrm xmlns:a="http://schemas.openxmlformats.org/drawingml/2006/main">
            <a:off x="6267450" y="5286375"/>
            <a:ext cx="47529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11827"/>
                </a:solidFill>
                <a:latin typeface="Arial"/>
                <a:ea typeface="Arial"/>
                <a:cs typeface="Arial"/>
              </a:defRPr>
            </a:defPPr>
            <a:lvl1pPr algn="l">
              <a:defRPr sz="1500" b="0">
                <a:solidFill>
                  <a:srgbClr val="111827"/>
                </a:solidFill>
                <a:latin typeface="Arial"/>
                <a:ea typeface="Arial"/>
                <a:cs typeface="Arial"/>
              </a:defRPr>
            </a:lvl1pPr>
            <a:lvl2pPr algn="l">
              <a:defRPr sz="1500" b="0">
                <a:solidFill>
                  <a:srgbClr val="111827"/>
                </a:solidFill>
                <a:latin typeface="Arial"/>
                <a:ea typeface="Arial"/>
                <a:cs typeface="Arial"/>
              </a:defRPr>
            </a:lvl2pPr>
            <a:lvl3pPr algn="l">
              <a:defRPr sz="1500" b="0">
                <a:solidFill>
                  <a:srgbClr val="111827"/>
                </a:solidFill>
                <a:latin typeface="Arial"/>
                <a:ea typeface="Arial"/>
                <a:cs typeface="Arial"/>
              </a:defRPr>
            </a:lvl3pPr>
            <a:lvl4pPr algn="l">
              <a:defRPr sz="1500" b="0">
                <a:solidFill>
                  <a:srgbClr val="111827"/>
                </a:solidFill>
                <a:latin typeface="Arial"/>
                <a:ea typeface="Arial"/>
                <a:cs typeface="Arial"/>
              </a:defRPr>
            </a:lvl4pPr>
            <a:lvl5pPr algn="l">
              <a:defRPr sz="1500" b="0">
                <a:solidFill>
                  <a:srgbClr val="111827"/>
                </a:solidFill>
                <a:latin typeface="Arial"/>
                <a:ea typeface="Arial"/>
                <a:cs typeface="Arial"/>
              </a:defRPr>
            </a:lvl5pPr>
            <a:lvl6pPr algn="l">
              <a:defRPr sz="1500" b="0">
                <a:solidFill>
                  <a:srgbClr val="111827"/>
                </a:solidFill>
                <a:latin typeface="Arial"/>
                <a:ea typeface="Arial"/>
                <a:cs typeface="Arial"/>
              </a:defRPr>
            </a:lvl6pPr>
            <a:lvl7pPr algn="l">
              <a:defRPr sz="1500" b="0">
                <a:solidFill>
                  <a:srgbClr val="111827"/>
                </a:solidFill>
                <a:latin typeface="Arial"/>
                <a:ea typeface="Arial"/>
                <a:cs typeface="Arial"/>
              </a:defRPr>
            </a:lvl7pPr>
            <a:lvl8pPr algn="l">
              <a:defRPr sz="1500" b="0">
                <a:solidFill>
                  <a:srgbClr val="111827"/>
                </a:solidFill>
                <a:latin typeface="Arial"/>
                <a:ea typeface="Arial"/>
                <a:cs typeface="Arial"/>
              </a:defRPr>
            </a:lvl8pPr>
            <a:lvl9pPr algn="l">
              <a:defRPr sz="1500" b="0">
                <a:solidFill>
                  <a:srgbClr val="111827"/>
                </a:solidFill>
                <a:latin typeface="Arial"/>
                <a:ea typeface="Arial"/>
                <a:cs typeface="Arial"/>
              </a:defRPr>
            </a:lvl9pPr>
          </a:lstStyle>
          <a:p xmlns:a="http://schemas.openxmlformats.org/drawingml/2006/main">
            <a:pPr algn="l">
              <a:defRPr sz="1500" b="0">
                <a:solidFill>
                  <a:srgbClr val="111827"/>
                </a:solidFill>
                <a:latin typeface="Arial"/>
                <a:ea typeface="Arial"/>
                <a:cs typeface="Arial"/>
              </a:defRPr>
            </a:pPr>
            <a:r>
              <a:rPr sz="1500" b="0">
                <a:solidFill>
                  <a:srgbClr val="111827"/>
                </a:solidFill>
                <a:latin typeface="Arial"/>
                <a:ea typeface="Arial"/>
                <a:cs typeface="Arial"/>
              </a:rPr>
              <a:t>Harbor Light Books</a:t>
            </a:r>
          </a:p>
        </p:txBody>
      </p:sp>
      <p:cxnSp>
        <p:nvCxnSpPr>
          <p:cNvPr id="41" name="s1-Field chevron Sample business left">
            <a:extLst xmlns:a="http://schemas.openxmlformats.org/drawingml/2006/main">
              <a:ext uri="{FF2B5EF4-FFF2-40B4-BE49-F238E27FC236}">
                <a16:creationId xmlns:a16="http://schemas.microsoft.com/office/drawing/2014/main" id="{52A5E93F-48CE-433C-A057-0C2547456165}"/>
              </a:ext>
            </a:extLst>
          </p:cNvPr>
          <p:cNvCxnSpPr/>
          <p:nvPr/>
        </p:nvCxnSpPr>
        <p:spPr>
          <a:xfrm xmlns:a="http://schemas.openxmlformats.org/drawingml/2006/main" flipH="0" flipV="0">
            <a:off x="11077575" y="5353050"/>
            <a:ext cx="47625" cy="47625"/>
          </a:xfrm>
          <a:prstGeom xmlns:a="http://schemas.openxmlformats.org/drawingml/2006/main" prst="straightConnector1">
            <a:avLst/>
          </a:prstGeom>
          <a:ln xmlns:a="http://schemas.openxmlformats.org/drawingml/2006/main" w="14288">
            <a:solidFill>
              <a:srgbClr val="64748B"/>
            </a:solidFill>
            <a:tailEnd type="none" w="sm" len="sm"/>
          </a:ln>
        </p:spPr>
      </p:cxnSp>
      <p:cxnSp>
        <p:nvCxnSpPr>
          <p:cNvPr id="42" name="s1-Field chevron Sample business right">
            <a:extLst xmlns:a="http://schemas.openxmlformats.org/drawingml/2006/main">
              <a:ext uri="{FF2B5EF4-FFF2-40B4-BE49-F238E27FC236}">
                <a16:creationId xmlns:a16="http://schemas.microsoft.com/office/drawing/2014/main" id="{48652717-73FF-4B7D-95A6-37EB27E35EB0}"/>
              </a:ext>
            </a:extLst>
          </p:cNvPr>
          <p:cNvCxnSpPr/>
          <p:nvPr/>
        </p:nvCxnSpPr>
        <p:spPr>
          <a:xfrm xmlns:a="http://schemas.openxmlformats.org/drawingml/2006/main" flipH="0" flipV="1">
            <a:off x="11125200" y="5353050"/>
            <a:ext cx="47625" cy="47625"/>
          </a:xfrm>
          <a:prstGeom xmlns:a="http://schemas.openxmlformats.org/drawingml/2006/main" prst="straightConnector1">
            <a:avLst/>
          </a:prstGeom>
          <a:ln xmlns:a="http://schemas.openxmlformats.org/drawingml/2006/main" w="14288">
            <a:solidFill>
              <a:srgbClr val="64748B"/>
            </a:solidFill>
            <a:tailEnd type="none" w="sm" len="sm"/>
          </a:ln>
        </p:spPr>
      </p:cxnSp>
      <p:sp>
        <p:nvSpPr>
          <p:cNvPr id="43" name="s1-Journey explanation">
            <a:extLst xmlns:a="http://schemas.openxmlformats.org/drawingml/2006/main">
              <a:ext uri="{FF2B5EF4-FFF2-40B4-BE49-F238E27FC236}">
                <a16:creationId xmlns:a16="http://schemas.microsoft.com/office/drawing/2014/main" id="{F8955869-5CE4-40C7-902C-0FA7EFCB01E9}"/>
              </a:ext>
            </a:extLst>
          </p:cNvPr>
          <p:cNvSpPr>
            <a:spLocks xmlns:a="http://schemas.openxmlformats.org/drawingml/2006/main" noGrp="1"/>
          </p:cNvSpPr>
          <p:nvPr/>
        </p:nvSpPr>
        <p:spPr>
          <a:xfrm xmlns:a="http://schemas.openxmlformats.org/drawingml/2006/main">
            <a:off x="762000" y="5886450"/>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11827"/>
                </a:solidFill>
                <a:latin typeface="Arial"/>
                <a:ea typeface="Arial"/>
                <a:cs typeface="Arial"/>
              </a:defRPr>
            </a:defPPr>
            <a:lvl1pPr algn="l">
              <a:defRPr sz="1575" b="0">
                <a:solidFill>
                  <a:srgbClr val="111827"/>
                </a:solidFill>
                <a:latin typeface="Arial"/>
                <a:ea typeface="Arial"/>
                <a:cs typeface="Arial"/>
              </a:defRPr>
            </a:lvl1pPr>
            <a:lvl2pPr algn="l">
              <a:defRPr sz="1575" b="0">
                <a:solidFill>
                  <a:srgbClr val="111827"/>
                </a:solidFill>
                <a:latin typeface="Arial"/>
                <a:ea typeface="Arial"/>
                <a:cs typeface="Arial"/>
              </a:defRPr>
            </a:lvl2pPr>
            <a:lvl3pPr algn="l">
              <a:defRPr sz="1575" b="0">
                <a:solidFill>
                  <a:srgbClr val="111827"/>
                </a:solidFill>
                <a:latin typeface="Arial"/>
                <a:ea typeface="Arial"/>
                <a:cs typeface="Arial"/>
              </a:defRPr>
            </a:lvl3pPr>
            <a:lvl4pPr algn="l">
              <a:defRPr sz="1575" b="0">
                <a:solidFill>
                  <a:srgbClr val="111827"/>
                </a:solidFill>
                <a:latin typeface="Arial"/>
                <a:ea typeface="Arial"/>
                <a:cs typeface="Arial"/>
              </a:defRPr>
            </a:lvl4pPr>
            <a:lvl5pPr algn="l">
              <a:defRPr sz="1575" b="0">
                <a:solidFill>
                  <a:srgbClr val="111827"/>
                </a:solidFill>
                <a:latin typeface="Arial"/>
                <a:ea typeface="Arial"/>
                <a:cs typeface="Arial"/>
              </a:defRPr>
            </a:lvl5pPr>
            <a:lvl6pPr algn="l">
              <a:defRPr sz="1575" b="0">
                <a:solidFill>
                  <a:srgbClr val="111827"/>
                </a:solidFill>
                <a:latin typeface="Arial"/>
                <a:ea typeface="Arial"/>
                <a:cs typeface="Arial"/>
              </a:defRPr>
            </a:lvl6pPr>
            <a:lvl7pPr algn="l">
              <a:defRPr sz="1575" b="0">
                <a:solidFill>
                  <a:srgbClr val="111827"/>
                </a:solidFill>
                <a:latin typeface="Arial"/>
                <a:ea typeface="Arial"/>
                <a:cs typeface="Arial"/>
              </a:defRPr>
            </a:lvl7pPr>
            <a:lvl8pPr algn="l">
              <a:defRPr sz="1575" b="0">
                <a:solidFill>
                  <a:srgbClr val="111827"/>
                </a:solidFill>
                <a:latin typeface="Arial"/>
                <a:ea typeface="Arial"/>
                <a:cs typeface="Arial"/>
              </a:defRPr>
            </a:lvl8pPr>
            <a:lvl9pPr algn="l">
              <a:defRPr sz="1575" b="0">
                <a:solidFill>
                  <a:srgbClr val="111827"/>
                </a:solidFill>
                <a:latin typeface="Arial"/>
                <a:ea typeface="Arial"/>
                <a:cs typeface="Arial"/>
              </a:defRPr>
            </a:lvl9pPr>
          </a:lstStyle>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Start with a readiness check. No records move during assessment.</a:t>
            </a:r>
          </a:p>
        </p:txBody>
      </p:sp>
      <p:sp>
        <p:nvSpPr>
          <p:cNvPr id="44" name="s1-Button Start Assessment">
            <a:extLst xmlns:a="http://schemas.openxmlformats.org/drawingml/2006/main">
              <a:ext uri="{FF2B5EF4-FFF2-40B4-BE49-F238E27FC236}">
                <a16:creationId xmlns:a16="http://schemas.microsoft.com/office/drawing/2014/main" id="{06EE19AE-62EA-4311-A324-E3057DA54E52}"/>
              </a:ext>
            </a:extLst>
          </p:cNvPr>
          <p:cNvSpPr>
            <a:spLocks xmlns:a="http://schemas.openxmlformats.org/drawingml/2006/main" noGrp="1"/>
          </p:cNvSpPr>
          <p:nvPr/>
        </p:nvSpPr>
        <p:spPr>
          <a:xfrm xmlns:a="http://schemas.openxmlformats.org/drawingml/2006/main">
            <a:off x="762000" y="6381750"/>
            <a:ext cx="2324100" cy="438150"/>
          </a:xfrm>
          <a:prstGeom xmlns:a="http://schemas.openxmlformats.org/drawingml/2006/main" prst="roundRect">
            <a:avLst>
              <a:gd name="adj" fmla="val 17391"/>
            </a:avLst>
          </a:prstGeom>
          <a:solidFill xmlns:a="http://schemas.openxmlformats.org/drawingml/2006/main">
            <a:srgbClr val="155EEF"/>
          </a:solidFill>
          <a:ln xmlns:a="http://schemas.openxmlformats.org/drawingml/2006/main" w="0">
            <a:noFill/>
            <a:prstDash val="solid"/>
          </a:ln>
        </p:spPr>
      </p:sp>
      <p:sp>
        <p:nvSpPr>
          <p:cNvPr id="45" name="s1-Button label Start Assessment">
            <a:extLst xmlns:a="http://schemas.openxmlformats.org/drawingml/2006/main">
              <a:ext uri="{FF2B5EF4-FFF2-40B4-BE49-F238E27FC236}">
                <a16:creationId xmlns:a16="http://schemas.microsoft.com/office/drawing/2014/main" id="{531B7ADB-2C8F-4C43-A140-3F70A3BFA0F6}"/>
              </a:ext>
            </a:extLst>
          </p:cNvPr>
          <p:cNvSpPr>
            <a:spLocks xmlns:a="http://schemas.openxmlformats.org/drawingml/2006/main" noGrp="1"/>
          </p:cNvSpPr>
          <p:nvPr/>
        </p:nvSpPr>
        <p:spPr>
          <a:xfrm xmlns:a="http://schemas.openxmlformats.org/drawingml/2006/main">
            <a:off x="895350" y="643890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FFFFFF"/>
                </a:solidFill>
                <a:latin typeface="Arial"/>
                <a:ea typeface="Arial"/>
                <a:cs typeface="Arial"/>
              </a:defRPr>
            </a:defPPr>
            <a:lvl1pPr algn="ctr">
              <a:defRPr sz="1425" b="1">
                <a:solidFill>
                  <a:srgbClr val="FFFFFF"/>
                </a:solidFill>
                <a:latin typeface="Arial"/>
                <a:ea typeface="Arial"/>
                <a:cs typeface="Arial"/>
              </a:defRPr>
            </a:lvl1pPr>
            <a:lvl2pPr algn="ctr">
              <a:defRPr sz="1425" b="1">
                <a:solidFill>
                  <a:srgbClr val="FFFFFF"/>
                </a:solidFill>
                <a:latin typeface="Arial"/>
                <a:ea typeface="Arial"/>
                <a:cs typeface="Arial"/>
              </a:defRPr>
            </a:lvl2pPr>
            <a:lvl3pPr algn="ctr">
              <a:defRPr sz="1425" b="1">
                <a:solidFill>
                  <a:srgbClr val="FFFFFF"/>
                </a:solidFill>
                <a:latin typeface="Arial"/>
                <a:ea typeface="Arial"/>
                <a:cs typeface="Arial"/>
              </a:defRPr>
            </a:lvl3pPr>
            <a:lvl4pPr algn="ctr">
              <a:defRPr sz="1425" b="1">
                <a:solidFill>
                  <a:srgbClr val="FFFFFF"/>
                </a:solidFill>
                <a:latin typeface="Arial"/>
                <a:ea typeface="Arial"/>
                <a:cs typeface="Arial"/>
              </a:defRPr>
            </a:lvl4pPr>
            <a:lvl5pPr algn="ctr">
              <a:defRPr sz="1425" b="1">
                <a:solidFill>
                  <a:srgbClr val="FFFFFF"/>
                </a:solidFill>
                <a:latin typeface="Arial"/>
                <a:ea typeface="Arial"/>
                <a:cs typeface="Arial"/>
              </a:defRPr>
            </a:lvl5pPr>
            <a:lvl6pPr algn="ctr">
              <a:defRPr sz="1425" b="1">
                <a:solidFill>
                  <a:srgbClr val="FFFFFF"/>
                </a:solidFill>
                <a:latin typeface="Arial"/>
                <a:ea typeface="Arial"/>
                <a:cs typeface="Arial"/>
              </a:defRPr>
            </a:lvl6pPr>
            <a:lvl7pPr algn="ctr">
              <a:defRPr sz="1425" b="1">
                <a:solidFill>
                  <a:srgbClr val="FFFFFF"/>
                </a:solidFill>
                <a:latin typeface="Arial"/>
                <a:ea typeface="Arial"/>
                <a:cs typeface="Arial"/>
              </a:defRPr>
            </a:lvl7pPr>
            <a:lvl8pPr algn="ctr">
              <a:defRPr sz="1425" b="1">
                <a:solidFill>
                  <a:srgbClr val="FFFFFF"/>
                </a:solidFill>
                <a:latin typeface="Arial"/>
                <a:ea typeface="Arial"/>
                <a:cs typeface="Arial"/>
              </a:defRPr>
            </a:lvl8pPr>
            <a:lvl9pPr algn="ctr">
              <a:defRPr sz="1425" b="1">
                <a:solidFill>
                  <a:srgbClr val="FFFFFF"/>
                </a:solidFill>
                <a:latin typeface="Arial"/>
                <a:ea typeface="Arial"/>
                <a:cs typeface="Arial"/>
              </a:defRPr>
            </a:lvl9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Start Assessment</a:t>
            </a:r>
          </a:p>
        </p:txBody>
      </p:sp>
      <p:sp>
        <p:nvSpPr>
          <p:cNvPr id="46" name="s1-Button Ask what to prepare">
            <a:extLst xmlns:a="http://schemas.openxmlformats.org/drawingml/2006/main">
              <a:ext uri="{FF2B5EF4-FFF2-40B4-BE49-F238E27FC236}">
                <a16:creationId xmlns:a16="http://schemas.microsoft.com/office/drawing/2014/main" id="{F7567803-D296-440C-9014-0EA69917C48C}"/>
              </a:ext>
            </a:extLst>
          </p:cNvPr>
          <p:cNvSpPr>
            <a:spLocks xmlns:a="http://schemas.openxmlformats.org/drawingml/2006/main" noGrp="1"/>
          </p:cNvSpPr>
          <p:nvPr/>
        </p:nvSpPr>
        <p:spPr>
          <a:xfrm xmlns:a="http://schemas.openxmlformats.org/drawingml/2006/main">
            <a:off x="3286125" y="6381750"/>
            <a:ext cx="2533650" cy="438150"/>
          </a:xfrm>
          <a:prstGeom xmlns:a="http://schemas.openxmlformats.org/drawingml/2006/main" prst="roundRect">
            <a:avLst>
              <a:gd name="adj" fmla="val 17391"/>
            </a:avLst>
          </a:prstGeom>
          <a:solidFill xmlns:a="http://schemas.openxmlformats.org/drawingml/2006/main">
            <a:srgbClr val="EEECFF"/>
          </a:solidFill>
          <a:ln xmlns:a="http://schemas.openxmlformats.org/drawingml/2006/main" w="0">
            <a:noFill/>
            <a:prstDash val="solid"/>
          </a:ln>
        </p:spPr>
      </p:sp>
      <p:sp>
        <p:nvSpPr>
          <p:cNvPr id="47" name="s1-Button label Ask what to prepare">
            <a:extLst xmlns:a="http://schemas.openxmlformats.org/drawingml/2006/main">
              <a:ext uri="{FF2B5EF4-FFF2-40B4-BE49-F238E27FC236}">
                <a16:creationId xmlns:a16="http://schemas.microsoft.com/office/drawing/2014/main" id="{741A8EE7-8189-4146-9BA1-B189438E9005}"/>
              </a:ext>
            </a:extLst>
          </p:cNvPr>
          <p:cNvSpPr>
            <a:spLocks xmlns:a="http://schemas.openxmlformats.org/drawingml/2006/main" noGrp="1"/>
          </p:cNvSpPr>
          <p:nvPr/>
        </p:nvSpPr>
        <p:spPr>
          <a:xfrm xmlns:a="http://schemas.openxmlformats.org/drawingml/2006/main">
            <a:off x="3419475" y="6438900"/>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5448C8"/>
                </a:solidFill>
                <a:latin typeface="Arial"/>
                <a:ea typeface="Arial"/>
                <a:cs typeface="Arial"/>
              </a:defRPr>
            </a:defPPr>
            <a:lvl1pPr algn="ctr">
              <a:defRPr sz="1425" b="1">
                <a:solidFill>
                  <a:srgbClr val="5448C8"/>
                </a:solidFill>
                <a:latin typeface="Arial"/>
                <a:ea typeface="Arial"/>
                <a:cs typeface="Arial"/>
              </a:defRPr>
            </a:lvl1pPr>
            <a:lvl2pPr algn="ctr">
              <a:defRPr sz="1425" b="1">
                <a:solidFill>
                  <a:srgbClr val="5448C8"/>
                </a:solidFill>
                <a:latin typeface="Arial"/>
                <a:ea typeface="Arial"/>
                <a:cs typeface="Arial"/>
              </a:defRPr>
            </a:lvl2pPr>
            <a:lvl3pPr algn="ctr">
              <a:defRPr sz="1425" b="1">
                <a:solidFill>
                  <a:srgbClr val="5448C8"/>
                </a:solidFill>
                <a:latin typeface="Arial"/>
                <a:ea typeface="Arial"/>
                <a:cs typeface="Arial"/>
              </a:defRPr>
            </a:lvl3pPr>
            <a:lvl4pPr algn="ctr">
              <a:defRPr sz="1425" b="1">
                <a:solidFill>
                  <a:srgbClr val="5448C8"/>
                </a:solidFill>
                <a:latin typeface="Arial"/>
                <a:ea typeface="Arial"/>
                <a:cs typeface="Arial"/>
              </a:defRPr>
            </a:lvl4pPr>
            <a:lvl5pPr algn="ctr">
              <a:defRPr sz="1425" b="1">
                <a:solidFill>
                  <a:srgbClr val="5448C8"/>
                </a:solidFill>
                <a:latin typeface="Arial"/>
                <a:ea typeface="Arial"/>
                <a:cs typeface="Arial"/>
              </a:defRPr>
            </a:lvl5pPr>
            <a:lvl6pPr algn="ctr">
              <a:defRPr sz="1425" b="1">
                <a:solidFill>
                  <a:srgbClr val="5448C8"/>
                </a:solidFill>
                <a:latin typeface="Arial"/>
                <a:ea typeface="Arial"/>
                <a:cs typeface="Arial"/>
              </a:defRPr>
            </a:lvl6pPr>
            <a:lvl7pPr algn="ctr">
              <a:defRPr sz="1425" b="1">
                <a:solidFill>
                  <a:srgbClr val="5448C8"/>
                </a:solidFill>
                <a:latin typeface="Arial"/>
                <a:ea typeface="Arial"/>
                <a:cs typeface="Arial"/>
              </a:defRPr>
            </a:lvl7pPr>
            <a:lvl8pPr algn="ctr">
              <a:defRPr sz="1425" b="1">
                <a:solidFill>
                  <a:srgbClr val="5448C8"/>
                </a:solidFill>
                <a:latin typeface="Arial"/>
                <a:ea typeface="Arial"/>
                <a:cs typeface="Arial"/>
              </a:defRPr>
            </a:lvl8pPr>
            <a:lvl9pPr algn="ctr">
              <a:defRPr sz="1425" b="1">
                <a:solidFill>
                  <a:srgbClr val="5448C8"/>
                </a:solidFill>
                <a:latin typeface="Arial"/>
                <a:ea typeface="Arial"/>
                <a:cs typeface="Arial"/>
              </a:defRPr>
            </a:lvl9pPr>
          </a:lstStyle>
          <a:p xmlns:a="http://schemas.openxmlformats.org/drawingml/2006/main">
            <a:pPr algn="ctr">
              <a:defRPr sz="1425" b="1">
                <a:solidFill>
                  <a:srgbClr val="5448C8"/>
                </a:solidFill>
                <a:latin typeface="Arial"/>
                <a:ea typeface="Arial"/>
                <a:cs typeface="Arial"/>
              </a:defRPr>
            </a:pPr>
            <a:r>
              <a:rPr sz="1425" b="1">
                <a:solidFill>
                  <a:srgbClr val="5448C8"/>
                </a:solidFill>
                <a:latin typeface="Arial"/>
                <a:ea typeface="Arial"/>
                <a:cs typeface="Arial"/>
              </a:rPr>
              <a:t>Ask what to prepare</a:t>
            </a:r>
          </a:p>
        </p:txBody>
      </p:sp>
      <p:sp>
        <p:nvSpPr>
          <p:cNvPr id="48" name="s1-Welcome implementation caveat">
            <a:extLst xmlns:a="http://schemas.openxmlformats.org/drawingml/2006/main">
              <a:ext uri="{FF2B5EF4-FFF2-40B4-BE49-F238E27FC236}">
                <a16:creationId xmlns:a16="http://schemas.microsoft.com/office/drawing/2014/main" id="{6CAF1631-9F76-4BB7-B747-F6FB48FEB09A}"/>
              </a:ext>
            </a:extLst>
          </p:cNvPr>
          <p:cNvSpPr>
            <a:spLocks xmlns:a="http://schemas.openxmlformats.org/drawingml/2006/main" noGrp="1"/>
          </p:cNvSpPr>
          <p:nvPr/>
        </p:nvSpPr>
        <p:spPr>
          <a:xfrm xmlns:a="http://schemas.openxmlformats.org/drawingml/2006/main">
            <a:off x="762000" y="7000875"/>
            <a:ext cx="10553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4748B"/>
                </a:solidFill>
                <a:latin typeface="Arial"/>
                <a:ea typeface="Arial"/>
                <a:cs typeface="Arial"/>
              </a:defRPr>
            </a:defPPr>
            <a:lvl1pPr algn="l">
              <a:defRPr sz="1275" b="0">
                <a:solidFill>
                  <a:srgbClr val="64748B"/>
                </a:solidFill>
                <a:latin typeface="Arial"/>
                <a:ea typeface="Arial"/>
                <a:cs typeface="Arial"/>
              </a:defRPr>
            </a:lvl1pPr>
            <a:lvl2pPr algn="l">
              <a:defRPr sz="1275" b="0">
                <a:solidFill>
                  <a:srgbClr val="64748B"/>
                </a:solidFill>
                <a:latin typeface="Arial"/>
                <a:ea typeface="Arial"/>
                <a:cs typeface="Arial"/>
              </a:defRPr>
            </a:lvl2pPr>
            <a:lvl3pPr algn="l">
              <a:defRPr sz="1275" b="0">
                <a:solidFill>
                  <a:srgbClr val="64748B"/>
                </a:solidFill>
                <a:latin typeface="Arial"/>
                <a:ea typeface="Arial"/>
                <a:cs typeface="Arial"/>
              </a:defRPr>
            </a:lvl3pPr>
            <a:lvl4pPr algn="l">
              <a:defRPr sz="1275" b="0">
                <a:solidFill>
                  <a:srgbClr val="64748B"/>
                </a:solidFill>
                <a:latin typeface="Arial"/>
                <a:ea typeface="Arial"/>
                <a:cs typeface="Arial"/>
              </a:defRPr>
            </a:lvl4pPr>
            <a:lvl5pPr algn="l">
              <a:defRPr sz="1275" b="0">
                <a:solidFill>
                  <a:srgbClr val="64748B"/>
                </a:solidFill>
                <a:latin typeface="Arial"/>
                <a:ea typeface="Arial"/>
                <a:cs typeface="Arial"/>
              </a:defRPr>
            </a:lvl5pPr>
            <a:lvl6pPr algn="l">
              <a:defRPr sz="1275" b="0">
                <a:solidFill>
                  <a:srgbClr val="64748B"/>
                </a:solidFill>
                <a:latin typeface="Arial"/>
                <a:ea typeface="Arial"/>
                <a:cs typeface="Arial"/>
              </a:defRPr>
            </a:lvl6pPr>
            <a:lvl7pPr algn="l">
              <a:defRPr sz="1275" b="0">
                <a:solidFill>
                  <a:srgbClr val="64748B"/>
                </a:solidFill>
                <a:latin typeface="Arial"/>
                <a:ea typeface="Arial"/>
                <a:cs typeface="Arial"/>
              </a:defRPr>
            </a:lvl7pPr>
            <a:lvl8pPr algn="l">
              <a:defRPr sz="1275" b="0">
                <a:solidFill>
                  <a:srgbClr val="64748B"/>
                </a:solidFill>
                <a:latin typeface="Arial"/>
                <a:ea typeface="Arial"/>
                <a:cs typeface="Arial"/>
              </a:defRPr>
            </a:lvl8pPr>
            <a:lvl9pPr algn="l">
              <a:defRPr sz="1275" b="0">
                <a:solidFill>
                  <a:srgbClr val="64748B"/>
                </a:solidFill>
                <a:latin typeface="Arial"/>
                <a:ea typeface="Arial"/>
                <a:cs typeface="Arial"/>
              </a:defRPr>
            </a:lvl9pPr>
          </a:lstStyle>
          <a:p xmlns:a="http://schemas.openxmlformats.org/drawingml/2006/main">
            <a:pPr algn="l">
              <a:defRPr sz="1275" b="0">
                <a:solidFill>
                  <a:srgbClr val="64748B"/>
                </a:solidFill>
                <a:latin typeface="Arial"/>
                <a:ea typeface="Arial"/>
                <a:cs typeface="Arial"/>
              </a:defRPr>
            </a:pPr>
            <a:r>
              <a:rPr sz="1275" b="0">
                <a:solidFill>
                  <a:srgbClr val="64748B"/>
                </a:solidFill>
                <a:latin typeface="Arial"/>
                <a:ea typeface="Arial"/>
                <a:cs typeface="Arial"/>
              </a:rPr>
              <a:t>Selectors describe preferences only. Provider connections and pre-assessment AI are proposed.</a:t>
            </a:r>
          </a:p>
        </p:txBody>
      </p:sp>
      <p:sp>
        <p:nvSpPr>
          <p:cNvPr id="49" name="s1-Rail problem label">
            <a:extLst xmlns:a="http://schemas.openxmlformats.org/drawingml/2006/main">
              <a:ext uri="{FF2B5EF4-FFF2-40B4-BE49-F238E27FC236}">
                <a16:creationId xmlns:a16="http://schemas.microsoft.com/office/drawing/2014/main" id="{C577B528-F2CF-423E-8FDB-924C01C074FC}"/>
              </a:ext>
            </a:extLst>
          </p:cNvPr>
          <p:cNvSpPr>
            <a:spLocks xmlns:a="http://schemas.openxmlformats.org/drawingml/2006/main" noGrp="1"/>
          </p:cNvSpPr>
          <p:nvPr/>
        </p:nvSpPr>
        <p:spPr>
          <a:xfrm xmlns:a="http://schemas.openxmlformats.org/drawingml/2006/main">
            <a:off x="12001500" y="1943100"/>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64748B"/>
                </a:solidFill>
                <a:latin typeface="Arial"/>
                <a:ea typeface="Arial"/>
                <a:cs typeface="Arial"/>
              </a:defRPr>
            </a:defPPr>
            <a:lvl1pPr algn="l">
              <a:defRPr sz="1200" b="1">
                <a:solidFill>
                  <a:srgbClr val="64748B"/>
                </a:solidFill>
                <a:latin typeface="Arial"/>
                <a:ea typeface="Arial"/>
                <a:cs typeface="Arial"/>
              </a:defRPr>
            </a:lvl1pPr>
            <a:lvl2pPr algn="l">
              <a:defRPr sz="1200" b="1">
                <a:solidFill>
                  <a:srgbClr val="64748B"/>
                </a:solidFill>
                <a:latin typeface="Arial"/>
                <a:ea typeface="Arial"/>
                <a:cs typeface="Arial"/>
              </a:defRPr>
            </a:lvl2pPr>
            <a:lvl3pPr algn="l">
              <a:defRPr sz="1200" b="1">
                <a:solidFill>
                  <a:srgbClr val="64748B"/>
                </a:solidFill>
                <a:latin typeface="Arial"/>
                <a:ea typeface="Arial"/>
                <a:cs typeface="Arial"/>
              </a:defRPr>
            </a:lvl3pPr>
            <a:lvl4pPr algn="l">
              <a:defRPr sz="1200" b="1">
                <a:solidFill>
                  <a:srgbClr val="64748B"/>
                </a:solidFill>
                <a:latin typeface="Arial"/>
                <a:ea typeface="Arial"/>
                <a:cs typeface="Arial"/>
              </a:defRPr>
            </a:lvl4pPr>
            <a:lvl5pPr algn="l">
              <a:defRPr sz="1200" b="1">
                <a:solidFill>
                  <a:srgbClr val="64748B"/>
                </a:solidFill>
                <a:latin typeface="Arial"/>
                <a:ea typeface="Arial"/>
                <a:cs typeface="Arial"/>
              </a:defRPr>
            </a:lvl5pPr>
            <a:lvl6pPr algn="l">
              <a:defRPr sz="1200" b="1">
                <a:solidFill>
                  <a:srgbClr val="64748B"/>
                </a:solidFill>
                <a:latin typeface="Arial"/>
                <a:ea typeface="Arial"/>
                <a:cs typeface="Arial"/>
              </a:defRPr>
            </a:lvl6pPr>
            <a:lvl7pPr algn="l">
              <a:defRPr sz="1200" b="1">
                <a:solidFill>
                  <a:srgbClr val="64748B"/>
                </a:solidFill>
                <a:latin typeface="Arial"/>
                <a:ea typeface="Arial"/>
                <a:cs typeface="Arial"/>
              </a:defRPr>
            </a:lvl7pPr>
            <a:lvl8pPr algn="l">
              <a:defRPr sz="1200" b="1">
                <a:solidFill>
                  <a:srgbClr val="64748B"/>
                </a:solidFill>
                <a:latin typeface="Arial"/>
                <a:ea typeface="Arial"/>
                <a:cs typeface="Arial"/>
              </a:defRPr>
            </a:lvl8pPr>
            <a:lvl9pPr algn="l">
              <a:defRPr sz="1200" b="1">
                <a:solidFill>
                  <a:srgbClr val="64748B"/>
                </a:solidFill>
                <a:latin typeface="Arial"/>
                <a:ea typeface="Arial"/>
                <a:cs typeface="Arial"/>
              </a:defRPr>
            </a:lvl9pPr>
          </a:lstStyle>
          <a:p xmlns:a="http://schemas.openxmlformats.org/drawingml/2006/main">
            <a:pPr algn="l">
              <a:defRPr sz="1200" b="1">
                <a:solidFill>
                  <a:srgbClr val="64748B"/>
                </a:solidFill>
                <a:latin typeface="Arial"/>
                <a:ea typeface="Arial"/>
                <a:cs typeface="Arial"/>
              </a:defRPr>
            </a:pPr>
            <a:r>
              <a:rPr sz="1200" b="1">
                <a:solidFill>
                  <a:srgbClr val="64748B"/>
                </a:solidFill>
                <a:latin typeface="Arial"/>
                <a:ea typeface="Arial"/>
                <a:cs typeface="Arial"/>
              </a:rPr>
              <a:t>CUSTOMER NEED</a:t>
            </a:r>
          </a:p>
        </p:txBody>
      </p:sp>
      <p:sp>
        <p:nvSpPr>
          <p:cNvPr id="50" name="s1-Rail problem title">
            <a:extLst xmlns:a="http://schemas.openxmlformats.org/drawingml/2006/main">
              <a:ext uri="{FF2B5EF4-FFF2-40B4-BE49-F238E27FC236}">
                <a16:creationId xmlns:a16="http://schemas.microsoft.com/office/drawing/2014/main" id="{217B567B-233C-493F-9EE2-6632D41E2B47}"/>
              </a:ext>
            </a:extLst>
          </p:cNvPr>
          <p:cNvSpPr>
            <a:spLocks xmlns:a="http://schemas.openxmlformats.org/drawingml/2006/main" noGrp="1"/>
          </p:cNvSpPr>
          <p:nvPr/>
        </p:nvSpPr>
        <p:spPr>
          <a:xfrm xmlns:a="http://schemas.openxmlformats.org/drawingml/2006/main">
            <a:off x="12001500" y="2286000"/>
            <a:ext cx="28194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243F"/>
                </a:solidFill>
                <a:latin typeface="Arial"/>
                <a:ea typeface="Arial"/>
                <a:cs typeface="Arial"/>
              </a:defRPr>
            </a:defPPr>
            <a:lvl1pPr algn="l">
              <a:defRPr sz="2100" b="1">
                <a:solidFill>
                  <a:srgbClr val="17243F"/>
                </a:solidFill>
                <a:latin typeface="Arial"/>
                <a:ea typeface="Arial"/>
                <a:cs typeface="Arial"/>
              </a:defRPr>
            </a:lvl1pPr>
            <a:lvl2pPr algn="l">
              <a:defRPr sz="2100" b="1">
                <a:solidFill>
                  <a:srgbClr val="17243F"/>
                </a:solidFill>
                <a:latin typeface="Arial"/>
                <a:ea typeface="Arial"/>
                <a:cs typeface="Arial"/>
              </a:defRPr>
            </a:lvl2pPr>
            <a:lvl3pPr algn="l">
              <a:defRPr sz="2100" b="1">
                <a:solidFill>
                  <a:srgbClr val="17243F"/>
                </a:solidFill>
                <a:latin typeface="Arial"/>
                <a:ea typeface="Arial"/>
                <a:cs typeface="Arial"/>
              </a:defRPr>
            </a:lvl3pPr>
            <a:lvl4pPr algn="l">
              <a:defRPr sz="2100" b="1">
                <a:solidFill>
                  <a:srgbClr val="17243F"/>
                </a:solidFill>
                <a:latin typeface="Arial"/>
                <a:ea typeface="Arial"/>
                <a:cs typeface="Arial"/>
              </a:defRPr>
            </a:lvl4pPr>
            <a:lvl5pPr algn="l">
              <a:defRPr sz="2100" b="1">
                <a:solidFill>
                  <a:srgbClr val="17243F"/>
                </a:solidFill>
                <a:latin typeface="Arial"/>
                <a:ea typeface="Arial"/>
                <a:cs typeface="Arial"/>
              </a:defRPr>
            </a:lvl5pPr>
            <a:lvl6pPr algn="l">
              <a:defRPr sz="2100" b="1">
                <a:solidFill>
                  <a:srgbClr val="17243F"/>
                </a:solidFill>
                <a:latin typeface="Arial"/>
                <a:ea typeface="Arial"/>
                <a:cs typeface="Arial"/>
              </a:defRPr>
            </a:lvl6pPr>
            <a:lvl7pPr algn="l">
              <a:defRPr sz="2100" b="1">
                <a:solidFill>
                  <a:srgbClr val="17243F"/>
                </a:solidFill>
                <a:latin typeface="Arial"/>
                <a:ea typeface="Arial"/>
                <a:cs typeface="Arial"/>
              </a:defRPr>
            </a:lvl7pPr>
            <a:lvl8pPr algn="l">
              <a:defRPr sz="2100" b="1">
                <a:solidFill>
                  <a:srgbClr val="17243F"/>
                </a:solidFill>
                <a:latin typeface="Arial"/>
                <a:ea typeface="Arial"/>
                <a:cs typeface="Arial"/>
              </a:defRPr>
            </a:lvl8pPr>
            <a:lvl9pPr algn="l">
              <a:defRPr sz="2100" b="1">
                <a:solidFill>
                  <a:srgbClr val="17243F"/>
                </a:solidFill>
                <a:latin typeface="Arial"/>
                <a:ea typeface="Arial"/>
                <a:cs typeface="Arial"/>
              </a:defRPr>
            </a:lvl9pPr>
          </a:lstStyle>
          <a:p xmlns:a="http://schemas.openxmlformats.org/drawingml/2006/main">
            <a:pPr algn="l">
              <a:defRPr sz="2100" b="1">
                <a:solidFill>
                  <a:srgbClr val="17243F"/>
                </a:solidFill>
                <a:latin typeface="Arial"/>
                <a:ea typeface="Arial"/>
                <a:cs typeface="Arial"/>
              </a:defRPr>
            </a:pPr>
            <a:r>
              <a:rPr sz="2100" b="1">
                <a:solidFill>
                  <a:srgbClr val="17243F"/>
                </a:solidFill>
                <a:latin typeface="Arial"/>
                <a:ea typeface="Arial"/>
                <a:cs typeface="Arial"/>
              </a:rPr>
              <a:t>A migration starts</a:t>
            </a:r>
          </a:p>
          <a:p xmlns:a="http://schemas.openxmlformats.org/drawingml/2006/main">
            <a:pPr algn="l">
              <a:defRPr sz="2100" b="1">
                <a:solidFill>
                  <a:srgbClr val="17243F"/>
                </a:solidFill>
                <a:latin typeface="Arial"/>
                <a:ea typeface="Arial"/>
                <a:cs typeface="Arial"/>
              </a:defRPr>
            </a:pPr>
            <a:r>
              <a:rPr sz="2100" b="1">
                <a:solidFill>
                  <a:srgbClr val="17243F"/>
                </a:solidFill>
                <a:latin typeface="Arial"/>
                <a:ea typeface="Arial"/>
                <a:cs typeface="Arial"/>
              </a:rPr>
              <a:t>with understanding.</a:t>
            </a:r>
          </a:p>
        </p:txBody>
      </p:sp>
      <p:sp>
        <p:nvSpPr>
          <p:cNvPr id="51" name="s1-Rail problem body">
            <a:extLst xmlns:a="http://schemas.openxmlformats.org/drawingml/2006/main">
              <a:ext uri="{FF2B5EF4-FFF2-40B4-BE49-F238E27FC236}">
                <a16:creationId xmlns:a16="http://schemas.microsoft.com/office/drawing/2014/main" id="{32B60B18-0369-43FA-ADBA-0E8A833300D8}"/>
              </a:ext>
            </a:extLst>
          </p:cNvPr>
          <p:cNvSpPr>
            <a:spLocks xmlns:a="http://schemas.openxmlformats.org/drawingml/2006/main" noGrp="1"/>
          </p:cNvSpPr>
          <p:nvPr/>
        </p:nvSpPr>
        <p:spPr>
          <a:xfrm xmlns:a="http://schemas.openxmlformats.org/drawingml/2006/main">
            <a:off x="12001500" y="3152775"/>
            <a:ext cx="2819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75569"/>
                </a:solidFill>
                <a:latin typeface="Arial"/>
                <a:ea typeface="Arial"/>
                <a:cs typeface="Arial"/>
              </a:defRPr>
            </a:defPPr>
            <a:lvl1pPr algn="l">
              <a:defRPr sz="1500" b="0">
                <a:solidFill>
                  <a:srgbClr val="475569"/>
                </a:solidFill>
                <a:latin typeface="Arial"/>
                <a:ea typeface="Arial"/>
                <a:cs typeface="Arial"/>
              </a:defRPr>
            </a:lvl1pPr>
            <a:lvl2pPr algn="l">
              <a:defRPr sz="1500" b="0">
                <a:solidFill>
                  <a:srgbClr val="475569"/>
                </a:solidFill>
                <a:latin typeface="Arial"/>
                <a:ea typeface="Arial"/>
                <a:cs typeface="Arial"/>
              </a:defRPr>
            </a:lvl2pPr>
            <a:lvl3pPr algn="l">
              <a:defRPr sz="1500" b="0">
                <a:solidFill>
                  <a:srgbClr val="475569"/>
                </a:solidFill>
                <a:latin typeface="Arial"/>
                <a:ea typeface="Arial"/>
                <a:cs typeface="Arial"/>
              </a:defRPr>
            </a:lvl3pPr>
            <a:lvl4pPr algn="l">
              <a:defRPr sz="1500" b="0">
                <a:solidFill>
                  <a:srgbClr val="475569"/>
                </a:solidFill>
                <a:latin typeface="Arial"/>
                <a:ea typeface="Arial"/>
                <a:cs typeface="Arial"/>
              </a:defRPr>
            </a:lvl4pPr>
            <a:lvl5pPr algn="l">
              <a:defRPr sz="1500" b="0">
                <a:solidFill>
                  <a:srgbClr val="475569"/>
                </a:solidFill>
                <a:latin typeface="Arial"/>
                <a:ea typeface="Arial"/>
                <a:cs typeface="Arial"/>
              </a:defRPr>
            </a:lvl5pPr>
            <a:lvl6pPr algn="l">
              <a:defRPr sz="1500" b="0">
                <a:solidFill>
                  <a:srgbClr val="475569"/>
                </a:solidFill>
                <a:latin typeface="Arial"/>
                <a:ea typeface="Arial"/>
                <a:cs typeface="Arial"/>
              </a:defRPr>
            </a:lvl6pPr>
            <a:lvl7pPr algn="l">
              <a:defRPr sz="1500" b="0">
                <a:solidFill>
                  <a:srgbClr val="475569"/>
                </a:solidFill>
                <a:latin typeface="Arial"/>
                <a:ea typeface="Arial"/>
                <a:cs typeface="Arial"/>
              </a:defRPr>
            </a:lvl7pPr>
            <a:lvl8pPr algn="l">
              <a:defRPr sz="1500" b="0">
                <a:solidFill>
                  <a:srgbClr val="475569"/>
                </a:solidFill>
                <a:latin typeface="Arial"/>
                <a:ea typeface="Arial"/>
                <a:cs typeface="Arial"/>
              </a:defRPr>
            </a:lvl8pPr>
            <a:lvl9pPr algn="l">
              <a:defRPr sz="1500" b="0">
                <a:solidFill>
                  <a:srgbClr val="475569"/>
                </a:solidFill>
                <a:latin typeface="Arial"/>
                <a:ea typeface="Arial"/>
                <a:cs typeface="Arial"/>
              </a:defRPr>
            </a:lvl9pPr>
          </a:lstStyle>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The accountant chooses a</a:t>
            </a:r>
          </a:p>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starting point without technical</a:t>
            </a:r>
          </a:p>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setup or a bulk-upload demand.</a:t>
            </a:r>
          </a:p>
        </p:txBody>
      </p:sp>
      <p:cxnSp>
        <p:nvCxnSpPr>
          <p:cNvPr id="52" name="s1-Rail separator">
            <a:extLst xmlns:a="http://schemas.openxmlformats.org/drawingml/2006/main">
              <a:ext uri="{FF2B5EF4-FFF2-40B4-BE49-F238E27FC236}">
                <a16:creationId xmlns:a16="http://schemas.microsoft.com/office/drawing/2014/main" id="{24722C3B-1109-4791-B6A3-53300FE723FE}"/>
              </a:ext>
            </a:extLst>
          </p:cNvPr>
          <p:cNvCxnSpPr/>
          <p:nvPr/>
        </p:nvCxnSpPr>
        <p:spPr>
          <a:xfrm xmlns:a="http://schemas.openxmlformats.org/drawingml/2006/main" flipH="0" flipV="0">
            <a:off x="12001500" y="4171950"/>
            <a:ext cx="2819400" cy="0"/>
          </a:xfrm>
          <a:prstGeom xmlns:a="http://schemas.openxmlformats.org/drawingml/2006/main" prst="straightConnector1">
            <a:avLst/>
          </a:prstGeom>
          <a:ln xmlns:a="http://schemas.openxmlformats.org/drawingml/2006/main" w="9525">
            <a:solidFill>
              <a:srgbClr val="D8E0EB"/>
            </a:solidFill>
            <a:tailEnd type="none" w="sm" len="sm"/>
          </a:ln>
        </p:spPr>
      </p:cxnSp>
      <p:sp>
        <p:nvSpPr>
          <p:cNvPr id="53" name="s1-AI value heading">
            <a:extLst xmlns:a="http://schemas.openxmlformats.org/drawingml/2006/main">
              <a:ext uri="{FF2B5EF4-FFF2-40B4-BE49-F238E27FC236}">
                <a16:creationId xmlns:a16="http://schemas.microsoft.com/office/drawing/2014/main" id="{AB4425D8-0CAC-4C31-B694-DCFE3D16BDFC}"/>
              </a:ext>
            </a:extLst>
          </p:cNvPr>
          <p:cNvSpPr>
            <a:spLocks xmlns:a="http://schemas.openxmlformats.org/drawingml/2006/main" noGrp="1"/>
          </p:cNvSpPr>
          <p:nvPr/>
        </p:nvSpPr>
        <p:spPr>
          <a:xfrm xmlns:a="http://schemas.openxmlformats.org/drawingml/2006/main">
            <a:off x="12001500" y="43910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5448C8"/>
                </a:solidFill>
                <a:latin typeface="Arial"/>
                <a:ea typeface="Arial"/>
                <a:cs typeface="Arial"/>
              </a:defRPr>
            </a:defPPr>
            <a:lvl1pPr algn="l">
              <a:defRPr sz="1350" b="1">
                <a:solidFill>
                  <a:srgbClr val="5448C8"/>
                </a:solidFill>
                <a:latin typeface="Arial"/>
                <a:ea typeface="Arial"/>
                <a:cs typeface="Arial"/>
              </a:defRPr>
            </a:lvl1pPr>
            <a:lvl2pPr algn="l">
              <a:defRPr sz="1350" b="1">
                <a:solidFill>
                  <a:srgbClr val="5448C8"/>
                </a:solidFill>
                <a:latin typeface="Arial"/>
                <a:ea typeface="Arial"/>
                <a:cs typeface="Arial"/>
              </a:defRPr>
            </a:lvl2pPr>
            <a:lvl3pPr algn="l">
              <a:defRPr sz="1350" b="1">
                <a:solidFill>
                  <a:srgbClr val="5448C8"/>
                </a:solidFill>
                <a:latin typeface="Arial"/>
                <a:ea typeface="Arial"/>
                <a:cs typeface="Arial"/>
              </a:defRPr>
            </a:lvl3pPr>
            <a:lvl4pPr algn="l">
              <a:defRPr sz="1350" b="1">
                <a:solidFill>
                  <a:srgbClr val="5448C8"/>
                </a:solidFill>
                <a:latin typeface="Arial"/>
                <a:ea typeface="Arial"/>
                <a:cs typeface="Arial"/>
              </a:defRPr>
            </a:lvl4pPr>
            <a:lvl5pPr algn="l">
              <a:defRPr sz="1350" b="1">
                <a:solidFill>
                  <a:srgbClr val="5448C8"/>
                </a:solidFill>
                <a:latin typeface="Arial"/>
                <a:ea typeface="Arial"/>
                <a:cs typeface="Arial"/>
              </a:defRPr>
            </a:lvl5pPr>
            <a:lvl6pPr algn="l">
              <a:defRPr sz="1350" b="1">
                <a:solidFill>
                  <a:srgbClr val="5448C8"/>
                </a:solidFill>
                <a:latin typeface="Arial"/>
                <a:ea typeface="Arial"/>
                <a:cs typeface="Arial"/>
              </a:defRPr>
            </a:lvl6pPr>
            <a:lvl7pPr algn="l">
              <a:defRPr sz="1350" b="1">
                <a:solidFill>
                  <a:srgbClr val="5448C8"/>
                </a:solidFill>
                <a:latin typeface="Arial"/>
                <a:ea typeface="Arial"/>
                <a:cs typeface="Arial"/>
              </a:defRPr>
            </a:lvl7pPr>
            <a:lvl8pPr algn="l">
              <a:defRPr sz="1350" b="1">
                <a:solidFill>
                  <a:srgbClr val="5448C8"/>
                </a:solidFill>
                <a:latin typeface="Arial"/>
                <a:ea typeface="Arial"/>
                <a:cs typeface="Arial"/>
              </a:defRPr>
            </a:lvl8pPr>
            <a:lvl9pPr algn="l">
              <a:defRPr sz="1350" b="1">
                <a:solidFill>
                  <a:srgbClr val="5448C8"/>
                </a:solidFill>
                <a:latin typeface="Arial"/>
                <a:ea typeface="Arial"/>
                <a:cs typeface="Arial"/>
              </a:defRPr>
            </a:lvl9pPr>
          </a:lstStyle>
          <a:p xmlns:a="http://schemas.openxmlformats.org/drawingml/2006/main">
            <a:pPr algn="l">
              <a:defRPr sz="1350" b="1">
                <a:solidFill>
                  <a:srgbClr val="5448C8"/>
                </a:solidFill>
                <a:latin typeface="Arial"/>
                <a:ea typeface="Arial"/>
                <a:cs typeface="Arial"/>
              </a:defRPr>
            </a:pPr>
            <a:r>
              <a:rPr sz="1350" b="1">
                <a:solidFill>
                  <a:srgbClr val="5448C8"/>
                </a:solidFill>
                <a:latin typeface="Arial"/>
                <a:ea typeface="Arial"/>
                <a:cs typeface="Arial"/>
              </a:rPr>
              <a:t>AI-AGENT VALUE</a:t>
            </a:r>
          </a:p>
        </p:txBody>
      </p:sp>
      <p:sp>
        <p:nvSpPr>
          <p:cNvPr id="54" name="s1-AI value annotation">
            <a:extLst xmlns:a="http://schemas.openxmlformats.org/drawingml/2006/main">
              <a:ext uri="{FF2B5EF4-FFF2-40B4-BE49-F238E27FC236}">
                <a16:creationId xmlns:a16="http://schemas.microsoft.com/office/drawing/2014/main" id="{7FE55263-76F9-40BB-85A5-2A71E3894FE0}"/>
              </a:ext>
            </a:extLst>
          </p:cNvPr>
          <p:cNvSpPr>
            <a:spLocks xmlns:a="http://schemas.openxmlformats.org/drawingml/2006/main" noGrp="1"/>
          </p:cNvSpPr>
          <p:nvPr/>
        </p:nvSpPr>
        <p:spPr>
          <a:xfrm xmlns:a="http://schemas.openxmlformats.org/drawingml/2006/main">
            <a:off x="12001500" y="4733925"/>
            <a:ext cx="2819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7243F"/>
                </a:solidFill>
                <a:latin typeface="Arial"/>
                <a:ea typeface="Arial"/>
                <a:cs typeface="Arial"/>
              </a:defRPr>
            </a:defPPr>
            <a:lvl1pPr algn="l">
              <a:defRPr sz="1575" b="0">
                <a:solidFill>
                  <a:srgbClr val="17243F"/>
                </a:solidFill>
                <a:latin typeface="Arial"/>
                <a:ea typeface="Arial"/>
                <a:cs typeface="Arial"/>
              </a:defRPr>
            </a:lvl1pPr>
            <a:lvl2pPr algn="l">
              <a:defRPr sz="1575" b="0">
                <a:solidFill>
                  <a:srgbClr val="17243F"/>
                </a:solidFill>
                <a:latin typeface="Arial"/>
                <a:ea typeface="Arial"/>
                <a:cs typeface="Arial"/>
              </a:defRPr>
            </a:lvl2pPr>
            <a:lvl3pPr algn="l">
              <a:defRPr sz="1575" b="0">
                <a:solidFill>
                  <a:srgbClr val="17243F"/>
                </a:solidFill>
                <a:latin typeface="Arial"/>
                <a:ea typeface="Arial"/>
                <a:cs typeface="Arial"/>
              </a:defRPr>
            </a:lvl3pPr>
            <a:lvl4pPr algn="l">
              <a:defRPr sz="1575" b="0">
                <a:solidFill>
                  <a:srgbClr val="17243F"/>
                </a:solidFill>
                <a:latin typeface="Arial"/>
                <a:ea typeface="Arial"/>
                <a:cs typeface="Arial"/>
              </a:defRPr>
            </a:lvl4pPr>
            <a:lvl5pPr algn="l">
              <a:defRPr sz="1575" b="0">
                <a:solidFill>
                  <a:srgbClr val="17243F"/>
                </a:solidFill>
                <a:latin typeface="Arial"/>
                <a:ea typeface="Arial"/>
                <a:cs typeface="Arial"/>
              </a:defRPr>
            </a:lvl5pPr>
            <a:lvl6pPr algn="l">
              <a:defRPr sz="1575" b="0">
                <a:solidFill>
                  <a:srgbClr val="17243F"/>
                </a:solidFill>
                <a:latin typeface="Arial"/>
                <a:ea typeface="Arial"/>
                <a:cs typeface="Arial"/>
              </a:defRPr>
            </a:lvl6pPr>
            <a:lvl7pPr algn="l">
              <a:defRPr sz="1575" b="0">
                <a:solidFill>
                  <a:srgbClr val="17243F"/>
                </a:solidFill>
                <a:latin typeface="Arial"/>
                <a:ea typeface="Arial"/>
                <a:cs typeface="Arial"/>
              </a:defRPr>
            </a:lvl7pPr>
            <a:lvl8pPr algn="l">
              <a:defRPr sz="1575" b="0">
                <a:solidFill>
                  <a:srgbClr val="17243F"/>
                </a:solidFill>
                <a:latin typeface="Arial"/>
                <a:ea typeface="Arial"/>
                <a:cs typeface="Arial"/>
              </a:defRPr>
            </a:lvl8pPr>
            <a:lvl9pPr algn="l">
              <a:defRPr sz="1575" b="0">
                <a:solidFill>
                  <a:srgbClr val="17243F"/>
                </a:solidFill>
                <a:latin typeface="Arial"/>
                <a:ea typeface="Arial"/>
                <a:cs typeface="Arial"/>
              </a:defRPr>
            </a:lvl9pPr>
          </a:lstStyle>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Proposed: help the user</a:t>
            </a:r>
          </a:p>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identify the evidence needed</a:t>
            </a:r>
          </a:p>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for a useful assessment.</a:t>
            </a:r>
          </a:p>
        </p:txBody>
      </p:sp>
      <p:sp>
        <p:nvSpPr>
          <p:cNvPr id="55" name="s1-Beta classification">
            <a:extLst xmlns:a="http://schemas.openxmlformats.org/drawingml/2006/main">
              <a:ext uri="{FF2B5EF4-FFF2-40B4-BE49-F238E27FC236}">
                <a16:creationId xmlns:a16="http://schemas.microsoft.com/office/drawing/2014/main" id="{2AEA23DB-DDD4-4637-B28A-FBC2B43CCD0C}"/>
              </a:ext>
            </a:extLst>
          </p:cNvPr>
          <p:cNvSpPr>
            <a:spLocks xmlns:a="http://schemas.openxmlformats.org/drawingml/2006/main" noGrp="1"/>
          </p:cNvSpPr>
          <p:nvPr/>
        </p:nvSpPr>
        <p:spPr>
          <a:xfrm xmlns:a="http://schemas.openxmlformats.org/drawingml/2006/main">
            <a:off x="12001500" y="6057900"/>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A55"/>
                </a:solidFill>
                <a:latin typeface="Arial"/>
                <a:ea typeface="Arial"/>
                <a:cs typeface="Arial"/>
              </a:defRPr>
            </a:defPPr>
            <a:lvl1pPr algn="l">
              <a:defRPr sz="1275" b="1">
                <a:solidFill>
                  <a:srgbClr val="087A55"/>
                </a:solidFill>
                <a:latin typeface="Arial"/>
                <a:ea typeface="Arial"/>
                <a:cs typeface="Arial"/>
              </a:defRPr>
            </a:lvl1pPr>
            <a:lvl2pPr algn="l">
              <a:defRPr sz="1275" b="1">
                <a:solidFill>
                  <a:srgbClr val="087A55"/>
                </a:solidFill>
                <a:latin typeface="Arial"/>
                <a:ea typeface="Arial"/>
                <a:cs typeface="Arial"/>
              </a:defRPr>
            </a:lvl2pPr>
            <a:lvl3pPr algn="l">
              <a:defRPr sz="1275" b="1">
                <a:solidFill>
                  <a:srgbClr val="087A55"/>
                </a:solidFill>
                <a:latin typeface="Arial"/>
                <a:ea typeface="Arial"/>
                <a:cs typeface="Arial"/>
              </a:defRPr>
            </a:lvl3pPr>
            <a:lvl4pPr algn="l">
              <a:defRPr sz="1275" b="1">
                <a:solidFill>
                  <a:srgbClr val="087A55"/>
                </a:solidFill>
                <a:latin typeface="Arial"/>
                <a:ea typeface="Arial"/>
                <a:cs typeface="Arial"/>
              </a:defRPr>
            </a:lvl4pPr>
            <a:lvl5pPr algn="l">
              <a:defRPr sz="1275" b="1">
                <a:solidFill>
                  <a:srgbClr val="087A55"/>
                </a:solidFill>
                <a:latin typeface="Arial"/>
                <a:ea typeface="Arial"/>
                <a:cs typeface="Arial"/>
              </a:defRPr>
            </a:lvl5pPr>
            <a:lvl6pPr algn="l">
              <a:defRPr sz="1275" b="1">
                <a:solidFill>
                  <a:srgbClr val="087A55"/>
                </a:solidFill>
                <a:latin typeface="Arial"/>
                <a:ea typeface="Arial"/>
                <a:cs typeface="Arial"/>
              </a:defRPr>
            </a:lvl6pPr>
            <a:lvl7pPr algn="l">
              <a:defRPr sz="1275" b="1">
                <a:solidFill>
                  <a:srgbClr val="087A55"/>
                </a:solidFill>
                <a:latin typeface="Arial"/>
                <a:ea typeface="Arial"/>
                <a:cs typeface="Arial"/>
              </a:defRPr>
            </a:lvl7pPr>
            <a:lvl8pPr algn="l">
              <a:defRPr sz="1275" b="1">
                <a:solidFill>
                  <a:srgbClr val="087A55"/>
                </a:solidFill>
                <a:latin typeface="Arial"/>
                <a:ea typeface="Arial"/>
                <a:cs typeface="Arial"/>
              </a:defRPr>
            </a:lvl8pPr>
            <a:lvl9pPr algn="l">
              <a:defRPr sz="1275" b="1">
                <a:solidFill>
                  <a:srgbClr val="087A55"/>
                </a:solidFill>
                <a:latin typeface="Arial"/>
                <a:ea typeface="Arial"/>
                <a:cs typeface="Arial"/>
              </a:defRPr>
            </a:lvl9pPr>
          </a:lstStyle>
          <a:p xmlns:a="http://schemas.openxmlformats.org/drawingml/2006/main">
            <a:pPr algn="l">
              <a:defRPr sz="1275" b="1">
                <a:solidFill>
                  <a:srgbClr val="087A55"/>
                </a:solidFill>
                <a:latin typeface="Arial"/>
                <a:ea typeface="Arial"/>
                <a:cs typeface="Arial"/>
              </a:defRPr>
            </a:pPr>
            <a:r>
              <a:rPr sz="1275" b="1">
                <a:solidFill>
                  <a:srgbClr val="087A55"/>
                </a:solidFill>
                <a:latin typeface="Arial"/>
                <a:ea typeface="Arial"/>
                <a:cs typeface="Arial"/>
              </a:rPr>
              <a:t>Beta Implemented</a:t>
            </a:r>
          </a:p>
        </p:txBody>
      </p:sp>
      <p:sp>
        <p:nvSpPr>
          <p:cNvPr id="56" name="s1-Beta classified capabilities">
            <a:extLst xmlns:a="http://schemas.openxmlformats.org/drawingml/2006/main">
              <a:ext uri="{FF2B5EF4-FFF2-40B4-BE49-F238E27FC236}">
                <a16:creationId xmlns:a16="http://schemas.microsoft.com/office/drawing/2014/main" id="{6275DD62-BB73-4409-A11A-9F771D633FD3}"/>
              </a:ext>
            </a:extLst>
          </p:cNvPr>
          <p:cNvSpPr>
            <a:spLocks xmlns:a="http://schemas.openxmlformats.org/drawingml/2006/main" noGrp="1"/>
          </p:cNvSpPr>
          <p:nvPr/>
        </p:nvSpPr>
        <p:spPr>
          <a:xfrm xmlns:a="http://schemas.openxmlformats.org/drawingml/2006/main">
            <a:off x="12001500" y="6362700"/>
            <a:ext cx="28194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Sample selection, discovery</a:t>
            </a:r>
          </a:p>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and readiness assessment.</a:t>
            </a:r>
          </a:p>
        </p:txBody>
      </p:sp>
      <p:sp>
        <p:nvSpPr>
          <p:cNvPr id="57" name="s1-Other classification">
            <a:extLst xmlns:a="http://schemas.openxmlformats.org/drawingml/2006/main">
              <a:ext uri="{FF2B5EF4-FFF2-40B4-BE49-F238E27FC236}">
                <a16:creationId xmlns:a16="http://schemas.microsoft.com/office/drawing/2014/main" id="{87978C63-DB0A-455A-98D0-41BE84A31380}"/>
              </a:ext>
            </a:extLst>
          </p:cNvPr>
          <p:cNvSpPr>
            <a:spLocks xmlns:a="http://schemas.openxmlformats.org/drawingml/2006/main" noGrp="1"/>
          </p:cNvSpPr>
          <p:nvPr/>
        </p:nvSpPr>
        <p:spPr>
          <a:xfrm xmlns:a="http://schemas.openxmlformats.org/drawingml/2006/main">
            <a:off x="12001500" y="7010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448C8"/>
                </a:solidFill>
                <a:latin typeface="Arial"/>
                <a:ea typeface="Arial"/>
                <a:cs typeface="Arial"/>
              </a:defRPr>
            </a:defPPr>
            <a:lvl1pPr algn="l">
              <a:defRPr sz="1275" b="1">
                <a:solidFill>
                  <a:srgbClr val="5448C8"/>
                </a:solidFill>
                <a:latin typeface="Arial"/>
                <a:ea typeface="Arial"/>
                <a:cs typeface="Arial"/>
              </a:defRPr>
            </a:lvl1pPr>
            <a:lvl2pPr algn="l">
              <a:defRPr sz="1275" b="1">
                <a:solidFill>
                  <a:srgbClr val="5448C8"/>
                </a:solidFill>
                <a:latin typeface="Arial"/>
                <a:ea typeface="Arial"/>
                <a:cs typeface="Arial"/>
              </a:defRPr>
            </a:lvl2pPr>
            <a:lvl3pPr algn="l">
              <a:defRPr sz="1275" b="1">
                <a:solidFill>
                  <a:srgbClr val="5448C8"/>
                </a:solidFill>
                <a:latin typeface="Arial"/>
                <a:ea typeface="Arial"/>
                <a:cs typeface="Arial"/>
              </a:defRPr>
            </a:lvl3pPr>
            <a:lvl4pPr algn="l">
              <a:defRPr sz="1275" b="1">
                <a:solidFill>
                  <a:srgbClr val="5448C8"/>
                </a:solidFill>
                <a:latin typeface="Arial"/>
                <a:ea typeface="Arial"/>
                <a:cs typeface="Arial"/>
              </a:defRPr>
            </a:lvl4pPr>
            <a:lvl5pPr algn="l">
              <a:defRPr sz="1275" b="1">
                <a:solidFill>
                  <a:srgbClr val="5448C8"/>
                </a:solidFill>
                <a:latin typeface="Arial"/>
                <a:ea typeface="Arial"/>
                <a:cs typeface="Arial"/>
              </a:defRPr>
            </a:lvl5pPr>
            <a:lvl6pPr algn="l">
              <a:defRPr sz="1275" b="1">
                <a:solidFill>
                  <a:srgbClr val="5448C8"/>
                </a:solidFill>
                <a:latin typeface="Arial"/>
                <a:ea typeface="Arial"/>
                <a:cs typeface="Arial"/>
              </a:defRPr>
            </a:lvl6pPr>
            <a:lvl7pPr algn="l">
              <a:defRPr sz="1275" b="1">
                <a:solidFill>
                  <a:srgbClr val="5448C8"/>
                </a:solidFill>
                <a:latin typeface="Arial"/>
                <a:ea typeface="Arial"/>
                <a:cs typeface="Arial"/>
              </a:defRPr>
            </a:lvl7pPr>
            <a:lvl8pPr algn="l">
              <a:defRPr sz="1275" b="1">
                <a:solidFill>
                  <a:srgbClr val="5448C8"/>
                </a:solidFill>
                <a:latin typeface="Arial"/>
                <a:ea typeface="Arial"/>
                <a:cs typeface="Arial"/>
              </a:defRPr>
            </a:lvl8pPr>
            <a:lvl9pPr algn="l">
              <a:defRPr sz="1275" b="1">
                <a:solidFill>
                  <a:srgbClr val="5448C8"/>
                </a:solidFill>
                <a:latin typeface="Arial"/>
                <a:ea typeface="Arial"/>
                <a:cs typeface="Arial"/>
              </a:defRPr>
            </a:lvl9pPr>
          </a:lstStyle>
          <a:p xmlns:a="http://schemas.openxmlformats.org/drawingml/2006/main">
            <a:pPr algn="l">
              <a:defRPr sz="1275" b="1">
                <a:solidFill>
                  <a:srgbClr val="5448C8"/>
                </a:solidFill>
                <a:latin typeface="Arial"/>
                <a:ea typeface="Arial"/>
                <a:cs typeface="Arial"/>
              </a:defRPr>
            </a:pPr>
            <a:r>
              <a:rPr sz="1275" b="1">
                <a:solidFill>
                  <a:srgbClr val="5448C8"/>
                </a:solidFill>
                <a:latin typeface="Arial"/>
                <a:ea typeface="Arial"/>
                <a:cs typeface="Arial"/>
              </a:rPr>
              <a:t>Proposed</a:t>
            </a:r>
          </a:p>
        </p:txBody>
      </p:sp>
      <p:sp>
        <p:nvSpPr>
          <p:cNvPr id="58" name="s1-Other classified capabilities">
            <a:extLst xmlns:a="http://schemas.openxmlformats.org/drawingml/2006/main">
              <a:ext uri="{FF2B5EF4-FFF2-40B4-BE49-F238E27FC236}">
                <a16:creationId xmlns:a16="http://schemas.microsoft.com/office/drawing/2014/main" id="{C578D852-8FAD-4B1E-A708-8BE2CF602CC1}"/>
              </a:ext>
            </a:extLst>
          </p:cNvPr>
          <p:cNvSpPr>
            <a:spLocks xmlns:a="http://schemas.openxmlformats.org/drawingml/2006/main" noGrp="1"/>
          </p:cNvSpPr>
          <p:nvPr/>
        </p:nvSpPr>
        <p:spPr>
          <a:xfrm xmlns:a="http://schemas.openxmlformats.org/drawingml/2006/main">
            <a:off x="12001500" y="7296150"/>
            <a:ext cx="2819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Provider / persona selectors;</a:t>
            </a:r>
          </a:p>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pre-assessment AI help.</a:t>
            </a:r>
          </a:p>
        </p:txBody>
      </p:sp>
    </p:spTree>
    <p:extLst>
      <p:ext uri="{BB962C8B-B14F-4D97-AF65-F5344CB8AC3E}">
        <p14:creationId xmlns:p14="http://schemas.microsoft.com/office/powerpoint/2010/main" val="2106287701"/>
      </p:ext>
    </p:extLst>
  </p:cSld>
</p:sld>
</file>

<file path=ppt/slides/slide2.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49" name="s2-Slide title">
            <a:extLst xmlns:a="http://schemas.openxmlformats.org/drawingml/2006/main">
              <a:ext uri="{FF2B5EF4-FFF2-40B4-BE49-F238E27FC236}">
                <a16:creationId xmlns:a16="http://schemas.microsoft.com/office/drawing/2014/main" id="{D4BF03CA-F491-4452-AC5B-2A2032A5DB5C}"/>
              </a:ext>
            </a:extLst>
          </p:cNvPr>
          <p:cNvSpPr>
            <a:spLocks xmlns:a="http://schemas.openxmlformats.org/drawingml/2006/main" noGrp="1"/>
          </p:cNvSpPr>
          <p:nvPr/>
        </p:nvSpPr>
        <p:spPr>
          <a:xfrm xmlns:a="http://schemas.openxmlformats.org/drawingml/2006/main">
            <a:off x="419100" y="314325"/>
            <a:ext cx="112204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17243F"/>
                </a:solidFill>
                <a:latin typeface="Arial"/>
                <a:ea typeface="Arial"/>
                <a:cs typeface="Arial"/>
              </a:defRPr>
            </a:defPPr>
            <a:lvl1pPr algn="l">
              <a:defRPr sz="3150" b="1">
                <a:solidFill>
                  <a:srgbClr val="17243F"/>
                </a:solidFill>
                <a:latin typeface="Arial"/>
                <a:ea typeface="Arial"/>
                <a:cs typeface="Arial"/>
              </a:defRPr>
            </a:lvl1pPr>
            <a:lvl2pPr algn="l">
              <a:defRPr sz="3150" b="1">
                <a:solidFill>
                  <a:srgbClr val="17243F"/>
                </a:solidFill>
                <a:latin typeface="Arial"/>
                <a:ea typeface="Arial"/>
                <a:cs typeface="Arial"/>
              </a:defRPr>
            </a:lvl2pPr>
            <a:lvl3pPr algn="l">
              <a:defRPr sz="3150" b="1">
                <a:solidFill>
                  <a:srgbClr val="17243F"/>
                </a:solidFill>
                <a:latin typeface="Arial"/>
                <a:ea typeface="Arial"/>
                <a:cs typeface="Arial"/>
              </a:defRPr>
            </a:lvl3pPr>
            <a:lvl4pPr algn="l">
              <a:defRPr sz="3150" b="1">
                <a:solidFill>
                  <a:srgbClr val="17243F"/>
                </a:solidFill>
                <a:latin typeface="Arial"/>
                <a:ea typeface="Arial"/>
                <a:cs typeface="Arial"/>
              </a:defRPr>
            </a:lvl4pPr>
            <a:lvl5pPr algn="l">
              <a:defRPr sz="3150" b="1">
                <a:solidFill>
                  <a:srgbClr val="17243F"/>
                </a:solidFill>
                <a:latin typeface="Arial"/>
                <a:ea typeface="Arial"/>
                <a:cs typeface="Arial"/>
              </a:defRPr>
            </a:lvl5pPr>
            <a:lvl6pPr algn="l">
              <a:defRPr sz="3150" b="1">
                <a:solidFill>
                  <a:srgbClr val="17243F"/>
                </a:solidFill>
                <a:latin typeface="Arial"/>
                <a:ea typeface="Arial"/>
                <a:cs typeface="Arial"/>
              </a:defRPr>
            </a:lvl6pPr>
            <a:lvl7pPr algn="l">
              <a:defRPr sz="3150" b="1">
                <a:solidFill>
                  <a:srgbClr val="17243F"/>
                </a:solidFill>
                <a:latin typeface="Arial"/>
                <a:ea typeface="Arial"/>
                <a:cs typeface="Arial"/>
              </a:defRPr>
            </a:lvl7pPr>
            <a:lvl8pPr algn="l">
              <a:defRPr sz="3150" b="1">
                <a:solidFill>
                  <a:srgbClr val="17243F"/>
                </a:solidFill>
                <a:latin typeface="Arial"/>
                <a:ea typeface="Arial"/>
                <a:cs typeface="Arial"/>
              </a:defRPr>
            </a:lvl8pPr>
            <a:lvl9pPr algn="l">
              <a:defRPr sz="3150" b="1">
                <a:solidFill>
                  <a:srgbClr val="17243F"/>
                </a:solidFill>
                <a:latin typeface="Arial"/>
                <a:ea typeface="Arial"/>
                <a:cs typeface="Arial"/>
              </a:defRPr>
            </a:lvl9pPr>
          </a:lstStyle>
          <a:p xmlns:a="http://schemas.openxmlformats.org/drawingml/2006/main">
            <a:pPr algn="l">
              <a:defRPr sz="3150" b="1">
                <a:solidFill>
                  <a:srgbClr val="17243F"/>
                </a:solidFill>
                <a:latin typeface="Arial"/>
                <a:ea typeface="Arial"/>
                <a:cs typeface="Arial"/>
              </a:defRPr>
            </a:pPr>
            <a:r>
              <a:rPr sz="3150" b="1">
                <a:solidFill>
                  <a:srgbClr val="17243F"/>
                </a:solidFill>
                <a:latin typeface="Arial"/>
                <a:ea typeface="Arial"/>
                <a:cs typeface="Arial"/>
              </a:rPr>
              <a:t>02  Assess &amp; Readiness</a:t>
            </a:r>
          </a:p>
        </p:txBody>
      </p:sp>
      <p:sp>
        <p:nvSpPr>
          <p:cNvPr id="2" name="s2-Customer goal">
            <a:extLst xmlns:a="http://schemas.openxmlformats.org/drawingml/2006/main">
              <a:ext uri="{FF2B5EF4-FFF2-40B4-BE49-F238E27FC236}">
                <a16:creationId xmlns:a16="http://schemas.microsoft.com/office/drawing/2014/main" id="{23D6E255-1E79-4260-B636-4577444FF97D}"/>
              </a:ext>
            </a:extLst>
          </p:cNvPr>
          <p:cNvSpPr>
            <a:spLocks xmlns:a="http://schemas.openxmlformats.org/drawingml/2006/main" noGrp="1"/>
          </p:cNvSpPr>
          <p:nvPr/>
        </p:nvSpPr>
        <p:spPr>
          <a:xfrm xmlns:a="http://schemas.openxmlformats.org/drawingml/2006/main">
            <a:off x="419100" y="990600"/>
            <a:ext cx="11220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75569"/>
                </a:solidFill>
                <a:latin typeface="Arial"/>
                <a:ea typeface="Arial"/>
                <a:cs typeface="Arial"/>
              </a:defRPr>
            </a:defPPr>
            <a:lvl1pPr algn="l">
              <a:defRPr sz="1650" b="0">
                <a:solidFill>
                  <a:srgbClr val="475569"/>
                </a:solidFill>
                <a:latin typeface="Arial"/>
                <a:ea typeface="Arial"/>
                <a:cs typeface="Arial"/>
              </a:defRPr>
            </a:lvl1pPr>
            <a:lvl2pPr algn="l">
              <a:defRPr sz="1650" b="0">
                <a:solidFill>
                  <a:srgbClr val="475569"/>
                </a:solidFill>
                <a:latin typeface="Arial"/>
                <a:ea typeface="Arial"/>
                <a:cs typeface="Arial"/>
              </a:defRPr>
            </a:lvl2pPr>
            <a:lvl3pPr algn="l">
              <a:defRPr sz="1650" b="0">
                <a:solidFill>
                  <a:srgbClr val="475569"/>
                </a:solidFill>
                <a:latin typeface="Arial"/>
                <a:ea typeface="Arial"/>
                <a:cs typeface="Arial"/>
              </a:defRPr>
            </a:lvl3pPr>
            <a:lvl4pPr algn="l">
              <a:defRPr sz="1650" b="0">
                <a:solidFill>
                  <a:srgbClr val="475569"/>
                </a:solidFill>
                <a:latin typeface="Arial"/>
                <a:ea typeface="Arial"/>
                <a:cs typeface="Arial"/>
              </a:defRPr>
            </a:lvl4pPr>
            <a:lvl5pPr algn="l">
              <a:defRPr sz="1650" b="0">
                <a:solidFill>
                  <a:srgbClr val="475569"/>
                </a:solidFill>
                <a:latin typeface="Arial"/>
                <a:ea typeface="Arial"/>
                <a:cs typeface="Arial"/>
              </a:defRPr>
            </a:lvl5pPr>
            <a:lvl6pPr algn="l">
              <a:defRPr sz="1650" b="0">
                <a:solidFill>
                  <a:srgbClr val="475569"/>
                </a:solidFill>
                <a:latin typeface="Arial"/>
                <a:ea typeface="Arial"/>
                <a:cs typeface="Arial"/>
              </a:defRPr>
            </a:lvl6pPr>
            <a:lvl7pPr algn="l">
              <a:defRPr sz="1650" b="0">
                <a:solidFill>
                  <a:srgbClr val="475569"/>
                </a:solidFill>
                <a:latin typeface="Arial"/>
                <a:ea typeface="Arial"/>
                <a:cs typeface="Arial"/>
              </a:defRPr>
            </a:lvl7pPr>
            <a:lvl8pPr algn="l">
              <a:defRPr sz="1650" b="0">
                <a:solidFill>
                  <a:srgbClr val="475569"/>
                </a:solidFill>
                <a:latin typeface="Arial"/>
                <a:ea typeface="Arial"/>
                <a:cs typeface="Arial"/>
              </a:defRPr>
            </a:lvl8pPr>
            <a:lvl9pPr algn="l">
              <a:defRPr sz="1650" b="0">
                <a:solidFill>
                  <a:srgbClr val="475569"/>
                </a:solidFill>
                <a:latin typeface="Arial"/>
                <a:ea typeface="Arial"/>
                <a:cs typeface="Arial"/>
              </a:defRPr>
            </a:lvl9pPr>
          </a:lstStyle>
          <a:p xmlns:a="http://schemas.openxmlformats.org/drawingml/2006/main">
            <a:pPr algn="l">
              <a:defRPr sz="1650" b="0">
                <a:solidFill>
                  <a:srgbClr val="475569"/>
                </a:solidFill>
                <a:latin typeface="Arial"/>
                <a:ea typeface="Arial"/>
                <a:cs typeface="Arial"/>
              </a:defRPr>
            </a:pPr>
            <a:r>
              <a:rPr sz="1650" b="0">
                <a:solidFill>
                  <a:srgbClr val="475569"/>
                </a:solidFill>
                <a:latin typeface="Arial"/>
                <a:ea typeface="Arial"/>
                <a:cs typeface="Arial"/>
              </a:rPr>
              <a:t>Goal: Know what needs attention before making changes.</a:t>
            </a:r>
          </a:p>
        </p:txBody>
      </p:sp>
      <p:sp>
        <p:nvSpPr>
          <p:cNvPr id="3" name="s2-Artifact classification">
            <a:extLst xmlns:a="http://schemas.openxmlformats.org/drawingml/2006/main">
              <a:ext uri="{FF2B5EF4-FFF2-40B4-BE49-F238E27FC236}">
                <a16:creationId xmlns:a16="http://schemas.microsoft.com/office/drawing/2014/main" id="{E4D128B0-F3C0-4FB2-B752-24313180C5FD}"/>
              </a:ext>
            </a:extLst>
          </p:cNvPr>
          <p:cNvSpPr>
            <a:spLocks xmlns:a="http://schemas.openxmlformats.org/drawingml/2006/main" noGrp="1"/>
          </p:cNvSpPr>
          <p:nvPr/>
        </p:nvSpPr>
        <p:spPr>
          <a:xfrm xmlns:a="http://schemas.openxmlformats.org/drawingml/2006/main">
            <a:off x="12001500" y="428625"/>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4748B"/>
                </a:solidFill>
                <a:latin typeface="Arial"/>
                <a:ea typeface="Arial"/>
                <a:cs typeface="Arial"/>
              </a:defRPr>
            </a:defPPr>
            <a:lvl1pPr algn="l">
              <a:defRPr sz="1275" b="1">
                <a:solidFill>
                  <a:srgbClr val="64748B"/>
                </a:solidFill>
                <a:latin typeface="Arial"/>
                <a:ea typeface="Arial"/>
                <a:cs typeface="Arial"/>
              </a:defRPr>
            </a:lvl1pPr>
            <a:lvl2pPr algn="l">
              <a:defRPr sz="1275" b="1">
                <a:solidFill>
                  <a:srgbClr val="64748B"/>
                </a:solidFill>
                <a:latin typeface="Arial"/>
                <a:ea typeface="Arial"/>
                <a:cs typeface="Arial"/>
              </a:defRPr>
            </a:lvl2pPr>
            <a:lvl3pPr algn="l">
              <a:defRPr sz="1275" b="1">
                <a:solidFill>
                  <a:srgbClr val="64748B"/>
                </a:solidFill>
                <a:latin typeface="Arial"/>
                <a:ea typeface="Arial"/>
                <a:cs typeface="Arial"/>
              </a:defRPr>
            </a:lvl3pPr>
            <a:lvl4pPr algn="l">
              <a:defRPr sz="1275" b="1">
                <a:solidFill>
                  <a:srgbClr val="64748B"/>
                </a:solidFill>
                <a:latin typeface="Arial"/>
                <a:ea typeface="Arial"/>
                <a:cs typeface="Arial"/>
              </a:defRPr>
            </a:lvl4pPr>
            <a:lvl5pPr algn="l">
              <a:defRPr sz="1275" b="1">
                <a:solidFill>
                  <a:srgbClr val="64748B"/>
                </a:solidFill>
                <a:latin typeface="Arial"/>
                <a:ea typeface="Arial"/>
                <a:cs typeface="Arial"/>
              </a:defRPr>
            </a:lvl5pPr>
            <a:lvl6pPr algn="l">
              <a:defRPr sz="1275" b="1">
                <a:solidFill>
                  <a:srgbClr val="64748B"/>
                </a:solidFill>
                <a:latin typeface="Arial"/>
                <a:ea typeface="Arial"/>
                <a:cs typeface="Arial"/>
              </a:defRPr>
            </a:lvl6pPr>
            <a:lvl7pPr algn="l">
              <a:defRPr sz="1275" b="1">
                <a:solidFill>
                  <a:srgbClr val="64748B"/>
                </a:solidFill>
                <a:latin typeface="Arial"/>
                <a:ea typeface="Arial"/>
                <a:cs typeface="Arial"/>
              </a:defRPr>
            </a:lvl7pPr>
            <a:lvl8pPr algn="l">
              <a:defRPr sz="1275" b="1">
                <a:solidFill>
                  <a:srgbClr val="64748B"/>
                </a:solidFill>
                <a:latin typeface="Arial"/>
                <a:ea typeface="Arial"/>
                <a:cs typeface="Arial"/>
              </a:defRPr>
            </a:lvl8pPr>
            <a:lvl9pPr algn="l">
              <a:defRPr sz="1275" b="1">
                <a:solidFill>
                  <a:srgbClr val="64748B"/>
                </a:solidFill>
                <a:latin typeface="Arial"/>
                <a:ea typeface="Arial"/>
                <a:cs typeface="Arial"/>
              </a:defRPr>
            </a:lvl9pPr>
          </a:lstStyle>
          <a:p xmlns:a="http://schemas.openxmlformats.org/drawingml/2006/main">
            <a:pPr algn="l">
              <a:defRPr sz="1275" b="1">
                <a:solidFill>
                  <a:srgbClr val="64748B"/>
                </a:solidFill>
                <a:latin typeface="Arial"/>
                <a:ea typeface="Arial"/>
                <a:cs typeface="Arial"/>
              </a:defRPr>
            </a:pPr>
            <a:r>
              <a:rPr sz="1275" b="1">
                <a:solidFill>
                  <a:srgbClr val="64748B"/>
                </a:solidFill>
                <a:latin typeface="Arial"/>
                <a:ea typeface="Arial"/>
                <a:cs typeface="Arial"/>
              </a:rPr>
              <a:t>PROPOSED LAYOUT</a:t>
            </a:r>
          </a:p>
        </p:txBody>
      </p:sp>
      <p:sp>
        <p:nvSpPr>
          <p:cNvPr id="4" name="s2-Artifact type">
            <a:extLst xmlns:a="http://schemas.openxmlformats.org/drawingml/2006/main">
              <a:ext uri="{FF2B5EF4-FFF2-40B4-BE49-F238E27FC236}">
                <a16:creationId xmlns:a16="http://schemas.microsoft.com/office/drawing/2014/main" id="{A6C988A7-1A88-48CC-80DF-F47F008F3525}"/>
              </a:ext>
            </a:extLst>
          </p:cNvPr>
          <p:cNvSpPr>
            <a:spLocks xmlns:a="http://schemas.openxmlformats.org/drawingml/2006/main" noGrp="1"/>
          </p:cNvSpPr>
          <p:nvPr/>
        </p:nvSpPr>
        <p:spPr>
          <a:xfrm xmlns:a="http://schemas.openxmlformats.org/drawingml/2006/main">
            <a:off x="12001500" y="723900"/>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Editable product mockup</a:t>
            </a:r>
          </a:p>
        </p:txBody>
      </p:sp>
      <p:sp>
        <p:nvSpPr>
          <p:cNvPr id="5" name="s2-Application frame">
            <a:extLst xmlns:a="http://schemas.openxmlformats.org/drawingml/2006/main">
              <a:ext uri="{FF2B5EF4-FFF2-40B4-BE49-F238E27FC236}">
                <a16:creationId xmlns:a16="http://schemas.microsoft.com/office/drawing/2014/main" id="{DCA86764-D901-4EA9-8988-861C424EAAE3}"/>
              </a:ext>
            </a:extLst>
          </p:cNvPr>
          <p:cNvSpPr>
            <a:spLocks xmlns:a="http://schemas.openxmlformats.org/drawingml/2006/main" noGrp="1"/>
          </p:cNvSpPr>
          <p:nvPr/>
        </p:nvSpPr>
        <p:spPr>
          <a:xfrm xmlns:a="http://schemas.openxmlformats.org/drawingml/2006/main">
            <a:off x="419100" y="1543050"/>
            <a:ext cx="11239500" cy="6191250"/>
          </a:xfrm>
          <a:prstGeom xmlns:a="http://schemas.openxmlformats.org/drawingml/2006/main" prst="roundRect">
            <a:avLst>
              <a:gd name="adj" fmla="val 1231"/>
            </a:avLst>
          </a:prstGeom>
          <a:solidFill xmlns:a="http://schemas.openxmlformats.org/drawingml/2006/main">
            <a:srgbClr val="F7F9FC"/>
          </a:solidFill>
          <a:ln xmlns:a="http://schemas.openxmlformats.org/drawingml/2006/main" w="9525">
            <a:solidFill>
              <a:srgbClr val="D8E0EB"/>
            </a:solidFill>
            <a:prstDash val="solid"/>
          </a:ln>
        </p:spPr>
      </p:sp>
      <p:sp>
        <p:nvSpPr>
          <p:cNvPr id="6" name="s2-Application header">
            <a:extLst xmlns:a="http://schemas.openxmlformats.org/drawingml/2006/main">
              <a:ext uri="{FF2B5EF4-FFF2-40B4-BE49-F238E27FC236}">
                <a16:creationId xmlns:a16="http://schemas.microsoft.com/office/drawing/2014/main" id="{5F9E1703-61FF-4919-8339-3F2193281A66}"/>
              </a:ext>
            </a:extLst>
          </p:cNvPr>
          <p:cNvSpPr>
            <a:spLocks xmlns:a="http://schemas.openxmlformats.org/drawingml/2006/main" noGrp="1"/>
          </p:cNvSpPr>
          <p:nvPr/>
        </p:nvSpPr>
        <p:spPr>
          <a:xfrm xmlns:a="http://schemas.openxmlformats.org/drawingml/2006/main">
            <a:off x="428625" y="1552575"/>
            <a:ext cx="11220450" cy="552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7" name="s2-Brand mark">
            <a:extLst xmlns:a="http://schemas.openxmlformats.org/drawingml/2006/main">
              <a:ext uri="{FF2B5EF4-FFF2-40B4-BE49-F238E27FC236}">
                <a16:creationId xmlns:a16="http://schemas.microsoft.com/office/drawing/2014/main" id="{1545BAB1-3ACA-4867-A1E7-D4812363E33F}"/>
              </a:ext>
            </a:extLst>
          </p:cNvPr>
          <p:cNvSpPr>
            <a:spLocks xmlns:a="http://schemas.openxmlformats.org/drawingml/2006/main" noGrp="1"/>
          </p:cNvSpPr>
          <p:nvPr/>
        </p:nvSpPr>
        <p:spPr>
          <a:xfrm xmlns:a="http://schemas.openxmlformats.org/drawingml/2006/main">
            <a:off x="704850" y="1685925"/>
            <a:ext cx="285750" cy="285750"/>
          </a:xfrm>
          <a:prstGeom xmlns:a="http://schemas.openxmlformats.org/drawingml/2006/main" prst="roundRect">
            <a:avLst>
              <a:gd name="adj" fmla="val 26667"/>
            </a:avLst>
          </a:prstGeom>
          <a:solidFill xmlns:a="http://schemas.openxmlformats.org/drawingml/2006/main">
            <a:srgbClr val="155EEF"/>
          </a:solidFill>
          <a:ln xmlns:a="http://schemas.openxmlformats.org/drawingml/2006/main" w="0">
            <a:noFill/>
            <a:prstDash val="solid"/>
          </a:ln>
        </p:spPr>
      </p:sp>
      <p:sp>
        <p:nvSpPr>
          <p:cNvPr id="8" name="s2-Brand initial">
            <a:extLst xmlns:a="http://schemas.openxmlformats.org/drawingml/2006/main">
              <a:ext uri="{FF2B5EF4-FFF2-40B4-BE49-F238E27FC236}">
                <a16:creationId xmlns:a16="http://schemas.microsoft.com/office/drawing/2014/main" id="{4AC3914F-8359-4F68-9336-4EF287AF11A3}"/>
              </a:ext>
            </a:extLst>
          </p:cNvPr>
          <p:cNvSpPr>
            <a:spLocks xmlns:a="http://schemas.openxmlformats.org/drawingml/2006/main" noGrp="1"/>
          </p:cNvSpPr>
          <p:nvPr/>
        </p:nvSpPr>
        <p:spPr>
          <a:xfrm xmlns:a="http://schemas.openxmlformats.org/drawingml/2006/main">
            <a:off x="762000" y="1714500"/>
            <a:ext cx="171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vl1pPr algn="ctr">
              <a:defRPr sz="1425" b="1">
                <a:solidFill>
                  <a:srgbClr val="FFFFFF"/>
                </a:solidFill>
                <a:latin typeface="Arial"/>
                <a:ea typeface="Arial"/>
                <a:cs typeface="Arial"/>
              </a:defRPr>
            </a:lvl1pPr>
            <a:lvl2pPr algn="ctr">
              <a:defRPr sz="1425" b="1">
                <a:solidFill>
                  <a:srgbClr val="FFFFFF"/>
                </a:solidFill>
                <a:latin typeface="Arial"/>
                <a:ea typeface="Arial"/>
                <a:cs typeface="Arial"/>
              </a:defRPr>
            </a:lvl2pPr>
            <a:lvl3pPr algn="ctr">
              <a:defRPr sz="1425" b="1">
                <a:solidFill>
                  <a:srgbClr val="FFFFFF"/>
                </a:solidFill>
                <a:latin typeface="Arial"/>
                <a:ea typeface="Arial"/>
                <a:cs typeface="Arial"/>
              </a:defRPr>
            </a:lvl3pPr>
            <a:lvl4pPr algn="ctr">
              <a:defRPr sz="1425" b="1">
                <a:solidFill>
                  <a:srgbClr val="FFFFFF"/>
                </a:solidFill>
                <a:latin typeface="Arial"/>
                <a:ea typeface="Arial"/>
                <a:cs typeface="Arial"/>
              </a:defRPr>
            </a:lvl4pPr>
            <a:lvl5pPr algn="ctr">
              <a:defRPr sz="1425" b="1">
                <a:solidFill>
                  <a:srgbClr val="FFFFFF"/>
                </a:solidFill>
                <a:latin typeface="Arial"/>
                <a:ea typeface="Arial"/>
                <a:cs typeface="Arial"/>
              </a:defRPr>
            </a:lvl5pPr>
            <a:lvl6pPr algn="ctr">
              <a:defRPr sz="1425" b="1">
                <a:solidFill>
                  <a:srgbClr val="FFFFFF"/>
                </a:solidFill>
                <a:latin typeface="Arial"/>
                <a:ea typeface="Arial"/>
                <a:cs typeface="Arial"/>
              </a:defRPr>
            </a:lvl6pPr>
            <a:lvl7pPr algn="ctr">
              <a:defRPr sz="1425" b="1">
                <a:solidFill>
                  <a:srgbClr val="FFFFFF"/>
                </a:solidFill>
                <a:latin typeface="Arial"/>
                <a:ea typeface="Arial"/>
                <a:cs typeface="Arial"/>
              </a:defRPr>
            </a:lvl7pPr>
            <a:lvl8pPr algn="ctr">
              <a:defRPr sz="1425" b="1">
                <a:solidFill>
                  <a:srgbClr val="FFFFFF"/>
                </a:solidFill>
                <a:latin typeface="Arial"/>
                <a:ea typeface="Arial"/>
                <a:cs typeface="Arial"/>
              </a:defRPr>
            </a:lvl8pPr>
            <a:lvl9pPr algn="ctr">
              <a:defRPr sz="1425" b="1">
                <a:solidFill>
                  <a:srgbClr val="FFFFFF"/>
                </a:solidFill>
                <a:latin typeface="Arial"/>
                <a:ea typeface="Arial"/>
                <a:cs typeface="Arial"/>
              </a:defRPr>
            </a:lvl9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M</a:t>
            </a:r>
          </a:p>
        </p:txBody>
      </p:sp>
      <p:sp>
        <p:nvSpPr>
          <p:cNvPr id="9" name="s2-Brand wordmark">
            <a:extLst xmlns:a="http://schemas.openxmlformats.org/drawingml/2006/main">
              <a:ext uri="{FF2B5EF4-FFF2-40B4-BE49-F238E27FC236}">
                <a16:creationId xmlns:a16="http://schemas.microsoft.com/office/drawing/2014/main" id="{F5C1698E-205B-4C81-8D04-A5D598696B7F}"/>
              </a:ext>
            </a:extLst>
          </p:cNvPr>
          <p:cNvSpPr>
            <a:spLocks xmlns:a="http://schemas.openxmlformats.org/drawingml/2006/main" noGrp="1"/>
          </p:cNvSpPr>
          <p:nvPr/>
        </p:nvSpPr>
        <p:spPr>
          <a:xfrm xmlns:a="http://schemas.openxmlformats.org/drawingml/2006/main">
            <a:off x="1095375" y="1714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11827"/>
                </a:solidFill>
                <a:latin typeface="Arial"/>
                <a:ea typeface="Arial"/>
                <a:cs typeface="Arial"/>
              </a:defRPr>
            </a:defPPr>
            <a:lvl1pPr algn="l">
              <a:defRPr sz="1575" b="1">
                <a:solidFill>
                  <a:srgbClr val="111827"/>
                </a:solidFill>
                <a:latin typeface="Arial"/>
                <a:ea typeface="Arial"/>
                <a:cs typeface="Arial"/>
              </a:defRPr>
            </a:lvl1pPr>
            <a:lvl2pPr algn="l">
              <a:defRPr sz="1575" b="1">
                <a:solidFill>
                  <a:srgbClr val="111827"/>
                </a:solidFill>
                <a:latin typeface="Arial"/>
                <a:ea typeface="Arial"/>
                <a:cs typeface="Arial"/>
              </a:defRPr>
            </a:lvl2pPr>
            <a:lvl3pPr algn="l">
              <a:defRPr sz="1575" b="1">
                <a:solidFill>
                  <a:srgbClr val="111827"/>
                </a:solidFill>
                <a:latin typeface="Arial"/>
                <a:ea typeface="Arial"/>
                <a:cs typeface="Arial"/>
              </a:defRPr>
            </a:lvl3pPr>
            <a:lvl4pPr algn="l">
              <a:defRPr sz="1575" b="1">
                <a:solidFill>
                  <a:srgbClr val="111827"/>
                </a:solidFill>
                <a:latin typeface="Arial"/>
                <a:ea typeface="Arial"/>
                <a:cs typeface="Arial"/>
              </a:defRPr>
            </a:lvl4pPr>
            <a:lvl5pPr algn="l">
              <a:defRPr sz="1575" b="1">
                <a:solidFill>
                  <a:srgbClr val="111827"/>
                </a:solidFill>
                <a:latin typeface="Arial"/>
                <a:ea typeface="Arial"/>
                <a:cs typeface="Arial"/>
              </a:defRPr>
            </a:lvl5pPr>
            <a:lvl6pPr algn="l">
              <a:defRPr sz="1575" b="1">
                <a:solidFill>
                  <a:srgbClr val="111827"/>
                </a:solidFill>
                <a:latin typeface="Arial"/>
                <a:ea typeface="Arial"/>
                <a:cs typeface="Arial"/>
              </a:defRPr>
            </a:lvl6pPr>
            <a:lvl7pPr algn="l">
              <a:defRPr sz="1575" b="1">
                <a:solidFill>
                  <a:srgbClr val="111827"/>
                </a:solidFill>
                <a:latin typeface="Arial"/>
                <a:ea typeface="Arial"/>
                <a:cs typeface="Arial"/>
              </a:defRPr>
            </a:lvl7pPr>
            <a:lvl8pPr algn="l">
              <a:defRPr sz="1575" b="1">
                <a:solidFill>
                  <a:srgbClr val="111827"/>
                </a:solidFill>
                <a:latin typeface="Arial"/>
                <a:ea typeface="Arial"/>
                <a:cs typeface="Arial"/>
              </a:defRPr>
            </a:lvl8pPr>
            <a:lvl9pPr algn="l">
              <a:defRPr sz="1575" b="1">
                <a:solidFill>
                  <a:srgbClr val="111827"/>
                </a:solidFill>
                <a:latin typeface="Arial"/>
                <a:ea typeface="Arial"/>
                <a:cs typeface="Arial"/>
              </a:defRPr>
            </a:lvl9pPr>
          </a:lstStyle>
          <a:p xmlns:a="http://schemas.openxmlformats.org/drawingml/2006/main">
            <a:pPr algn="l">
              <a:defRPr sz="1575" b="1">
                <a:solidFill>
                  <a:srgbClr val="111827"/>
                </a:solidFill>
                <a:latin typeface="Arial"/>
                <a:ea typeface="Arial"/>
                <a:cs typeface="Arial"/>
              </a:defRPr>
            </a:pPr>
            <a:r>
              <a:rPr sz="1575" b="1">
                <a:solidFill>
                  <a:srgbClr val="111827"/>
                </a:solidFill>
                <a:latin typeface="Arial"/>
                <a:ea typeface="Arial"/>
                <a:cs typeface="Arial"/>
              </a:rPr>
              <a:t>MoveBooks AI</a:t>
            </a:r>
          </a:p>
        </p:txBody>
      </p:sp>
      <p:sp>
        <p:nvSpPr>
          <p:cNvPr id="10" name="s2-Top navigation">
            <a:extLst xmlns:a="http://schemas.openxmlformats.org/drawingml/2006/main">
              <a:ext uri="{FF2B5EF4-FFF2-40B4-BE49-F238E27FC236}">
                <a16:creationId xmlns:a16="http://schemas.microsoft.com/office/drawing/2014/main" id="{5D86F522-89B5-4C83-BD05-EC3941C226E2}"/>
              </a:ext>
            </a:extLst>
          </p:cNvPr>
          <p:cNvSpPr>
            <a:spLocks xmlns:a="http://schemas.openxmlformats.org/drawingml/2006/main" noGrp="1"/>
          </p:cNvSpPr>
          <p:nvPr/>
        </p:nvSpPr>
        <p:spPr>
          <a:xfrm xmlns:a="http://schemas.openxmlformats.org/drawingml/2006/main">
            <a:off x="7200900" y="1743075"/>
            <a:ext cx="4133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475569"/>
                </a:solidFill>
                <a:latin typeface="Arial"/>
                <a:ea typeface="Arial"/>
                <a:cs typeface="Arial"/>
              </a:defRPr>
            </a:defPPr>
            <a:lvl1pPr algn="l">
              <a:defRPr sz="1275" b="0">
                <a:solidFill>
                  <a:srgbClr val="475569"/>
                </a:solidFill>
                <a:latin typeface="Arial"/>
                <a:ea typeface="Arial"/>
                <a:cs typeface="Arial"/>
              </a:defRPr>
            </a:lvl1pPr>
            <a:lvl2pPr algn="l">
              <a:defRPr sz="1275" b="0">
                <a:solidFill>
                  <a:srgbClr val="475569"/>
                </a:solidFill>
                <a:latin typeface="Arial"/>
                <a:ea typeface="Arial"/>
                <a:cs typeface="Arial"/>
              </a:defRPr>
            </a:lvl2pPr>
            <a:lvl3pPr algn="l">
              <a:defRPr sz="1275" b="0">
                <a:solidFill>
                  <a:srgbClr val="475569"/>
                </a:solidFill>
                <a:latin typeface="Arial"/>
                <a:ea typeface="Arial"/>
                <a:cs typeface="Arial"/>
              </a:defRPr>
            </a:lvl3pPr>
            <a:lvl4pPr algn="l">
              <a:defRPr sz="1275" b="0">
                <a:solidFill>
                  <a:srgbClr val="475569"/>
                </a:solidFill>
                <a:latin typeface="Arial"/>
                <a:ea typeface="Arial"/>
                <a:cs typeface="Arial"/>
              </a:defRPr>
            </a:lvl4pPr>
            <a:lvl5pPr algn="l">
              <a:defRPr sz="1275" b="0">
                <a:solidFill>
                  <a:srgbClr val="475569"/>
                </a:solidFill>
                <a:latin typeface="Arial"/>
                <a:ea typeface="Arial"/>
                <a:cs typeface="Arial"/>
              </a:defRPr>
            </a:lvl5pPr>
            <a:lvl6pPr algn="l">
              <a:defRPr sz="1275" b="0">
                <a:solidFill>
                  <a:srgbClr val="475569"/>
                </a:solidFill>
                <a:latin typeface="Arial"/>
                <a:ea typeface="Arial"/>
                <a:cs typeface="Arial"/>
              </a:defRPr>
            </a:lvl6pPr>
            <a:lvl7pPr algn="l">
              <a:defRPr sz="1275" b="0">
                <a:solidFill>
                  <a:srgbClr val="475569"/>
                </a:solidFill>
                <a:latin typeface="Arial"/>
                <a:ea typeface="Arial"/>
                <a:cs typeface="Arial"/>
              </a:defRPr>
            </a:lvl7pPr>
            <a:lvl8pPr algn="l">
              <a:defRPr sz="1275" b="0">
                <a:solidFill>
                  <a:srgbClr val="475569"/>
                </a:solidFill>
                <a:latin typeface="Arial"/>
                <a:ea typeface="Arial"/>
                <a:cs typeface="Arial"/>
              </a:defRPr>
            </a:lvl8pPr>
            <a:lvl9pPr algn="l">
              <a:defRPr sz="1275" b="0">
                <a:solidFill>
                  <a:srgbClr val="475569"/>
                </a:solidFill>
                <a:latin typeface="Arial"/>
                <a:ea typeface="Arial"/>
                <a:cs typeface="Arial"/>
              </a:defRPr>
            </a:lvl9pPr>
          </a:lstStyle>
          <a:p xmlns:a="http://schemas.openxmlformats.org/drawingml/2006/main">
            <a:pPr algn="l">
              <a:defRPr sz="1275" b="0">
                <a:solidFill>
                  <a:srgbClr val="475569"/>
                </a:solidFill>
                <a:latin typeface="Arial"/>
                <a:ea typeface="Arial"/>
                <a:cs typeface="Arial"/>
              </a:defRPr>
            </a:pPr>
            <a:r>
              <a:rPr sz="1275" b="0">
                <a:solidFill>
                  <a:srgbClr val="475569"/>
                </a:solidFill>
                <a:latin typeface="Arial"/>
                <a:ea typeface="Arial"/>
                <a:cs typeface="Arial"/>
              </a:rPr>
              <a:t>My Migration        Play        Help        Account</a:t>
            </a:r>
          </a:p>
        </p:txBody>
      </p:sp>
      <p:cxnSp>
        <p:nvCxnSpPr>
          <p:cNvPr id="11" name="s2-App header divider">
            <a:extLst xmlns:a="http://schemas.openxmlformats.org/drawingml/2006/main">
              <a:ext uri="{FF2B5EF4-FFF2-40B4-BE49-F238E27FC236}">
                <a16:creationId xmlns:a16="http://schemas.microsoft.com/office/drawing/2014/main" id="{575D3BEE-8AE2-4348-ABD3-C2BC69AEC272}"/>
              </a:ext>
            </a:extLst>
          </p:cNvPr>
          <p:cNvCxnSpPr/>
          <p:nvPr/>
        </p:nvCxnSpPr>
        <p:spPr>
          <a:xfrm xmlns:a="http://schemas.openxmlformats.org/drawingml/2006/main" flipH="0" flipV="0">
            <a:off x="428625" y="2105025"/>
            <a:ext cx="11220450" cy="0"/>
          </a:xfrm>
          <a:prstGeom xmlns:a="http://schemas.openxmlformats.org/drawingml/2006/main" prst="straightConnector1">
            <a:avLst/>
          </a:prstGeom>
          <a:ln xmlns:a="http://schemas.openxmlformats.org/drawingml/2006/main" w="9525">
            <a:solidFill>
              <a:srgbClr val="D8E0EB"/>
            </a:solidFill>
            <a:tailEnd type="none" w="sm" len="sm"/>
          </a:ln>
        </p:spPr>
      </p:cxnSp>
      <p:sp>
        <p:nvSpPr>
          <p:cNvPr id="12" name="s2-Phase Understand">
            <a:extLst xmlns:a="http://schemas.openxmlformats.org/drawingml/2006/main">
              <a:ext uri="{FF2B5EF4-FFF2-40B4-BE49-F238E27FC236}">
                <a16:creationId xmlns:a16="http://schemas.microsoft.com/office/drawing/2014/main" id="{FD5F0FA4-61EF-496A-A7CA-E065271D878F}"/>
              </a:ext>
            </a:extLst>
          </p:cNvPr>
          <p:cNvSpPr>
            <a:spLocks xmlns:a="http://schemas.openxmlformats.org/drawingml/2006/main" noGrp="1"/>
          </p:cNvSpPr>
          <p:nvPr/>
        </p:nvSpPr>
        <p:spPr>
          <a:xfrm xmlns:a="http://schemas.openxmlformats.org/drawingml/2006/main">
            <a:off x="762000"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87A55"/>
                </a:solidFill>
                <a:latin typeface="Arial"/>
                <a:ea typeface="Arial"/>
                <a:cs typeface="Arial"/>
              </a:defRPr>
            </a:defPPr>
            <a:lvl1pPr algn="l">
              <a:defRPr sz="1350" b="0">
                <a:solidFill>
                  <a:srgbClr val="087A55"/>
                </a:solidFill>
                <a:latin typeface="Arial"/>
                <a:ea typeface="Arial"/>
                <a:cs typeface="Arial"/>
              </a:defRPr>
            </a:lvl1pPr>
            <a:lvl2pPr algn="l">
              <a:defRPr sz="1350" b="0">
                <a:solidFill>
                  <a:srgbClr val="087A55"/>
                </a:solidFill>
                <a:latin typeface="Arial"/>
                <a:ea typeface="Arial"/>
                <a:cs typeface="Arial"/>
              </a:defRPr>
            </a:lvl2pPr>
            <a:lvl3pPr algn="l">
              <a:defRPr sz="1350" b="0">
                <a:solidFill>
                  <a:srgbClr val="087A55"/>
                </a:solidFill>
                <a:latin typeface="Arial"/>
                <a:ea typeface="Arial"/>
                <a:cs typeface="Arial"/>
              </a:defRPr>
            </a:lvl3pPr>
            <a:lvl4pPr algn="l">
              <a:defRPr sz="1350" b="0">
                <a:solidFill>
                  <a:srgbClr val="087A55"/>
                </a:solidFill>
                <a:latin typeface="Arial"/>
                <a:ea typeface="Arial"/>
                <a:cs typeface="Arial"/>
              </a:defRPr>
            </a:lvl4pPr>
            <a:lvl5pPr algn="l">
              <a:defRPr sz="1350" b="0">
                <a:solidFill>
                  <a:srgbClr val="087A55"/>
                </a:solidFill>
                <a:latin typeface="Arial"/>
                <a:ea typeface="Arial"/>
                <a:cs typeface="Arial"/>
              </a:defRPr>
            </a:lvl5pPr>
            <a:lvl6pPr algn="l">
              <a:defRPr sz="1350" b="0">
                <a:solidFill>
                  <a:srgbClr val="087A55"/>
                </a:solidFill>
                <a:latin typeface="Arial"/>
                <a:ea typeface="Arial"/>
                <a:cs typeface="Arial"/>
              </a:defRPr>
            </a:lvl6pPr>
            <a:lvl7pPr algn="l">
              <a:defRPr sz="1350" b="0">
                <a:solidFill>
                  <a:srgbClr val="087A55"/>
                </a:solidFill>
                <a:latin typeface="Arial"/>
                <a:ea typeface="Arial"/>
                <a:cs typeface="Arial"/>
              </a:defRPr>
            </a:lvl7pPr>
            <a:lvl8pPr algn="l">
              <a:defRPr sz="1350" b="0">
                <a:solidFill>
                  <a:srgbClr val="087A55"/>
                </a:solidFill>
                <a:latin typeface="Arial"/>
                <a:ea typeface="Arial"/>
                <a:cs typeface="Arial"/>
              </a:defRPr>
            </a:lvl8pPr>
            <a:lvl9pPr algn="l">
              <a:defRPr sz="1350" b="0">
                <a:solidFill>
                  <a:srgbClr val="087A55"/>
                </a:solidFill>
                <a:latin typeface="Arial"/>
                <a:ea typeface="Arial"/>
                <a:cs typeface="Arial"/>
              </a:defRPr>
            </a:lvl9pPr>
          </a:lstStyle>
          <a:p xmlns:a="http://schemas.openxmlformats.org/drawingml/2006/main">
            <a:pPr algn="l">
              <a:defRPr sz="1350" b="0">
                <a:solidFill>
                  <a:srgbClr val="087A55"/>
                </a:solidFill>
                <a:latin typeface="Arial"/>
                <a:ea typeface="Arial"/>
                <a:cs typeface="Arial"/>
              </a:defRPr>
            </a:pPr>
            <a:r>
              <a:rPr sz="1350" b="0">
                <a:solidFill>
                  <a:srgbClr val="087A55"/>
                </a:solidFill>
                <a:latin typeface="Arial"/>
                <a:ea typeface="Arial"/>
                <a:cs typeface="Arial"/>
              </a:rPr>
              <a:t>✓  Understand</a:t>
            </a:r>
          </a:p>
        </p:txBody>
      </p:sp>
      <p:sp>
        <p:nvSpPr>
          <p:cNvPr id="13" name="s2-Phase Prepare">
            <a:extLst xmlns:a="http://schemas.openxmlformats.org/drawingml/2006/main">
              <a:ext uri="{FF2B5EF4-FFF2-40B4-BE49-F238E27FC236}">
                <a16:creationId xmlns:a16="http://schemas.microsoft.com/office/drawing/2014/main" id="{255F3EB6-76AD-4431-8E1A-DC3C0B60E34F}"/>
              </a:ext>
            </a:extLst>
          </p:cNvPr>
          <p:cNvSpPr>
            <a:spLocks xmlns:a="http://schemas.openxmlformats.org/drawingml/2006/main" noGrp="1"/>
          </p:cNvSpPr>
          <p:nvPr/>
        </p:nvSpPr>
        <p:spPr>
          <a:xfrm xmlns:a="http://schemas.openxmlformats.org/drawingml/2006/main">
            <a:off x="2867025"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55EEF"/>
                </a:solidFill>
                <a:latin typeface="Arial"/>
                <a:ea typeface="Arial"/>
                <a:cs typeface="Arial"/>
              </a:defRPr>
            </a:defPPr>
            <a:lvl1pPr algn="l">
              <a:defRPr sz="1350" b="1">
                <a:solidFill>
                  <a:srgbClr val="155EEF"/>
                </a:solidFill>
                <a:latin typeface="Arial"/>
                <a:ea typeface="Arial"/>
                <a:cs typeface="Arial"/>
              </a:defRPr>
            </a:lvl1pPr>
            <a:lvl2pPr algn="l">
              <a:defRPr sz="1350" b="1">
                <a:solidFill>
                  <a:srgbClr val="155EEF"/>
                </a:solidFill>
                <a:latin typeface="Arial"/>
                <a:ea typeface="Arial"/>
                <a:cs typeface="Arial"/>
              </a:defRPr>
            </a:lvl2pPr>
            <a:lvl3pPr algn="l">
              <a:defRPr sz="1350" b="1">
                <a:solidFill>
                  <a:srgbClr val="155EEF"/>
                </a:solidFill>
                <a:latin typeface="Arial"/>
                <a:ea typeface="Arial"/>
                <a:cs typeface="Arial"/>
              </a:defRPr>
            </a:lvl3pPr>
            <a:lvl4pPr algn="l">
              <a:defRPr sz="1350" b="1">
                <a:solidFill>
                  <a:srgbClr val="155EEF"/>
                </a:solidFill>
                <a:latin typeface="Arial"/>
                <a:ea typeface="Arial"/>
                <a:cs typeface="Arial"/>
              </a:defRPr>
            </a:lvl4pPr>
            <a:lvl5pPr algn="l">
              <a:defRPr sz="1350" b="1">
                <a:solidFill>
                  <a:srgbClr val="155EEF"/>
                </a:solidFill>
                <a:latin typeface="Arial"/>
                <a:ea typeface="Arial"/>
                <a:cs typeface="Arial"/>
              </a:defRPr>
            </a:lvl5pPr>
            <a:lvl6pPr algn="l">
              <a:defRPr sz="1350" b="1">
                <a:solidFill>
                  <a:srgbClr val="155EEF"/>
                </a:solidFill>
                <a:latin typeface="Arial"/>
                <a:ea typeface="Arial"/>
                <a:cs typeface="Arial"/>
              </a:defRPr>
            </a:lvl6pPr>
            <a:lvl7pPr algn="l">
              <a:defRPr sz="1350" b="1">
                <a:solidFill>
                  <a:srgbClr val="155EEF"/>
                </a:solidFill>
                <a:latin typeface="Arial"/>
                <a:ea typeface="Arial"/>
                <a:cs typeface="Arial"/>
              </a:defRPr>
            </a:lvl7pPr>
            <a:lvl8pPr algn="l">
              <a:defRPr sz="1350" b="1">
                <a:solidFill>
                  <a:srgbClr val="155EEF"/>
                </a:solidFill>
                <a:latin typeface="Arial"/>
                <a:ea typeface="Arial"/>
                <a:cs typeface="Arial"/>
              </a:defRPr>
            </a:lvl8pPr>
            <a:lvl9pPr algn="l">
              <a:defRPr sz="1350" b="1">
                <a:solidFill>
                  <a:srgbClr val="155EEF"/>
                </a:solidFill>
                <a:latin typeface="Arial"/>
                <a:ea typeface="Arial"/>
                <a:cs typeface="Arial"/>
              </a:defRPr>
            </a:lvl9pPr>
          </a:lstStyle>
          <a:p xmlns:a="http://schemas.openxmlformats.org/drawingml/2006/main">
            <a:pPr algn="l">
              <a:defRPr sz="1350" b="1">
                <a:solidFill>
                  <a:srgbClr val="155EEF"/>
                </a:solidFill>
                <a:latin typeface="Arial"/>
                <a:ea typeface="Arial"/>
                <a:cs typeface="Arial"/>
              </a:defRPr>
            </a:pPr>
            <a:r>
              <a:rPr sz="1350" b="1">
                <a:solidFill>
                  <a:srgbClr val="155EEF"/>
                </a:solidFill>
                <a:latin typeface="Arial"/>
                <a:ea typeface="Arial"/>
                <a:cs typeface="Arial"/>
              </a:rPr>
              <a:t>Prepare</a:t>
            </a:r>
          </a:p>
        </p:txBody>
      </p:sp>
      <p:sp>
        <p:nvSpPr>
          <p:cNvPr id="14" name="s2-Current phase underline">
            <a:extLst xmlns:a="http://schemas.openxmlformats.org/drawingml/2006/main">
              <a:ext uri="{FF2B5EF4-FFF2-40B4-BE49-F238E27FC236}">
                <a16:creationId xmlns:a16="http://schemas.microsoft.com/office/drawing/2014/main" id="{5ACEEC92-6704-4957-BC1C-9532061DEED9}"/>
              </a:ext>
            </a:extLst>
          </p:cNvPr>
          <p:cNvSpPr>
            <a:spLocks xmlns:a="http://schemas.openxmlformats.org/drawingml/2006/main" noGrp="1"/>
          </p:cNvSpPr>
          <p:nvPr/>
        </p:nvSpPr>
        <p:spPr>
          <a:xfrm xmlns:a="http://schemas.openxmlformats.org/drawingml/2006/main">
            <a:off x="2867025" y="2628900"/>
            <a:ext cx="1857375" cy="28575"/>
          </a:xfrm>
          <a:prstGeom xmlns:a="http://schemas.openxmlformats.org/drawingml/2006/main" prst="rect">
            <a:avLst/>
          </a:prstGeom>
          <a:solidFill xmlns:a="http://schemas.openxmlformats.org/drawingml/2006/main">
            <a:srgbClr val="155EEF"/>
          </a:solidFill>
          <a:ln xmlns:a="http://schemas.openxmlformats.org/drawingml/2006/main" w="0">
            <a:noFill/>
            <a:prstDash val="solid"/>
          </a:ln>
        </p:spPr>
      </p:sp>
      <p:sp>
        <p:nvSpPr>
          <p:cNvPr id="15" name="s2-Phase Move">
            <a:extLst xmlns:a="http://schemas.openxmlformats.org/drawingml/2006/main">
              <a:ext uri="{FF2B5EF4-FFF2-40B4-BE49-F238E27FC236}">
                <a16:creationId xmlns:a16="http://schemas.microsoft.com/office/drawing/2014/main" id="{5D576CB1-EEDD-4D87-A6AD-00B0DBFFA003}"/>
              </a:ext>
            </a:extLst>
          </p:cNvPr>
          <p:cNvSpPr>
            <a:spLocks xmlns:a="http://schemas.openxmlformats.org/drawingml/2006/main" noGrp="1"/>
          </p:cNvSpPr>
          <p:nvPr/>
        </p:nvSpPr>
        <p:spPr>
          <a:xfrm xmlns:a="http://schemas.openxmlformats.org/drawingml/2006/main">
            <a:off x="4972050"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4748B"/>
                </a:solidFill>
                <a:latin typeface="Arial"/>
                <a:ea typeface="Arial"/>
                <a:cs typeface="Arial"/>
              </a:defRPr>
            </a:defPPr>
            <a:lvl1pPr algn="l">
              <a:defRPr sz="1350" b="0">
                <a:solidFill>
                  <a:srgbClr val="64748B"/>
                </a:solidFill>
                <a:latin typeface="Arial"/>
                <a:ea typeface="Arial"/>
                <a:cs typeface="Arial"/>
              </a:defRPr>
            </a:lvl1pPr>
            <a:lvl2pPr algn="l">
              <a:defRPr sz="1350" b="0">
                <a:solidFill>
                  <a:srgbClr val="64748B"/>
                </a:solidFill>
                <a:latin typeface="Arial"/>
                <a:ea typeface="Arial"/>
                <a:cs typeface="Arial"/>
              </a:defRPr>
            </a:lvl2pPr>
            <a:lvl3pPr algn="l">
              <a:defRPr sz="1350" b="0">
                <a:solidFill>
                  <a:srgbClr val="64748B"/>
                </a:solidFill>
                <a:latin typeface="Arial"/>
                <a:ea typeface="Arial"/>
                <a:cs typeface="Arial"/>
              </a:defRPr>
            </a:lvl3pPr>
            <a:lvl4pPr algn="l">
              <a:defRPr sz="1350" b="0">
                <a:solidFill>
                  <a:srgbClr val="64748B"/>
                </a:solidFill>
                <a:latin typeface="Arial"/>
                <a:ea typeface="Arial"/>
                <a:cs typeface="Arial"/>
              </a:defRPr>
            </a:lvl4pPr>
            <a:lvl5pPr algn="l">
              <a:defRPr sz="1350" b="0">
                <a:solidFill>
                  <a:srgbClr val="64748B"/>
                </a:solidFill>
                <a:latin typeface="Arial"/>
                <a:ea typeface="Arial"/>
                <a:cs typeface="Arial"/>
              </a:defRPr>
            </a:lvl5pPr>
            <a:lvl6pPr algn="l">
              <a:defRPr sz="1350" b="0">
                <a:solidFill>
                  <a:srgbClr val="64748B"/>
                </a:solidFill>
                <a:latin typeface="Arial"/>
                <a:ea typeface="Arial"/>
                <a:cs typeface="Arial"/>
              </a:defRPr>
            </a:lvl6pPr>
            <a:lvl7pPr algn="l">
              <a:defRPr sz="1350" b="0">
                <a:solidFill>
                  <a:srgbClr val="64748B"/>
                </a:solidFill>
                <a:latin typeface="Arial"/>
                <a:ea typeface="Arial"/>
                <a:cs typeface="Arial"/>
              </a:defRPr>
            </a:lvl7pPr>
            <a:lvl8pPr algn="l">
              <a:defRPr sz="1350" b="0">
                <a:solidFill>
                  <a:srgbClr val="64748B"/>
                </a:solidFill>
                <a:latin typeface="Arial"/>
                <a:ea typeface="Arial"/>
                <a:cs typeface="Arial"/>
              </a:defRPr>
            </a:lvl8pPr>
            <a:lvl9pPr algn="l">
              <a:defRPr sz="1350" b="0">
                <a:solidFill>
                  <a:srgbClr val="64748B"/>
                </a:solidFill>
                <a:latin typeface="Arial"/>
                <a:ea typeface="Arial"/>
                <a:cs typeface="Arial"/>
              </a:defRPr>
            </a:lvl9pPr>
          </a:lstStyle>
          <a:p xmlns:a="http://schemas.openxmlformats.org/drawingml/2006/main">
            <a:pPr algn="l">
              <a:defRPr sz="1350" b="0">
                <a:solidFill>
                  <a:srgbClr val="64748B"/>
                </a:solidFill>
                <a:latin typeface="Arial"/>
                <a:ea typeface="Arial"/>
                <a:cs typeface="Arial"/>
              </a:defRPr>
            </a:pPr>
            <a:r>
              <a:rPr sz="1350" b="0">
                <a:solidFill>
                  <a:srgbClr val="64748B"/>
                </a:solidFill>
                <a:latin typeface="Arial"/>
                <a:ea typeface="Arial"/>
                <a:cs typeface="Arial"/>
              </a:rPr>
              <a:t>Move</a:t>
            </a:r>
          </a:p>
        </p:txBody>
      </p:sp>
      <p:sp>
        <p:nvSpPr>
          <p:cNvPr id="16" name="s2-Phase Verify">
            <a:extLst xmlns:a="http://schemas.openxmlformats.org/drawingml/2006/main">
              <a:ext uri="{FF2B5EF4-FFF2-40B4-BE49-F238E27FC236}">
                <a16:creationId xmlns:a16="http://schemas.microsoft.com/office/drawing/2014/main" id="{D831C7B6-1F10-484A-BCB2-DD9984AA28D9}"/>
              </a:ext>
            </a:extLst>
          </p:cNvPr>
          <p:cNvSpPr>
            <a:spLocks xmlns:a="http://schemas.openxmlformats.org/drawingml/2006/main" noGrp="1"/>
          </p:cNvSpPr>
          <p:nvPr/>
        </p:nvSpPr>
        <p:spPr>
          <a:xfrm xmlns:a="http://schemas.openxmlformats.org/drawingml/2006/main">
            <a:off x="7077075"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4748B"/>
                </a:solidFill>
                <a:latin typeface="Arial"/>
                <a:ea typeface="Arial"/>
                <a:cs typeface="Arial"/>
              </a:defRPr>
            </a:defPPr>
            <a:lvl1pPr algn="l">
              <a:defRPr sz="1350" b="0">
                <a:solidFill>
                  <a:srgbClr val="64748B"/>
                </a:solidFill>
                <a:latin typeface="Arial"/>
                <a:ea typeface="Arial"/>
                <a:cs typeface="Arial"/>
              </a:defRPr>
            </a:lvl1pPr>
            <a:lvl2pPr algn="l">
              <a:defRPr sz="1350" b="0">
                <a:solidFill>
                  <a:srgbClr val="64748B"/>
                </a:solidFill>
                <a:latin typeface="Arial"/>
                <a:ea typeface="Arial"/>
                <a:cs typeface="Arial"/>
              </a:defRPr>
            </a:lvl2pPr>
            <a:lvl3pPr algn="l">
              <a:defRPr sz="1350" b="0">
                <a:solidFill>
                  <a:srgbClr val="64748B"/>
                </a:solidFill>
                <a:latin typeface="Arial"/>
                <a:ea typeface="Arial"/>
                <a:cs typeface="Arial"/>
              </a:defRPr>
            </a:lvl3pPr>
            <a:lvl4pPr algn="l">
              <a:defRPr sz="1350" b="0">
                <a:solidFill>
                  <a:srgbClr val="64748B"/>
                </a:solidFill>
                <a:latin typeface="Arial"/>
                <a:ea typeface="Arial"/>
                <a:cs typeface="Arial"/>
              </a:defRPr>
            </a:lvl4pPr>
            <a:lvl5pPr algn="l">
              <a:defRPr sz="1350" b="0">
                <a:solidFill>
                  <a:srgbClr val="64748B"/>
                </a:solidFill>
                <a:latin typeface="Arial"/>
                <a:ea typeface="Arial"/>
                <a:cs typeface="Arial"/>
              </a:defRPr>
            </a:lvl5pPr>
            <a:lvl6pPr algn="l">
              <a:defRPr sz="1350" b="0">
                <a:solidFill>
                  <a:srgbClr val="64748B"/>
                </a:solidFill>
                <a:latin typeface="Arial"/>
                <a:ea typeface="Arial"/>
                <a:cs typeface="Arial"/>
              </a:defRPr>
            </a:lvl6pPr>
            <a:lvl7pPr algn="l">
              <a:defRPr sz="1350" b="0">
                <a:solidFill>
                  <a:srgbClr val="64748B"/>
                </a:solidFill>
                <a:latin typeface="Arial"/>
                <a:ea typeface="Arial"/>
                <a:cs typeface="Arial"/>
              </a:defRPr>
            </a:lvl7pPr>
            <a:lvl8pPr algn="l">
              <a:defRPr sz="1350" b="0">
                <a:solidFill>
                  <a:srgbClr val="64748B"/>
                </a:solidFill>
                <a:latin typeface="Arial"/>
                <a:ea typeface="Arial"/>
                <a:cs typeface="Arial"/>
              </a:defRPr>
            </a:lvl8pPr>
            <a:lvl9pPr algn="l">
              <a:defRPr sz="1350" b="0">
                <a:solidFill>
                  <a:srgbClr val="64748B"/>
                </a:solidFill>
                <a:latin typeface="Arial"/>
                <a:ea typeface="Arial"/>
                <a:cs typeface="Arial"/>
              </a:defRPr>
            </a:lvl9pPr>
          </a:lstStyle>
          <a:p xmlns:a="http://schemas.openxmlformats.org/drawingml/2006/main">
            <a:pPr algn="l">
              <a:defRPr sz="1350" b="0">
                <a:solidFill>
                  <a:srgbClr val="64748B"/>
                </a:solidFill>
                <a:latin typeface="Arial"/>
                <a:ea typeface="Arial"/>
                <a:cs typeface="Arial"/>
              </a:defRPr>
            </a:pPr>
            <a:r>
              <a:rPr sz="1350" b="0">
                <a:solidFill>
                  <a:srgbClr val="64748B"/>
                </a:solidFill>
                <a:latin typeface="Arial"/>
                <a:ea typeface="Arial"/>
                <a:cs typeface="Arial"/>
              </a:rPr>
              <a:t>Verify</a:t>
            </a:r>
          </a:p>
        </p:txBody>
      </p:sp>
      <p:sp>
        <p:nvSpPr>
          <p:cNvPr id="17" name="s2-Phase Start">
            <a:extLst xmlns:a="http://schemas.openxmlformats.org/drawingml/2006/main">
              <a:ext uri="{FF2B5EF4-FFF2-40B4-BE49-F238E27FC236}">
                <a16:creationId xmlns:a16="http://schemas.microsoft.com/office/drawing/2014/main" id="{071F5342-992C-409C-AA7B-302948AF8A13}"/>
              </a:ext>
            </a:extLst>
          </p:cNvPr>
          <p:cNvSpPr>
            <a:spLocks xmlns:a="http://schemas.openxmlformats.org/drawingml/2006/main" noGrp="1"/>
          </p:cNvSpPr>
          <p:nvPr/>
        </p:nvSpPr>
        <p:spPr>
          <a:xfrm xmlns:a="http://schemas.openxmlformats.org/drawingml/2006/main">
            <a:off x="9182100"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4748B"/>
                </a:solidFill>
                <a:latin typeface="Arial"/>
                <a:ea typeface="Arial"/>
                <a:cs typeface="Arial"/>
              </a:defRPr>
            </a:defPPr>
            <a:lvl1pPr algn="l">
              <a:defRPr sz="1350" b="0">
                <a:solidFill>
                  <a:srgbClr val="64748B"/>
                </a:solidFill>
                <a:latin typeface="Arial"/>
                <a:ea typeface="Arial"/>
                <a:cs typeface="Arial"/>
              </a:defRPr>
            </a:lvl1pPr>
            <a:lvl2pPr algn="l">
              <a:defRPr sz="1350" b="0">
                <a:solidFill>
                  <a:srgbClr val="64748B"/>
                </a:solidFill>
                <a:latin typeface="Arial"/>
                <a:ea typeface="Arial"/>
                <a:cs typeface="Arial"/>
              </a:defRPr>
            </a:lvl2pPr>
            <a:lvl3pPr algn="l">
              <a:defRPr sz="1350" b="0">
                <a:solidFill>
                  <a:srgbClr val="64748B"/>
                </a:solidFill>
                <a:latin typeface="Arial"/>
                <a:ea typeface="Arial"/>
                <a:cs typeface="Arial"/>
              </a:defRPr>
            </a:lvl3pPr>
            <a:lvl4pPr algn="l">
              <a:defRPr sz="1350" b="0">
                <a:solidFill>
                  <a:srgbClr val="64748B"/>
                </a:solidFill>
                <a:latin typeface="Arial"/>
                <a:ea typeface="Arial"/>
                <a:cs typeface="Arial"/>
              </a:defRPr>
            </a:lvl4pPr>
            <a:lvl5pPr algn="l">
              <a:defRPr sz="1350" b="0">
                <a:solidFill>
                  <a:srgbClr val="64748B"/>
                </a:solidFill>
                <a:latin typeface="Arial"/>
                <a:ea typeface="Arial"/>
                <a:cs typeface="Arial"/>
              </a:defRPr>
            </a:lvl5pPr>
            <a:lvl6pPr algn="l">
              <a:defRPr sz="1350" b="0">
                <a:solidFill>
                  <a:srgbClr val="64748B"/>
                </a:solidFill>
                <a:latin typeface="Arial"/>
                <a:ea typeface="Arial"/>
                <a:cs typeface="Arial"/>
              </a:defRPr>
            </a:lvl6pPr>
            <a:lvl7pPr algn="l">
              <a:defRPr sz="1350" b="0">
                <a:solidFill>
                  <a:srgbClr val="64748B"/>
                </a:solidFill>
                <a:latin typeface="Arial"/>
                <a:ea typeface="Arial"/>
                <a:cs typeface="Arial"/>
              </a:defRPr>
            </a:lvl7pPr>
            <a:lvl8pPr algn="l">
              <a:defRPr sz="1350" b="0">
                <a:solidFill>
                  <a:srgbClr val="64748B"/>
                </a:solidFill>
                <a:latin typeface="Arial"/>
                <a:ea typeface="Arial"/>
                <a:cs typeface="Arial"/>
              </a:defRPr>
            </a:lvl8pPr>
            <a:lvl9pPr algn="l">
              <a:defRPr sz="1350" b="0">
                <a:solidFill>
                  <a:srgbClr val="64748B"/>
                </a:solidFill>
                <a:latin typeface="Arial"/>
                <a:ea typeface="Arial"/>
                <a:cs typeface="Arial"/>
              </a:defRPr>
            </a:lvl9pPr>
          </a:lstStyle>
          <a:p xmlns:a="http://schemas.openxmlformats.org/drawingml/2006/main">
            <a:pPr algn="l">
              <a:defRPr sz="1350" b="0">
                <a:solidFill>
                  <a:srgbClr val="64748B"/>
                </a:solidFill>
                <a:latin typeface="Arial"/>
                <a:ea typeface="Arial"/>
                <a:cs typeface="Arial"/>
              </a:defRPr>
            </a:pPr>
            <a:r>
              <a:rPr sz="1350" b="0">
                <a:solidFill>
                  <a:srgbClr val="64748B"/>
                </a:solidFill>
                <a:latin typeface="Arial"/>
                <a:ea typeface="Arial"/>
                <a:cs typeface="Arial"/>
              </a:rPr>
              <a:t>Start</a:t>
            </a:r>
          </a:p>
        </p:txBody>
      </p:sp>
      <p:cxnSp>
        <p:nvCxnSpPr>
          <p:cNvPr id="18" name="s2-App footer divider">
            <a:extLst xmlns:a="http://schemas.openxmlformats.org/drawingml/2006/main">
              <a:ext uri="{FF2B5EF4-FFF2-40B4-BE49-F238E27FC236}">
                <a16:creationId xmlns:a16="http://schemas.microsoft.com/office/drawing/2014/main" id="{68C46317-3350-4C3E-84B6-C939A123814E}"/>
              </a:ext>
            </a:extLst>
          </p:cNvPr>
          <p:cNvCxnSpPr/>
          <p:nvPr/>
        </p:nvCxnSpPr>
        <p:spPr>
          <a:xfrm xmlns:a="http://schemas.openxmlformats.org/drawingml/2006/main" flipH="0" flipV="0">
            <a:off x="762000" y="7343775"/>
            <a:ext cx="10553700" cy="0"/>
          </a:xfrm>
          <a:prstGeom xmlns:a="http://schemas.openxmlformats.org/drawingml/2006/main" prst="straightConnector1">
            <a:avLst/>
          </a:prstGeom>
          <a:ln xmlns:a="http://schemas.openxmlformats.org/drawingml/2006/main" w="9525">
            <a:solidFill>
              <a:srgbClr val="D8E0EB"/>
            </a:solidFill>
            <a:tailEnd type="none" w="sm" len="sm"/>
          </a:ln>
        </p:spPr>
      </p:cxnSp>
      <p:sp>
        <p:nvSpPr>
          <p:cNvPr id="19" name="s2-Synthetic scope">
            <a:extLst xmlns:a="http://schemas.openxmlformats.org/drawingml/2006/main">
              <a:ext uri="{FF2B5EF4-FFF2-40B4-BE49-F238E27FC236}">
                <a16:creationId xmlns:a16="http://schemas.microsoft.com/office/drawing/2014/main" id="{DA932AAA-3B7F-497C-89C8-C3FF258555CC}"/>
              </a:ext>
            </a:extLst>
          </p:cNvPr>
          <p:cNvSpPr>
            <a:spLocks xmlns:a="http://schemas.openxmlformats.org/drawingml/2006/main" noGrp="1"/>
          </p:cNvSpPr>
          <p:nvPr/>
        </p:nvSpPr>
        <p:spPr>
          <a:xfrm xmlns:a="http://schemas.openxmlformats.org/drawingml/2006/main">
            <a:off x="762000" y="7458075"/>
            <a:ext cx="10553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4748B"/>
                </a:solidFill>
                <a:latin typeface="Arial"/>
                <a:ea typeface="Arial"/>
                <a:cs typeface="Arial"/>
              </a:defRPr>
            </a:defPPr>
            <a:lvl1pPr algn="l">
              <a:defRPr sz="1200" b="0">
                <a:solidFill>
                  <a:srgbClr val="64748B"/>
                </a:solidFill>
                <a:latin typeface="Arial"/>
                <a:ea typeface="Arial"/>
                <a:cs typeface="Arial"/>
              </a:defRPr>
            </a:lvl1pPr>
            <a:lvl2pPr algn="l">
              <a:defRPr sz="1200" b="0">
                <a:solidFill>
                  <a:srgbClr val="64748B"/>
                </a:solidFill>
                <a:latin typeface="Arial"/>
                <a:ea typeface="Arial"/>
                <a:cs typeface="Arial"/>
              </a:defRPr>
            </a:lvl2pPr>
            <a:lvl3pPr algn="l">
              <a:defRPr sz="1200" b="0">
                <a:solidFill>
                  <a:srgbClr val="64748B"/>
                </a:solidFill>
                <a:latin typeface="Arial"/>
                <a:ea typeface="Arial"/>
                <a:cs typeface="Arial"/>
              </a:defRPr>
            </a:lvl3pPr>
            <a:lvl4pPr algn="l">
              <a:defRPr sz="1200" b="0">
                <a:solidFill>
                  <a:srgbClr val="64748B"/>
                </a:solidFill>
                <a:latin typeface="Arial"/>
                <a:ea typeface="Arial"/>
                <a:cs typeface="Arial"/>
              </a:defRPr>
            </a:lvl4pPr>
            <a:lvl5pPr algn="l">
              <a:defRPr sz="1200" b="0">
                <a:solidFill>
                  <a:srgbClr val="64748B"/>
                </a:solidFill>
                <a:latin typeface="Arial"/>
                <a:ea typeface="Arial"/>
                <a:cs typeface="Arial"/>
              </a:defRPr>
            </a:lvl5pPr>
            <a:lvl6pPr algn="l">
              <a:defRPr sz="1200" b="0">
                <a:solidFill>
                  <a:srgbClr val="64748B"/>
                </a:solidFill>
                <a:latin typeface="Arial"/>
                <a:ea typeface="Arial"/>
                <a:cs typeface="Arial"/>
              </a:defRPr>
            </a:lvl6pPr>
            <a:lvl7pPr algn="l">
              <a:defRPr sz="1200" b="0">
                <a:solidFill>
                  <a:srgbClr val="64748B"/>
                </a:solidFill>
                <a:latin typeface="Arial"/>
                <a:ea typeface="Arial"/>
                <a:cs typeface="Arial"/>
              </a:defRPr>
            </a:lvl7pPr>
            <a:lvl8pPr algn="l">
              <a:defRPr sz="1200" b="0">
                <a:solidFill>
                  <a:srgbClr val="64748B"/>
                </a:solidFill>
                <a:latin typeface="Arial"/>
                <a:ea typeface="Arial"/>
                <a:cs typeface="Arial"/>
              </a:defRPr>
            </a:lvl8pPr>
            <a:lvl9pPr algn="l">
              <a:defRPr sz="1200" b="0">
                <a:solidFill>
                  <a:srgbClr val="64748B"/>
                </a:solidFill>
                <a:latin typeface="Arial"/>
                <a:ea typeface="Arial"/>
                <a:cs typeface="Arial"/>
              </a:defRPr>
            </a:lvl9pPr>
          </a:lstStyle>
          <a:p xmlns:a="http://schemas.openxmlformats.org/drawingml/2006/main">
            <a:pPr algn="l">
              <a:defRPr sz="1200" b="0">
                <a:solidFill>
                  <a:srgbClr val="64748B"/>
                </a:solidFill>
                <a:latin typeface="Arial"/>
                <a:ea typeface="Arial"/>
                <a:cs typeface="Arial"/>
              </a:defRPr>
            </a:pPr>
            <a:r>
              <a:rPr sz="1200" b="0">
                <a:solidFill>
                  <a:srgbClr val="64748B"/>
                </a:solidFill>
                <a:latin typeface="Arial"/>
                <a:ea typeface="Arial"/>
                <a:cs typeface="Arial"/>
              </a:rPr>
              <a:t>Synthetic demonstration. No live accounting-provider connection.</a:t>
            </a:r>
          </a:p>
        </p:txBody>
      </p:sp>
      <p:sp>
        <p:nvSpPr>
          <p:cNvPr id="20" name="s2-Business outcome">
            <a:extLst xmlns:a="http://schemas.openxmlformats.org/drawingml/2006/main">
              <a:ext uri="{FF2B5EF4-FFF2-40B4-BE49-F238E27FC236}">
                <a16:creationId xmlns:a16="http://schemas.microsoft.com/office/drawing/2014/main" id="{C714B4A6-8792-4795-9601-4342D8C95AAE}"/>
              </a:ext>
            </a:extLst>
          </p:cNvPr>
          <p:cNvSpPr>
            <a:spLocks xmlns:a="http://schemas.openxmlformats.org/drawingml/2006/main" noGrp="1"/>
          </p:cNvSpPr>
          <p:nvPr/>
        </p:nvSpPr>
        <p:spPr>
          <a:xfrm xmlns:a="http://schemas.openxmlformats.org/drawingml/2006/main">
            <a:off x="419100" y="8067675"/>
            <a:ext cx="1440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243F"/>
                </a:solidFill>
                <a:latin typeface="Arial"/>
                <a:ea typeface="Arial"/>
                <a:cs typeface="Arial"/>
              </a:defRPr>
            </a:defPPr>
            <a:lvl1pPr algn="l">
              <a:defRPr sz="1800" b="1">
                <a:solidFill>
                  <a:srgbClr val="17243F"/>
                </a:solidFill>
                <a:latin typeface="Arial"/>
                <a:ea typeface="Arial"/>
                <a:cs typeface="Arial"/>
              </a:defRPr>
            </a:lvl1pPr>
            <a:lvl2pPr algn="l">
              <a:defRPr sz="1800" b="1">
                <a:solidFill>
                  <a:srgbClr val="17243F"/>
                </a:solidFill>
                <a:latin typeface="Arial"/>
                <a:ea typeface="Arial"/>
                <a:cs typeface="Arial"/>
              </a:defRPr>
            </a:lvl2pPr>
            <a:lvl3pPr algn="l">
              <a:defRPr sz="1800" b="1">
                <a:solidFill>
                  <a:srgbClr val="17243F"/>
                </a:solidFill>
                <a:latin typeface="Arial"/>
                <a:ea typeface="Arial"/>
                <a:cs typeface="Arial"/>
              </a:defRPr>
            </a:lvl3pPr>
            <a:lvl4pPr algn="l">
              <a:defRPr sz="1800" b="1">
                <a:solidFill>
                  <a:srgbClr val="17243F"/>
                </a:solidFill>
                <a:latin typeface="Arial"/>
                <a:ea typeface="Arial"/>
                <a:cs typeface="Arial"/>
              </a:defRPr>
            </a:lvl4pPr>
            <a:lvl5pPr algn="l">
              <a:defRPr sz="1800" b="1">
                <a:solidFill>
                  <a:srgbClr val="17243F"/>
                </a:solidFill>
                <a:latin typeface="Arial"/>
                <a:ea typeface="Arial"/>
                <a:cs typeface="Arial"/>
              </a:defRPr>
            </a:lvl5pPr>
            <a:lvl6pPr algn="l">
              <a:defRPr sz="1800" b="1">
                <a:solidFill>
                  <a:srgbClr val="17243F"/>
                </a:solidFill>
                <a:latin typeface="Arial"/>
                <a:ea typeface="Arial"/>
                <a:cs typeface="Arial"/>
              </a:defRPr>
            </a:lvl6pPr>
            <a:lvl7pPr algn="l">
              <a:defRPr sz="1800" b="1">
                <a:solidFill>
                  <a:srgbClr val="17243F"/>
                </a:solidFill>
                <a:latin typeface="Arial"/>
                <a:ea typeface="Arial"/>
                <a:cs typeface="Arial"/>
              </a:defRPr>
            </a:lvl7pPr>
            <a:lvl8pPr algn="l">
              <a:defRPr sz="1800" b="1">
                <a:solidFill>
                  <a:srgbClr val="17243F"/>
                </a:solidFill>
                <a:latin typeface="Arial"/>
                <a:ea typeface="Arial"/>
                <a:cs typeface="Arial"/>
              </a:defRPr>
            </a:lvl8pPr>
            <a:lvl9pPr algn="l">
              <a:defRPr sz="1800" b="1">
                <a:solidFill>
                  <a:srgbClr val="17243F"/>
                </a:solidFill>
                <a:latin typeface="Arial"/>
                <a:ea typeface="Arial"/>
                <a:cs typeface="Arial"/>
              </a:defRPr>
            </a:lvl9pPr>
          </a:lstStyle>
          <a:p xmlns:a="http://schemas.openxmlformats.org/drawingml/2006/main">
            <a:pPr algn="l">
              <a:defRPr sz="1800" b="1">
                <a:solidFill>
                  <a:srgbClr val="17243F"/>
                </a:solidFill>
                <a:latin typeface="Arial"/>
                <a:ea typeface="Arial"/>
                <a:cs typeface="Arial"/>
              </a:defRPr>
            </a:pPr>
            <a:r>
              <a:rPr sz="1800" b="1">
                <a:solidFill>
                  <a:srgbClr val="17243F"/>
                </a:solidFill>
                <a:latin typeface="Arial"/>
                <a:ea typeface="Arial"/>
                <a:cs typeface="Arial"/>
              </a:rPr>
              <a:t>Readiness makes risks visible before the accountant commits to a migration plan.</a:t>
            </a:r>
          </a:p>
        </p:txBody>
      </p:sp>
      <p:sp>
        <p:nvSpPr>
          <p:cNvPr id="21" name="s2-Screen title">
            <a:extLst xmlns:a="http://schemas.openxmlformats.org/drawingml/2006/main">
              <a:ext uri="{FF2B5EF4-FFF2-40B4-BE49-F238E27FC236}">
                <a16:creationId xmlns:a16="http://schemas.microsoft.com/office/drawing/2014/main" id="{0147B353-A345-4AB4-9FAE-C5997DBA65D4}"/>
              </a:ext>
            </a:extLst>
          </p:cNvPr>
          <p:cNvSpPr>
            <a:spLocks xmlns:a="http://schemas.openxmlformats.org/drawingml/2006/main" noGrp="1"/>
          </p:cNvSpPr>
          <p:nvPr/>
        </p:nvSpPr>
        <p:spPr>
          <a:xfrm xmlns:a="http://schemas.openxmlformats.org/drawingml/2006/main">
            <a:off x="762000" y="2895600"/>
            <a:ext cx="1057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11827"/>
                </a:solidFill>
                <a:latin typeface="Arial"/>
                <a:ea typeface="Arial"/>
                <a:cs typeface="Arial"/>
              </a:defRPr>
            </a:defPPr>
            <a:lvl1pPr algn="l">
              <a:defRPr sz="2325" b="1">
                <a:solidFill>
                  <a:srgbClr val="111827"/>
                </a:solidFill>
                <a:latin typeface="Arial"/>
                <a:ea typeface="Arial"/>
                <a:cs typeface="Arial"/>
              </a:defRPr>
            </a:lvl1pPr>
            <a:lvl2pPr algn="l">
              <a:defRPr sz="2325" b="1">
                <a:solidFill>
                  <a:srgbClr val="111827"/>
                </a:solidFill>
                <a:latin typeface="Arial"/>
                <a:ea typeface="Arial"/>
                <a:cs typeface="Arial"/>
              </a:defRPr>
            </a:lvl2pPr>
            <a:lvl3pPr algn="l">
              <a:defRPr sz="2325" b="1">
                <a:solidFill>
                  <a:srgbClr val="111827"/>
                </a:solidFill>
                <a:latin typeface="Arial"/>
                <a:ea typeface="Arial"/>
                <a:cs typeface="Arial"/>
              </a:defRPr>
            </a:lvl3pPr>
            <a:lvl4pPr algn="l">
              <a:defRPr sz="2325" b="1">
                <a:solidFill>
                  <a:srgbClr val="111827"/>
                </a:solidFill>
                <a:latin typeface="Arial"/>
                <a:ea typeface="Arial"/>
                <a:cs typeface="Arial"/>
              </a:defRPr>
            </a:lvl4pPr>
            <a:lvl5pPr algn="l">
              <a:defRPr sz="2325" b="1">
                <a:solidFill>
                  <a:srgbClr val="111827"/>
                </a:solidFill>
                <a:latin typeface="Arial"/>
                <a:ea typeface="Arial"/>
                <a:cs typeface="Arial"/>
              </a:defRPr>
            </a:lvl5pPr>
            <a:lvl6pPr algn="l">
              <a:defRPr sz="2325" b="1">
                <a:solidFill>
                  <a:srgbClr val="111827"/>
                </a:solidFill>
                <a:latin typeface="Arial"/>
                <a:ea typeface="Arial"/>
                <a:cs typeface="Arial"/>
              </a:defRPr>
            </a:lvl6pPr>
            <a:lvl7pPr algn="l">
              <a:defRPr sz="2325" b="1">
                <a:solidFill>
                  <a:srgbClr val="111827"/>
                </a:solidFill>
                <a:latin typeface="Arial"/>
                <a:ea typeface="Arial"/>
                <a:cs typeface="Arial"/>
              </a:defRPr>
            </a:lvl7pPr>
            <a:lvl8pPr algn="l">
              <a:defRPr sz="2325" b="1">
                <a:solidFill>
                  <a:srgbClr val="111827"/>
                </a:solidFill>
                <a:latin typeface="Arial"/>
                <a:ea typeface="Arial"/>
                <a:cs typeface="Arial"/>
              </a:defRPr>
            </a:lvl8pPr>
            <a:lvl9pPr algn="l">
              <a:defRPr sz="2325" b="1">
                <a:solidFill>
                  <a:srgbClr val="111827"/>
                </a:solidFill>
                <a:latin typeface="Arial"/>
                <a:ea typeface="Arial"/>
                <a:cs typeface="Arial"/>
              </a:defRPr>
            </a:lvl9pPr>
          </a:lstStyle>
          <a:p xmlns:a="http://schemas.openxmlformats.org/drawingml/2006/main">
            <a:pPr algn="l">
              <a:defRPr sz="2325" b="1">
                <a:solidFill>
                  <a:srgbClr val="111827"/>
                </a:solidFill>
                <a:latin typeface="Arial"/>
                <a:ea typeface="Arial"/>
                <a:cs typeface="Arial"/>
              </a:defRPr>
            </a:pPr>
            <a:r>
              <a:rPr sz="2325" b="1">
                <a:solidFill>
                  <a:srgbClr val="111827"/>
                </a:solidFill>
                <a:latin typeface="Arial"/>
                <a:ea typeface="Arial"/>
                <a:cs typeface="Arial"/>
              </a:rPr>
              <a:t>Your books are ready to plan</a:t>
            </a:r>
          </a:p>
        </p:txBody>
      </p:sp>
      <p:sp>
        <p:nvSpPr>
          <p:cNvPr id="22" name="s2-Screen subtitle">
            <a:extLst xmlns:a="http://schemas.openxmlformats.org/drawingml/2006/main">
              <a:ext uri="{FF2B5EF4-FFF2-40B4-BE49-F238E27FC236}">
                <a16:creationId xmlns:a16="http://schemas.microsoft.com/office/drawing/2014/main" id="{E8AD1926-6CD1-4F15-B5F3-FB9ABF8DBE41}"/>
              </a:ext>
            </a:extLst>
          </p:cNvPr>
          <p:cNvSpPr>
            <a:spLocks xmlns:a="http://schemas.openxmlformats.org/drawingml/2006/main" noGrp="1"/>
          </p:cNvSpPr>
          <p:nvPr/>
        </p:nvSpPr>
        <p:spPr>
          <a:xfrm xmlns:a="http://schemas.openxmlformats.org/drawingml/2006/main">
            <a:off x="762000" y="33813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75569"/>
                </a:solidFill>
                <a:latin typeface="Arial"/>
                <a:ea typeface="Arial"/>
                <a:cs typeface="Arial"/>
              </a:defRPr>
            </a:defPPr>
            <a:lvl1pPr algn="l">
              <a:defRPr sz="1425" b="0">
                <a:solidFill>
                  <a:srgbClr val="475569"/>
                </a:solidFill>
                <a:latin typeface="Arial"/>
                <a:ea typeface="Arial"/>
                <a:cs typeface="Arial"/>
              </a:defRPr>
            </a:lvl1pPr>
            <a:lvl2pPr algn="l">
              <a:defRPr sz="1425" b="0">
                <a:solidFill>
                  <a:srgbClr val="475569"/>
                </a:solidFill>
                <a:latin typeface="Arial"/>
                <a:ea typeface="Arial"/>
                <a:cs typeface="Arial"/>
              </a:defRPr>
            </a:lvl2pPr>
            <a:lvl3pPr algn="l">
              <a:defRPr sz="1425" b="0">
                <a:solidFill>
                  <a:srgbClr val="475569"/>
                </a:solidFill>
                <a:latin typeface="Arial"/>
                <a:ea typeface="Arial"/>
                <a:cs typeface="Arial"/>
              </a:defRPr>
            </a:lvl3pPr>
            <a:lvl4pPr algn="l">
              <a:defRPr sz="1425" b="0">
                <a:solidFill>
                  <a:srgbClr val="475569"/>
                </a:solidFill>
                <a:latin typeface="Arial"/>
                <a:ea typeface="Arial"/>
                <a:cs typeface="Arial"/>
              </a:defRPr>
            </a:lvl4pPr>
            <a:lvl5pPr algn="l">
              <a:defRPr sz="1425" b="0">
                <a:solidFill>
                  <a:srgbClr val="475569"/>
                </a:solidFill>
                <a:latin typeface="Arial"/>
                <a:ea typeface="Arial"/>
                <a:cs typeface="Arial"/>
              </a:defRPr>
            </a:lvl5pPr>
            <a:lvl6pPr algn="l">
              <a:defRPr sz="1425" b="0">
                <a:solidFill>
                  <a:srgbClr val="475569"/>
                </a:solidFill>
                <a:latin typeface="Arial"/>
                <a:ea typeface="Arial"/>
                <a:cs typeface="Arial"/>
              </a:defRPr>
            </a:lvl6pPr>
            <a:lvl7pPr algn="l">
              <a:defRPr sz="1425" b="0">
                <a:solidFill>
                  <a:srgbClr val="475569"/>
                </a:solidFill>
                <a:latin typeface="Arial"/>
                <a:ea typeface="Arial"/>
                <a:cs typeface="Arial"/>
              </a:defRPr>
            </a:lvl7pPr>
            <a:lvl8pPr algn="l">
              <a:defRPr sz="1425" b="0">
                <a:solidFill>
                  <a:srgbClr val="475569"/>
                </a:solidFill>
                <a:latin typeface="Arial"/>
                <a:ea typeface="Arial"/>
                <a:cs typeface="Arial"/>
              </a:defRPr>
            </a:lvl8pPr>
            <a:lvl9pPr algn="l">
              <a:defRPr sz="1425" b="0">
                <a:solidFill>
                  <a:srgbClr val="475569"/>
                </a:solidFill>
                <a:latin typeface="Arial"/>
                <a:ea typeface="Arial"/>
                <a:cs typeface="Arial"/>
              </a:defRPr>
            </a:lvl9pPr>
          </a:lstStyle>
          <a:p xmlns:a="http://schemas.openxmlformats.org/drawingml/2006/main">
            <a:pPr algn="l">
              <a:defRPr sz="1425" b="0">
                <a:solidFill>
                  <a:srgbClr val="475569"/>
                </a:solidFill>
                <a:latin typeface="Arial"/>
                <a:ea typeface="Arial"/>
                <a:cs typeface="Arial"/>
              </a:defRPr>
            </a:pPr>
            <a:r>
              <a:rPr sz="1425" b="0">
                <a:solidFill>
                  <a:srgbClr val="475569"/>
                </a:solidFill>
                <a:latin typeface="Arial"/>
                <a:ea typeface="Arial"/>
                <a:cs typeface="Arial"/>
              </a:rPr>
              <a:t>Harbor Light Books · deterministic assessment</a:t>
            </a:r>
          </a:p>
        </p:txBody>
      </p:sp>
      <p:sp>
        <p:nvSpPr>
          <p:cNvPr id="23" name="s2-Readiness summary">
            <a:extLst xmlns:a="http://schemas.openxmlformats.org/drawingml/2006/main">
              <a:ext uri="{FF2B5EF4-FFF2-40B4-BE49-F238E27FC236}">
                <a16:creationId xmlns:a16="http://schemas.microsoft.com/office/drawing/2014/main" id="{A8CB13A2-3538-4CE0-9607-1E0F3C6E13C8}"/>
              </a:ext>
            </a:extLst>
          </p:cNvPr>
          <p:cNvSpPr>
            <a:spLocks xmlns:a="http://schemas.openxmlformats.org/drawingml/2006/main" noGrp="1"/>
          </p:cNvSpPr>
          <p:nvPr/>
        </p:nvSpPr>
        <p:spPr>
          <a:xfrm xmlns:a="http://schemas.openxmlformats.org/drawingml/2006/main">
            <a:off x="762000" y="3838575"/>
            <a:ext cx="657225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8E0EB"/>
            </a:solidFill>
            <a:prstDash val="solid"/>
          </a:ln>
        </p:spPr>
      </p:sp>
      <p:sp>
        <p:nvSpPr>
          <p:cNvPr id="24" name="s2-Status READY TO PLAN">
            <a:extLst xmlns:a="http://schemas.openxmlformats.org/drawingml/2006/main">
              <a:ext uri="{FF2B5EF4-FFF2-40B4-BE49-F238E27FC236}">
                <a16:creationId xmlns:a16="http://schemas.microsoft.com/office/drawing/2014/main" id="{CD022605-DE43-4875-AFA5-59DCE7D43603}"/>
              </a:ext>
            </a:extLst>
          </p:cNvPr>
          <p:cNvSpPr>
            <a:spLocks xmlns:a="http://schemas.openxmlformats.org/drawingml/2006/main" noGrp="1"/>
          </p:cNvSpPr>
          <p:nvPr/>
        </p:nvSpPr>
        <p:spPr>
          <a:xfrm xmlns:a="http://schemas.openxmlformats.org/drawingml/2006/main">
            <a:off x="933450" y="4048125"/>
            <a:ext cx="1724025" cy="295275"/>
          </a:xfrm>
          <a:prstGeom xmlns:a="http://schemas.openxmlformats.org/drawingml/2006/main" prst="roundRect">
            <a:avLst>
              <a:gd name="adj" fmla="val 25806"/>
            </a:avLst>
          </a:prstGeom>
          <a:solidFill xmlns:a="http://schemas.openxmlformats.org/drawingml/2006/main">
            <a:srgbClr val="E6F7EF"/>
          </a:solidFill>
          <a:ln xmlns:a="http://schemas.openxmlformats.org/drawingml/2006/main" w="0">
            <a:noFill/>
            <a:prstDash val="solid"/>
          </a:ln>
        </p:spPr>
      </p:sp>
      <p:sp>
        <p:nvSpPr>
          <p:cNvPr id="25" name="s2-Status label READY TO PLAN">
            <a:extLst xmlns:a="http://schemas.openxmlformats.org/drawingml/2006/main">
              <a:ext uri="{FF2B5EF4-FFF2-40B4-BE49-F238E27FC236}">
                <a16:creationId xmlns:a16="http://schemas.microsoft.com/office/drawing/2014/main" id="{B5EBB08B-1584-49CF-99A5-DFDA9A8E4CB2}"/>
              </a:ext>
            </a:extLst>
          </p:cNvPr>
          <p:cNvSpPr>
            <a:spLocks xmlns:a="http://schemas.openxmlformats.org/drawingml/2006/main" noGrp="1"/>
          </p:cNvSpPr>
          <p:nvPr/>
        </p:nvSpPr>
        <p:spPr>
          <a:xfrm xmlns:a="http://schemas.openxmlformats.org/drawingml/2006/main">
            <a:off x="1028700" y="4095750"/>
            <a:ext cx="15335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00" b="1">
                <a:solidFill>
                  <a:srgbClr val="087A55"/>
                </a:solidFill>
                <a:latin typeface="Arial"/>
                <a:ea typeface="Arial"/>
                <a:cs typeface="Arial"/>
              </a:defRPr>
            </a:defPPr>
            <a:lvl1pPr algn="ctr">
              <a:defRPr sz="1200" b="1">
                <a:solidFill>
                  <a:srgbClr val="087A55"/>
                </a:solidFill>
                <a:latin typeface="Arial"/>
                <a:ea typeface="Arial"/>
                <a:cs typeface="Arial"/>
              </a:defRPr>
            </a:lvl1pPr>
            <a:lvl2pPr algn="ctr">
              <a:defRPr sz="1200" b="1">
                <a:solidFill>
                  <a:srgbClr val="087A55"/>
                </a:solidFill>
                <a:latin typeface="Arial"/>
                <a:ea typeface="Arial"/>
                <a:cs typeface="Arial"/>
              </a:defRPr>
            </a:lvl2pPr>
            <a:lvl3pPr algn="ctr">
              <a:defRPr sz="1200" b="1">
                <a:solidFill>
                  <a:srgbClr val="087A55"/>
                </a:solidFill>
                <a:latin typeface="Arial"/>
                <a:ea typeface="Arial"/>
                <a:cs typeface="Arial"/>
              </a:defRPr>
            </a:lvl3pPr>
            <a:lvl4pPr algn="ctr">
              <a:defRPr sz="1200" b="1">
                <a:solidFill>
                  <a:srgbClr val="087A55"/>
                </a:solidFill>
                <a:latin typeface="Arial"/>
                <a:ea typeface="Arial"/>
                <a:cs typeface="Arial"/>
              </a:defRPr>
            </a:lvl4pPr>
            <a:lvl5pPr algn="ctr">
              <a:defRPr sz="1200" b="1">
                <a:solidFill>
                  <a:srgbClr val="087A55"/>
                </a:solidFill>
                <a:latin typeface="Arial"/>
                <a:ea typeface="Arial"/>
                <a:cs typeface="Arial"/>
              </a:defRPr>
            </a:lvl5pPr>
            <a:lvl6pPr algn="ctr">
              <a:defRPr sz="1200" b="1">
                <a:solidFill>
                  <a:srgbClr val="087A55"/>
                </a:solidFill>
                <a:latin typeface="Arial"/>
                <a:ea typeface="Arial"/>
                <a:cs typeface="Arial"/>
              </a:defRPr>
            </a:lvl6pPr>
            <a:lvl7pPr algn="ctr">
              <a:defRPr sz="1200" b="1">
                <a:solidFill>
                  <a:srgbClr val="087A55"/>
                </a:solidFill>
                <a:latin typeface="Arial"/>
                <a:ea typeface="Arial"/>
                <a:cs typeface="Arial"/>
              </a:defRPr>
            </a:lvl7pPr>
            <a:lvl8pPr algn="ctr">
              <a:defRPr sz="1200" b="1">
                <a:solidFill>
                  <a:srgbClr val="087A55"/>
                </a:solidFill>
                <a:latin typeface="Arial"/>
                <a:ea typeface="Arial"/>
                <a:cs typeface="Arial"/>
              </a:defRPr>
            </a:lvl8pPr>
            <a:lvl9pPr algn="ctr">
              <a:defRPr sz="1200" b="1">
                <a:solidFill>
                  <a:srgbClr val="087A55"/>
                </a:solidFill>
                <a:latin typeface="Arial"/>
                <a:ea typeface="Arial"/>
                <a:cs typeface="Arial"/>
              </a:defRPr>
            </a:lvl9pPr>
          </a:lstStyle>
          <a:p xmlns:a="http://schemas.openxmlformats.org/drawingml/2006/main">
            <a:pPr algn="ctr">
              <a:defRPr sz="1200" b="1">
                <a:solidFill>
                  <a:srgbClr val="087A55"/>
                </a:solidFill>
                <a:latin typeface="Arial"/>
                <a:ea typeface="Arial"/>
                <a:cs typeface="Arial"/>
              </a:defRPr>
            </a:pPr>
            <a:r>
              <a:rPr sz="1200" b="1">
                <a:solidFill>
                  <a:srgbClr val="087A55"/>
                </a:solidFill>
                <a:latin typeface="Arial"/>
                <a:ea typeface="Arial"/>
                <a:cs typeface="Arial"/>
              </a:rPr>
              <a:t>READY TO PLAN</a:t>
            </a:r>
          </a:p>
        </p:txBody>
      </p:sp>
      <p:sp>
        <p:nvSpPr>
          <p:cNvPr id="26" name="s2-Blocker metric">
            <a:extLst xmlns:a="http://schemas.openxmlformats.org/drawingml/2006/main">
              <a:ext uri="{FF2B5EF4-FFF2-40B4-BE49-F238E27FC236}">
                <a16:creationId xmlns:a16="http://schemas.microsoft.com/office/drawing/2014/main" id="{8D9B7B54-BF2A-4A2E-8995-BC6D4589E45A}"/>
              </a:ext>
            </a:extLst>
          </p:cNvPr>
          <p:cNvSpPr>
            <a:spLocks xmlns:a="http://schemas.openxmlformats.org/drawingml/2006/main" noGrp="1"/>
          </p:cNvSpPr>
          <p:nvPr/>
        </p:nvSpPr>
        <p:spPr>
          <a:xfrm xmlns:a="http://schemas.openxmlformats.org/drawingml/2006/main">
            <a:off x="2990850" y="404812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11827"/>
                </a:solidFill>
                <a:latin typeface="Arial"/>
                <a:ea typeface="Arial"/>
                <a:cs typeface="Arial"/>
              </a:defRPr>
            </a:defPPr>
            <a:lvl1pPr algn="l">
              <a:defRPr sz="2025" b="1">
                <a:solidFill>
                  <a:srgbClr val="111827"/>
                </a:solidFill>
                <a:latin typeface="Arial"/>
                <a:ea typeface="Arial"/>
                <a:cs typeface="Arial"/>
              </a:defRPr>
            </a:lvl1pPr>
            <a:lvl2pPr algn="l">
              <a:defRPr sz="2025" b="1">
                <a:solidFill>
                  <a:srgbClr val="111827"/>
                </a:solidFill>
                <a:latin typeface="Arial"/>
                <a:ea typeface="Arial"/>
                <a:cs typeface="Arial"/>
              </a:defRPr>
            </a:lvl2pPr>
            <a:lvl3pPr algn="l">
              <a:defRPr sz="2025" b="1">
                <a:solidFill>
                  <a:srgbClr val="111827"/>
                </a:solidFill>
                <a:latin typeface="Arial"/>
                <a:ea typeface="Arial"/>
                <a:cs typeface="Arial"/>
              </a:defRPr>
            </a:lvl3pPr>
            <a:lvl4pPr algn="l">
              <a:defRPr sz="2025" b="1">
                <a:solidFill>
                  <a:srgbClr val="111827"/>
                </a:solidFill>
                <a:latin typeface="Arial"/>
                <a:ea typeface="Arial"/>
                <a:cs typeface="Arial"/>
              </a:defRPr>
            </a:lvl4pPr>
            <a:lvl5pPr algn="l">
              <a:defRPr sz="2025" b="1">
                <a:solidFill>
                  <a:srgbClr val="111827"/>
                </a:solidFill>
                <a:latin typeface="Arial"/>
                <a:ea typeface="Arial"/>
                <a:cs typeface="Arial"/>
              </a:defRPr>
            </a:lvl5pPr>
            <a:lvl6pPr algn="l">
              <a:defRPr sz="2025" b="1">
                <a:solidFill>
                  <a:srgbClr val="111827"/>
                </a:solidFill>
                <a:latin typeface="Arial"/>
                <a:ea typeface="Arial"/>
                <a:cs typeface="Arial"/>
              </a:defRPr>
            </a:lvl6pPr>
            <a:lvl7pPr algn="l">
              <a:defRPr sz="2025" b="1">
                <a:solidFill>
                  <a:srgbClr val="111827"/>
                </a:solidFill>
                <a:latin typeface="Arial"/>
                <a:ea typeface="Arial"/>
                <a:cs typeface="Arial"/>
              </a:defRPr>
            </a:lvl7pPr>
            <a:lvl8pPr algn="l">
              <a:defRPr sz="2025" b="1">
                <a:solidFill>
                  <a:srgbClr val="111827"/>
                </a:solidFill>
                <a:latin typeface="Arial"/>
                <a:ea typeface="Arial"/>
                <a:cs typeface="Arial"/>
              </a:defRPr>
            </a:lvl8pPr>
            <a:lvl9pPr algn="l">
              <a:defRPr sz="2025" b="1">
                <a:solidFill>
                  <a:srgbClr val="111827"/>
                </a:solidFill>
                <a:latin typeface="Arial"/>
                <a:ea typeface="Arial"/>
                <a:cs typeface="Arial"/>
              </a:defRPr>
            </a:lvl9pPr>
          </a:lstStyle>
          <a:p xmlns:a="http://schemas.openxmlformats.org/drawingml/2006/main">
            <a:pPr algn="l">
              <a:defRPr sz="2025" b="1">
                <a:solidFill>
                  <a:srgbClr val="111827"/>
                </a:solidFill>
                <a:latin typeface="Arial"/>
                <a:ea typeface="Arial"/>
                <a:cs typeface="Arial"/>
              </a:defRPr>
            </a:pPr>
            <a:r>
              <a:rPr sz="2025" b="1">
                <a:solidFill>
                  <a:srgbClr val="111827"/>
                </a:solidFill>
                <a:latin typeface="Arial"/>
                <a:ea typeface="Arial"/>
                <a:cs typeface="Arial"/>
              </a:rPr>
              <a:t>0 blockers</a:t>
            </a:r>
          </a:p>
        </p:txBody>
      </p:sp>
      <p:sp>
        <p:nvSpPr>
          <p:cNvPr id="27" name="s2-Warning metric">
            <a:extLst xmlns:a="http://schemas.openxmlformats.org/drawingml/2006/main">
              <a:ext uri="{FF2B5EF4-FFF2-40B4-BE49-F238E27FC236}">
                <a16:creationId xmlns:a16="http://schemas.microsoft.com/office/drawing/2014/main" id="{CA1452CF-7798-4D2F-8A1A-2F03C573B5A6}"/>
              </a:ext>
            </a:extLst>
          </p:cNvPr>
          <p:cNvSpPr>
            <a:spLocks xmlns:a="http://schemas.openxmlformats.org/drawingml/2006/main" noGrp="1"/>
          </p:cNvSpPr>
          <p:nvPr/>
        </p:nvSpPr>
        <p:spPr>
          <a:xfrm xmlns:a="http://schemas.openxmlformats.org/drawingml/2006/main">
            <a:off x="5038725" y="4048125"/>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11827"/>
                </a:solidFill>
                <a:latin typeface="Arial"/>
                <a:ea typeface="Arial"/>
                <a:cs typeface="Arial"/>
              </a:defRPr>
            </a:defPPr>
            <a:lvl1pPr algn="l">
              <a:defRPr sz="2025" b="1">
                <a:solidFill>
                  <a:srgbClr val="111827"/>
                </a:solidFill>
                <a:latin typeface="Arial"/>
                <a:ea typeface="Arial"/>
                <a:cs typeface="Arial"/>
              </a:defRPr>
            </a:lvl1pPr>
            <a:lvl2pPr algn="l">
              <a:defRPr sz="2025" b="1">
                <a:solidFill>
                  <a:srgbClr val="111827"/>
                </a:solidFill>
                <a:latin typeface="Arial"/>
                <a:ea typeface="Arial"/>
                <a:cs typeface="Arial"/>
              </a:defRPr>
            </a:lvl2pPr>
            <a:lvl3pPr algn="l">
              <a:defRPr sz="2025" b="1">
                <a:solidFill>
                  <a:srgbClr val="111827"/>
                </a:solidFill>
                <a:latin typeface="Arial"/>
                <a:ea typeface="Arial"/>
                <a:cs typeface="Arial"/>
              </a:defRPr>
            </a:lvl3pPr>
            <a:lvl4pPr algn="l">
              <a:defRPr sz="2025" b="1">
                <a:solidFill>
                  <a:srgbClr val="111827"/>
                </a:solidFill>
                <a:latin typeface="Arial"/>
                <a:ea typeface="Arial"/>
                <a:cs typeface="Arial"/>
              </a:defRPr>
            </a:lvl4pPr>
            <a:lvl5pPr algn="l">
              <a:defRPr sz="2025" b="1">
                <a:solidFill>
                  <a:srgbClr val="111827"/>
                </a:solidFill>
                <a:latin typeface="Arial"/>
                <a:ea typeface="Arial"/>
                <a:cs typeface="Arial"/>
              </a:defRPr>
            </a:lvl5pPr>
            <a:lvl6pPr algn="l">
              <a:defRPr sz="2025" b="1">
                <a:solidFill>
                  <a:srgbClr val="111827"/>
                </a:solidFill>
                <a:latin typeface="Arial"/>
                <a:ea typeface="Arial"/>
                <a:cs typeface="Arial"/>
              </a:defRPr>
            </a:lvl6pPr>
            <a:lvl7pPr algn="l">
              <a:defRPr sz="2025" b="1">
                <a:solidFill>
                  <a:srgbClr val="111827"/>
                </a:solidFill>
                <a:latin typeface="Arial"/>
                <a:ea typeface="Arial"/>
                <a:cs typeface="Arial"/>
              </a:defRPr>
            </a:lvl7pPr>
            <a:lvl8pPr algn="l">
              <a:defRPr sz="2025" b="1">
                <a:solidFill>
                  <a:srgbClr val="111827"/>
                </a:solidFill>
                <a:latin typeface="Arial"/>
                <a:ea typeface="Arial"/>
                <a:cs typeface="Arial"/>
              </a:defRPr>
            </a:lvl8pPr>
            <a:lvl9pPr algn="l">
              <a:defRPr sz="2025" b="1">
                <a:solidFill>
                  <a:srgbClr val="111827"/>
                </a:solidFill>
                <a:latin typeface="Arial"/>
                <a:ea typeface="Arial"/>
                <a:cs typeface="Arial"/>
              </a:defRPr>
            </a:lvl9pPr>
          </a:lstStyle>
          <a:p xmlns:a="http://schemas.openxmlformats.org/drawingml/2006/main">
            <a:pPr algn="l">
              <a:defRPr sz="2025" b="1">
                <a:solidFill>
                  <a:srgbClr val="111827"/>
                </a:solidFill>
                <a:latin typeface="Arial"/>
                <a:ea typeface="Arial"/>
                <a:cs typeface="Arial"/>
              </a:defRPr>
            </a:pPr>
            <a:r>
              <a:rPr sz="2025" b="1">
                <a:solidFill>
                  <a:srgbClr val="111827"/>
                </a:solidFill>
                <a:latin typeface="Arial"/>
                <a:ea typeface="Arial"/>
                <a:cs typeface="Arial"/>
              </a:rPr>
              <a:t>0 warnings</a:t>
            </a:r>
          </a:p>
        </p:txBody>
      </p:sp>
      <p:graphicFrame>
        <p:nvGraphicFramePr>
          <p:cNvPr id="28" name="">
            <a:extLst xmlns:a="http://schemas.openxmlformats.org/drawingml/2006/main">
              <a:ext uri="{FF2B5EF4-FFF2-40B4-BE49-F238E27FC236}">
                <a16:creationId xmlns:a16="http://schemas.microsoft.com/office/drawing/2014/main" id="{6634CB72-79C4-4A94-90E2-59EA20952272}"/>
              </a:ext>
            </a:extLst>
          </p:cNvPr>
          <p:cNvGraphicFramePr/>
          <p:nvPr/>
        </p:nvGraphicFramePr>
        <p:xfrm>
          <a:off xmlns:a="http://schemas.openxmlformats.org/drawingml/2006/main" x="762000" y="4772025"/>
          <a:ext xmlns:a="http://schemas.openxmlformats.org/drawingml/2006/main" cx="6572250" cy="1714500"/>
        </p:xfrm>
        <a:graphic xmlns:a="http://schemas.openxmlformats.org/drawingml/2006/main">
          <a:graphicData uri="http://schemas.openxmlformats.org/drawingml/2006/table">
            <a:tbl>
              <a:tblPr firstRow="1" bandRow="0"/>
              <a:tblGrid>
                <a:gridCol w="3524250"/>
                <a:gridCol w="3048000"/>
              </a:tblGrid>
              <a:tr h="342900">
                <a:tc>
                  <a:txBody>
                    <a:bodyPr lIns="95250" tIns="76200" rIns="95250" bIns="76200">
                      <a:noAutofit/>
                    </a:bodyPr>
                    <a:lstStyle/>
                    <a:p>
                      <a:pPr algn="l"/>
                      <a:r>
                        <a:rPr sz="1200" b="1">
                          <a:solidFill>
                            <a:srgbClr val="64748B"/>
                          </a:solidFill>
                          <a:latin typeface="Arial"/>
                          <a:ea typeface="Arial"/>
                          <a:cs typeface="Arial"/>
                        </a:rPr>
                        <a:t>CHECK</a:t>
                      </a:r>
                    </a:p>
                  </a:txBody>
                  <a:tcPr marL="91440" marR="91440" marT="45720" marB="45720">
                    <a:lnL w="6668">
                      <a:solidFill>
                        <a:srgbClr val="D8E0EB"/>
                      </a:solidFill>
                      <a:prstDash val="solid"/>
                    </a:lnL>
                    <a:lnR w="6668">
                      <a:solidFill>
                        <a:srgbClr val="D8E0EB"/>
                      </a:solidFill>
                      <a:prstDash val="solid"/>
                    </a:lnR>
                    <a:lnT w="6668">
                      <a:solidFill>
                        <a:srgbClr val="D8E0EB"/>
                      </a:solidFill>
                      <a:prstDash val="solid"/>
                    </a:lnT>
                    <a:lnB w="6668">
                      <a:solidFill>
                        <a:srgbClr val="D8E0EB"/>
                      </a:solidFill>
                      <a:prstDash val="solid"/>
                    </a:lnB>
                    <a:solidFill>
                      <a:srgbClr val="F7F9FC"/>
                    </a:solidFill>
                  </a:tcPr>
                </a:tc>
                <a:tc>
                  <a:txBody>
                    <a:bodyPr lIns="95250" tIns="76200" rIns="95250" bIns="76200">
                      <a:noAutofit/>
                    </a:bodyPr>
                    <a:lstStyle/>
                    <a:p>
                      <a:pPr algn="r"/>
                      <a:r>
                        <a:rPr sz="1200" b="1">
                          <a:solidFill>
                            <a:srgbClr val="64748B"/>
                          </a:solidFill>
                          <a:latin typeface="Arial"/>
                          <a:ea typeface="Arial"/>
                          <a:cs typeface="Arial"/>
                        </a:rPr>
                        <a:t>RESULT</a:t>
                      </a:r>
                    </a:p>
                  </a:txBody>
                  <a:tcPr marL="91440" marR="91440" marT="45720" marB="45720">
                    <a:lnR w="6668">
                      <a:solidFill>
                        <a:srgbClr val="D8E0EB"/>
                      </a:solidFill>
                      <a:prstDash val="solid"/>
                    </a:lnR>
                    <a:lnT w="6668">
                      <a:solidFill>
                        <a:srgbClr val="D8E0EB"/>
                      </a:solidFill>
                      <a:prstDash val="solid"/>
                    </a:lnT>
                    <a:lnB w="6668">
                      <a:solidFill>
                        <a:srgbClr val="D8E0EB"/>
                      </a:solidFill>
                      <a:prstDash val="solid"/>
                    </a:lnB>
                    <a:solidFill>
                      <a:srgbClr val="F7F9FC"/>
                    </a:solidFill>
                  </a:tcPr>
                </a:tc>
              </a:tr>
              <a:tr h="342900">
                <a:tc>
                  <a:txBody>
                    <a:bodyPr lIns="95250" tIns="76200" rIns="95250" bIns="76200">
                      <a:noAutofit/>
                    </a:bodyPr>
                    <a:lstStyle/>
                    <a:p>
                      <a:pPr algn="l"/>
                      <a:r>
                        <a:rPr sz="1350" b="0">
                          <a:solidFill>
                            <a:srgbClr val="111827"/>
                          </a:solidFill>
                          <a:latin typeface="Arial"/>
                          <a:ea typeface="Arial"/>
                          <a:cs typeface="Arial"/>
                        </a:rPr>
                        <a:t>Required datasets</a:t>
                      </a:r>
                    </a:p>
                  </a:txBody>
                  <a:tcPr marL="91440" marR="91440" marT="45720" marB="45720">
                    <a:lnL w="6668">
                      <a:solidFill>
                        <a:srgbClr val="D8E0EB"/>
                      </a:solidFill>
                      <a:prstDash val="solid"/>
                    </a:lnL>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350" b="0">
                          <a:solidFill>
                            <a:srgbClr val="111827"/>
                          </a:solidFill>
                          <a:latin typeface="Arial"/>
                          <a:ea typeface="Arial"/>
                          <a:cs typeface="Arial"/>
                        </a:rPr>
                        <a:t>Present</a:t>
                      </a:r>
                    </a:p>
                  </a:txBody>
                  <a:tcPr marL="91440" marR="91440" marT="45720" marB="45720">
                    <a:lnR w="6668">
                      <a:solidFill>
                        <a:srgbClr val="D8E0EB"/>
                      </a:solidFill>
                      <a:prstDash val="solid"/>
                    </a:lnR>
                    <a:lnB w="6668">
                      <a:solidFill>
                        <a:srgbClr val="D8E0EB"/>
                      </a:solidFill>
                      <a:prstDash val="solid"/>
                    </a:lnB>
                    <a:solidFill>
                      <a:srgbClr val="FFFFFF"/>
                    </a:solidFill>
                  </a:tcPr>
                </a:tc>
              </a:tr>
              <a:tr h="342900">
                <a:tc>
                  <a:txBody>
                    <a:bodyPr lIns="95250" tIns="76200" rIns="95250" bIns="76200">
                      <a:noAutofit/>
                    </a:bodyPr>
                    <a:lstStyle/>
                    <a:p>
                      <a:pPr algn="l"/>
                      <a:r>
                        <a:rPr sz="1350" b="0">
                          <a:solidFill>
                            <a:srgbClr val="111827"/>
                          </a:solidFill>
                          <a:latin typeface="Arial"/>
                          <a:ea typeface="Arial"/>
                          <a:cs typeface="Arial"/>
                        </a:rPr>
                        <a:t>Missing required fields</a:t>
                      </a:r>
                    </a:p>
                  </a:txBody>
                  <a:tcPr marL="91440" marR="91440" marT="45720" marB="45720">
                    <a:lnL w="6668">
                      <a:solidFill>
                        <a:srgbClr val="D8E0EB"/>
                      </a:solidFill>
                      <a:prstDash val="solid"/>
                    </a:lnL>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350" b="0">
                          <a:solidFill>
                            <a:srgbClr val="111827"/>
                          </a:solidFill>
                          <a:latin typeface="Arial"/>
                          <a:ea typeface="Arial"/>
                          <a:cs typeface="Arial"/>
                        </a:rPr>
                        <a:t>None detected</a:t>
                      </a:r>
                    </a:p>
                  </a:txBody>
                  <a:tcPr marL="91440" marR="91440" marT="45720" marB="45720">
                    <a:lnR w="6668">
                      <a:solidFill>
                        <a:srgbClr val="D8E0EB"/>
                      </a:solidFill>
                      <a:prstDash val="solid"/>
                    </a:lnR>
                    <a:lnB w="6668">
                      <a:solidFill>
                        <a:srgbClr val="D8E0EB"/>
                      </a:solidFill>
                      <a:prstDash val="solid"/>
                    </a:lnB>
                    <a:solidFill>
                      <a:srgbClr val="FFFFFF"/>
                    </a:solidFill>
                  </a:tcPr>
                </a:tc>
              </a:tr>
              <a:tr h="342900">
                <a:tc>
                  <a:txBody>
                    <a:bodyPr lIns="95250" tIns="76200" rIns="95250" bIns="76200">
                      <a:noAutofit/>
                    </a:bodyPr>
                    <a:lstStyle/>
                    <a:p>
                      <a:pPr algn="l"/>
                      <a:r>
                        <a:rPr sz="1350" b="0">
                          <a:solidFill>
                            <a:srgbClr val="111827"/>
                          </a:solidFill>
                          <a:latin typeface="Arial"/>
                          <a:ea typeface="Arial"/>
                          <a:cs typeface="Arial"/>
                        </a:rPr>
                        <a:t>Broken references</a:t>
                      </a:r>
                    </a:p>
                  </a:txBody>
                  <a:tcPr marL="91440" marR="91440" marT="45720" marB="45720">
                    <a:lnL w="6668">
                      <a:solidFill>
                        <a:srgbClr val="D8E0EB"/>
                      </a:solidFill>
                      <a:prstDash val="solid"/>
                    </a:lnL>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350" b="0">
                          <a:solidFill>
                            <a:srgbClr val="111827"/>
                          </a:solidFill>
                          <a:latin typeface="Arial"/>
                          <a:ea typeface="Arial"/>
                          <a:cs typeface="Arial"/>
                        </a:rPr>
                        <a:t>None detected</a:t>
                      </a:r>
                    </a:p>
                  </a:txBody>
                  <a:tcPr marL="91440" marR="91440" marT="45720" marB="45720">
                    <a:lnR w="6668">
                      <a:solidFill>
                        <a:srgbClr val="D8E0EB"/>
                      </a:solidFill>
                      <a:prstDash val="solid"/>
                    </a:lnR>
                    <a:lnB w="6668">
                      <a:solidFill>
                        <a:srgbClr val="D8E0EB"/>
                      </a:solidFill>
                      <a:prstDash val="solid"/>
                    </a:lnB>
                    <a:solidFill>
                      <a:srgbClr val="FFFFFF"/>
                    </a:solidFill>
                  </a:tcPr>
                </a:tc>
              </a:tr>
              <a:tr h="342900">
                <a:tc>
                  <a:txBody>
                    <a:bodyPr lIns="95250" tIns="76200" rIns="95250" bIns="76200">
                      <a:noAutofit/>
                    </a:bodyPr>
                    <a:lstStyle/>
                    <a:p>
                      <a:pPr algn="l"/>
                      <a:r>
                        <a:rPr sz="1350" b="0">
                          <a:solidFill>
                            <a:srgbClr val="111827"/>
                          </a:solidFill>
                          <a:latin typeface="Arial"/>
                          <a:ea typeface="Arial"/>
                          <a:cs typeface="Arial"/>
                        </a:rPr>
                        <a:t>Compatibility</a:t>
                      </a:r>
                    </a:p>
                  </a:txBody>
                  <a:tcPr marL="91440" marR="91440" marT="45720" marB="45720">
                    <a:lnL w="6668">
                      <a:solidFill>
                        <a:srgbClr val="D8E0EB"/>
                      </a:solidFill>
                      <a:prstDash val="solid"/>
                    </a:lnL>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350" b="0">
                          <a:solidFill>
                            <a:srgbClr val="111827"/>
                          </a:solidFill>
                          <a:latin typeface="Arial"/>
                          <a:ea typeface="Arial"/>
                          <a:cs typeface="Arial"/>
                        </a:rPr>
                        <a:t>Synthetic schema</a:t>
                      </a:r>
                    </a:p>
                  </a:txBody>
                  <a:tcPr marL="91440" marR="91440" marT="45720" marB="45720">
                    <a:lnR w="6668">
                      <a:solidFill>
                        <a:srgbClr val="D8E0EB"/>
                      </a:solidFill>
                      <a:prstDash val="solid"/>
                    </a:lnR>
                    <a:lnB w="6668">
                      <a:solidFill>
                        <a:srgbClr val="D8E0EB"/>
                      </a:solidFill>
                      <a:prstDash val="solid"/>
                    </a:lnB>
                    <a:solidFill>
                      <a:srgbClr val="FFFFFF"/>
                    </a:solidFill>
                  </a:tcPr>
                </a:tc>
              </a:tr>
            </a:tbl>
          </a:graphicData>
        </a:graphic>
      </p:graphicFrame>
      <p:sp>
        <p:nvSpPr>
          <p:cNvPr id="29" name="s2-Button Create My Migration Plan">
            <a:extLst xmlns:a="http://schemas.openxmlformats.org/drawingml/2006/main">
              <a:ext uri="{FF2B5EF4-FFF2-40B4-BE49-F238E27FC236}">
                <a16:creationId xmlns:a16="http://schemas.microsoft.com/office/drawing/2014/main" id="{2637F0D8-7673-4938-B1EC-921B52939CB8}"/>
              </a:ext>
            </a:extLst>
          </p:cNvPr>
          <p:cNvSpPr>
            <a:spLocks xmlns:a="http://schemas.openxmlformats.org/drawingml/2006/main" noGrp="1"/>
          </p:cNvSpPr>
          <p:nvPr/>
        </p:nvSpPr>
        <p:spPr>
          <a:xfrm xmlns:a="http://schemas.openxmlformats.org/drawingml/2006/main">
            <a:off x="762000" y="6705600"/>
            <a:ext cx="3000375" cy="438150"/>
          </a:xfrm>
          <a:prstGeom xmlns:a="http://schemas.openxmlformats.org/drawingml/2006/main" prst="roundRect">
            <a:avLst>
              <a:gd name="adj" fmla="val 17391"/>
            </a:avLst>
          </a:prstGeom>
          <a:solidFill xmlns:a="http://schemas.openxmlformats.org/drawingml/2006/main">
            <a:srgbClr val="155EEF"/>
          </a:solidFill>
          <a:ln xmlns:a="http://schemas.openxmlformats.org/drawingml/2006/main" w="0">
            <a:noFill/>
            <a:prstDash val="solid"/>
          </a:ln>
        </p:spPr>
      </p:sp>
      <p:sp>
        <p:nvSpPr>
          <p:cNvPr id="30" name="s2-Button label Create My Migration Plan">
            <a:extLst xmlns:a="http://schemas.openxmlformats.org/drawingml/2006/main">
              <a:ext uri="{FF2B5EF4-FFF2-40B4-BE49-F238E27FC236}">
                <a16:creationId xmlns:a16="http://schemas.microsoft.com/office/drawing/2014/main" id="{AD0B449B-A2C1-430D-B076-65B7E228549E}"/>
              </a:ext>
            </a:extLst>
          </p:cNvPr>
          <p:cNvSpPr>
            <a:spLocks xmlns:a="http://schemas.openxmlformats.org/drawingml/2006/main" noGrp="1"/>
          </p:cNvSpPr>
          <p:nvPr/>
        </p:nvSpPr>
        <p:spPr>
          <a:xfrm xmlns:a="http://schemas.openxmlformats.org/drawingml/2006/main">
            <a:off x="895350" y="6762750"/>
            <a:ext cx="2733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FFFFFF"/>
                </a:solidFill>
                <a:latin typeface="Arial"/>
                <a:ea typeface="Arial"/>
                <a:cs typeface="Arial"/>
              </a:defRPr>
            </a:defPPr>
            <a:lvl1pPr algn="ctr">
              <a:defRPr sz="1425" b="1">
                <a:solidFill>
                  <a:srgbClr val="FFFFFF"/>
                </a:solidFill>
                <a:latin typeface="Arial"/>
                <a:ea typeface="Arial"/>
                <a:cs typeface="Arial"/>
              </a:defRPr>
            </a:lvl1pPr>
            <a:lvl2pPr algn="ctr">
              <a:defRPr sz="1425" b="1">
                <a:solidFill>
                  <a:srgbClr val="FFFFFF"/>
                </a:solidFill>
                <a:latin typeface="Arial"/>
                <a:ea typeface="Arial"/>
                <a:cs typeface="Arial"/>
              </a:defRPr>
            </a:lvl2pPr>
            <a:lvl3pPr algn="ctr">
              <a:defRPr sz="1425" b="1">
                <a:solidFill>
                  <a:srgbClr val="FFFFFF"/>
                </a:solidFill>
                <a:latin typeface="Arial"/>
                <a:ea typeface="Arial"/>
                <a:cs typeface="Arial"/>
              </a:defRPr>
            </a:lvl3pPr>
            <a:lvl4pPr algn="ctr">
              <a:defRPr sz="1425" b="1">
                <a:solidFill>
                  <a:srgbClr val="FFFFFF"/>
                </a:solidFill>
                <a:latin typeface="Arial"/>
                <a:ea typeface="Arial"/>
                <a:cs typeface="Arial"/>
              </a:defRPr>
            </a:lvl4pPr>
            <a:lvl5pPr algn="ctr">
              <a:defRPr sz="1425" b="1">
                <a:solidFill>
                  <a:srgbClr val="FFFFFF"/>
                </a:solidFill>
                <a:latin typeface="Arial"/>
                <a:ea typeface="Arial"/>
                <a:cs typeface="Arial"/>
              </a:defRPr>
            </a:lvl5pPr>
            <a:lvl6pPr algn="ctr">
              <a:defRPr sz="1425" b="1">
                <a:solidFill>
                  <a:srgbClr val="FFFFFF"/>
                </a:solidFill>
                <a:latin typeface="Arial"/>
                <a:ea typeface="Arial"/>
                <a:cs typeface="Arial"/>
              </a:defRPr>
            </a:lvl6pPr>
            <a:lvl7pPr algn="ctr">
              <a:defRPr sz="1425" b="1">
                <a:solidFill>
                  <a:srgbClr val="FFFFFF"/>
                </a:solidFill>
                <a:latin typeface="Arial"/>
                <a:ea typeface="Arial"/>
                <a:cs typeface="Arial"/>
              </a:defRPr>
            </a:lvl7pPr>
            <a:lvl8pPr algn="ctr">
              <a:defRPr sz="1425" b="1">
                <a:solidFill>
                  <a:srgbClr val="FFFFFF"/>
                </a:solidFill>
                <a:latin typeface="Arial"/>
                <a:ea typeface="Arial"/>
                <a:cs typeface="Arial"/>
              </a:defRPr>
            </a:lvl8pPr>
            <a:lvl9pPr algn="ctr">
              <a:defRPr sz="1425" b="1">
                <a:solidFill>
                  <a:srgbClr val="FFFFFF"/>
                </a:solidFill>
                <a:latin typeface="Arial"/>
                <a:ea typeface="Arial"/>
                <a:cs typeface="Arial"/>
              </a:defRPr>
            </a:lvl9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Create My Migration Plan</a:t>
            </a:r>
          </a:p>
        </p:txBody>
      </p:sp>
      <p:sp>
        <p:nvSpPr>
          <p:cNvPr id="31" name="s2-Button Explain readiness (Proposed)">
            <a:extLst xmlns:a="http://schemas.openxmlformats.org/drawingml/2006/main">
              <a:ext uri="{FF2B5EF4-FFF2-40B4-BE49-F238E27FC236}">
                <a16:creationId xmlns:a16="http://schemas.microsoft.com/office/drawing/2014/main" id="{F46E351A-E828-4AC8-B62F-8FEA6B96B81F}"/>
              </a:ext>
            </a:extLst>
          </p:cNvPr>
          <p:cNvSpPr>
            <a:spLocks xmlns:a="http://schemas.openxmlformats.org/drawingml/2006/main" noGrp="1"/>
          </p:cNvSpPr>
          <p:nvPr/>
        </p:nvSpPr>
        <p:spPr>
          <a:xfrm xmlns:a="http://schemas.openxmlformats.org/drawingml/2006/main">
            <a:off x="3933825" y="6705600"/>
            <a:ext cx="3400425" cy="438150"/>
          </a:xfrm>
          <a:prstGeom xmlns:a="http://schemas.openxmlformats.org/drawingml/2006/main" prst="roundRect">
            <a:avLst>
              <a:gd name="adj" fmla="val 17391"/>
            </a:avLst>
          </a:prstGeom>
          <a:solidFill xmlns:a="http://schemas.openxmlformats.org/drawingml/2006/main">
            <a:srgbClr val="EEECFF"/>
          </a:solidFill>
          <a:ln xmlns:a="http://schemas.openxmlformats.org/drawingml/2006/main" w="0">
            <a:noFill/>
            <a:prstDash val="solid"/>
          </a:ln>
        </p:spPr>
      </p:sp>
      <p:sp>
        <p:nvSpPr>
          <p:cNvPr id="32" name="s2-Button label Explain readiness (Proposed)">
            <a:extLst xmlns:a="http://schemas.openxmlformats.org/drawingml/2006/main">
              <a:ext uri="{FF2B5EF4-FFF2-40B4-BE49-F238E27FC236}">
                <a16:creationId xmlns:a16="http://schemas.microsoft.com/office/drawing/2014/main" id="{0A4B4990-47E4-470C-B3F5-728FDC423136}"/>
              </a:ext>
            </a:extLst>
          </p:cNvPr>
          <p:cNvSpPr>
            <a:spLocks xmlns:a="http://schemas.openxmlformats.org/drawingml/2006/main" noGrp="1"/>
          </p:cNvSpPr>
          <p:nvPr/>
        </p:nvSpPr>
        <p:spPr>
          <a:xfrm xmlns:a="http://schemas.openxmlformats.org/drawingml/2006/main">
            <a:off x="4067175" y="6762750"/>
            <a:ext cx="3133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5448C8"/>
                </a:solidFill>
                <a:latin typeface="Arial"/>
                <a:ea typeface="Arial"/>
                <a:cs typeface="Arial"/>
              </a:defRPr>
            </a:defPPr>
            <a:lvl1pPr algn="ctr">
              <a:defRPr sz="1425" b="1">
                <a:solidFill>
                  <a:srgbClr val="5448C8"/>
                </a:solidFill>
                <a:latin typeface="Arial"/>
                <a:ea typeface="Arial"/>
                <a:cs typeface="Arial"/>
              </a:defRPr>
            </a:lvl1pPr>
            <a:lvl2pPr algn="ctr">
              <a:defRPr sz="1425" b="1">
                <a:solidFill>
                  <a:srgbClr val="5448C8"/>
                </a:solidFill>
                <a:latin typeface="Arial"/>
                <a:ea typeface="Arial"/>
                <a:cs typeface="Arial"/>
              </a:defRPr>
            </a:lvl2pPr>
            <a:lvl3pPr algn="ctr">
              <a:defRPr sz="1425" b="1">
                <a:solidFill>
                  <a:srgbClr val="5448C8"/>
                </a:solidFill>
                <a:latin typeface="Arial"/>
                <a:ea typeface="Arial"/>
                <a:cs typeface="Arial"/>
              </a:defRPr>
            </a:lvl3pPr>
            <a:lvl4pPr algn="ctr">
              <a:defRPr sz="1425" b="1">
                <a:solidFill>
                  <a:srgbClr val="5448C8"/>
                </a:solidFill>
                <a:latin typeface="Arial"/>
                <a:ea typeface="Arial"/>
                <a:cs typeface="Arial"/>
              </a:defRPr>
            </a:lvl4pPr>
            <a:lvl5pPr algn="ctr">
              <a:defRPr sz="1425" b="1">
                <a:solidFill>
                  <a:srgbClr val="5448C8"/>
                </a:solidFill>
                <a:latin typeface="Arial"/>
                <a:ea typeface="Arial"/>
                <a:cs typeface="Arial"/>
              </a:defRPr>
            </a:lvl5pPr>
            <a:lvl6pPr algn="ctr">
              <a:defRPr sz="1425" b="1">
                <a:solidFill>
                  <a:srgbClr val="5448C8"/>
                </a:solidFill>
                <a:latin typeface="Arial"/>
                <a:ea typeface="Arial"/>
                <a:cs typeface="Arial"/>
              </a:defRPr>
            </a:lvl6pPr>
            <a:lvl7pPr algn="ctr">
              <a:defRPr sz="1425" b="1">
                <a:solidFill>
                  <a:srgbClr val="5448C8"/>
                </a:solidFill>
                <a:latin typeface="Arial"/>
                <a:ea typeface="Arial"/>
                <a:cs typeface="Arial"/>
              </a:defRPr>
            </a:lvl7pPr>
            <a:lvl8pPr algn="ctr">
              <a:defRPr sz="1425" b="1">
                <a:solidFill>
                  <a:srgbClr val="5448C8"/>
                </a:solidFill>
                <a:latin typeface="Arial"/>
                <a:ea typeface="Arial"/>
                <a:cs typeface="Arial"/>
              </a:defRPr>
            </a:lvl8pPr>
            <a:lvl9pPr algn="ctr">
              <a:defRPr sz="1425" b="1">
                <a:solidFill>
                  <a:srgbClr val="5448C8"/>
                </a:solidFill>
                <a:latin typeface="Arial"/>
                <a:ea typeface="Arial"/>
                <a:cs typeface="Arial"/>
              </a:defRPr>
            </a:lvl9pPr>
          </a:lstStyle>
          <a:p xmlns:a="http://schemas.openxmlformats.org/drawingml/2006/main">
            <a:pPr algn="ctr">
              <a:defRPr sz="1425" b="1">
                <a:solidFill>
                  <a:srgbClr val="5448C8"/>
                </a:solidFill>
                <a:latin typeface="Arial"/>
                <a:ea typeface="Arial"/>
                <a:cs typeface="Arial"/>
              </a:defRPr>
            </a:pPr>
            <a:r>
              <a:rPr sz="1425" b="1">
                <a:solidFill>
                  <a:srgbClr val="5448C8"/>
                </a:solidFill>
                <a:latin typeface="Arial"/>
                <a:ea typeface="Arial"/>
                <a:cs typeface="Arial"/>
              </a:rPr>
              <a:t>Explain readiness (Proposed)</a:t>
            </a:r>
          </a:p>
        </p:txBody>
      </p:sp>
      <p:sp>
        <p:nvSpPr>
          <p:cNvPr id="33" name="s2-Alternate readiness failure">
            <a:extLst xmlns:a="http://schemas.openxmlformats.org/drawingml/2006/main">
              <a:ext uri="{FF2B5EF4-FFF2-40B4-BE49-F238E27FC236}">
                <a16:creationId xmlns:a16="http://schemas.microsoft.com/office/drawing/2014/main" id="{F4BD5DD9-E2D6-436C-A705-7D0183131DE6}"/>
              </a:ext>
            </a:extLst>
          </p:cNvPr>
          <p:cNvSpPr>
            <a:spLocks xmlns:a="http://schemas.openxmlformats.org/drawingml/2006/main" noGrp="1"/>
          </p:cNvSpPr>
          <p:nvPr/>
        </p:nvSpPr>
        <p:spPr>
          <a:xfrm xmlns:a="http://schemas.openxmlformats.org/drawingml/2006/main">
            <a:off x="7667625" y="3838575"/>
            <a:ext cx="3648075" cy="3162300"/>
          </a:xfrm>
          <a:prstGeom xmlns:a="http://schemas.openxmlformats.org/drawingml/2006/main" prst="roundRect">
            <a:avLst>
              <a:gd name="adj" fmla="val 2410"/>
            </a:avLst>
          </a:prstGeom>
          <a:solidFill xmlns:a="http://schemas.openxmlformats.org/drawingml/2006/main">
            <a:srgbClr val="FFF4D6"/>
          </a:solidFill>
          <a:ln xmlns:a="http://schemas.openxmlformats.org/drawingml/2006/main" w="0">
            <a:noFill/>
            <a:prstDash val="solid"/>
          </a:ln>
        </p:spPr>
      </p:sp>
      <p:sp>
        <p:nvSpPr>
          <p:cNvPr id="34" name="s2-Alternate state label">
            <a:extLst xmlns:a="http://schemas.openxmlformats.org/drawingml/2006/main">
              <a:ext uri="{FF2B5EF4-FFF2-40B4-BE49-F238E27FC236}">
                <a16:creationId xmlns:a16="http://schemas.microsoft.com/office/drawing/2014/main" id="{041BDF4F-5E95-4503-B742-4B7C86B748AC}"/>
              </a:ext>
            </a:extLst>
          </p:cNvPr>
          <p:cNvSpPr>
            <a:spLocks xmlns:a="http://schemas.openxmlformats.org/drawingml/2006/main" noGrp="1"/>
          </p:cNvSpPr>
          <p:nvPr/>
        </p:nvSpPr>
        <p:spPr>
          <a:xfrm xmlns:a="http://schemas.openxmlformats.org/drawingml/2006/main">
            <a:off x="7858125" y="3990975"/>
            <a:ext cx="32670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A15C00"/>
                </a:solidFill>
                <a:latin typeface="Arial"/>
                <a:ea typeface="Arial"/>
                <a:cs typeface="Arial"/>
              </a:defRPr>
            </a:defPPr>
            <a:lvl1pPr algn="l">
              <a:defRPr sz="1125" b="1">
                <a:solidFill>
                  <a:srgbClr val="A15C00"/>
                </a:solidFill>
                <a:latin typeface="Arial"/>
                <a:ea typeface="Arial"/>
                <a:cs typeface="Arial"/>
              </a:defRPr>
            </a:lvl1pPr>
            <a:lvl2pPr algn="l">
              <a:defRPr sz="1125" b="1">
                <a:solidFill>
                  <a:srgbClr val="A15C00"/>
                </a:solidFill>
                <a:latin typeface="Arial"/>
                <a:ea typeface="Arial"/>
                <a:cs typeface="Arial"/>
              </a:defRPr>
            </a:lvl2pPr>
            <a:lvl3pPr algn="l">
              <a:defRPr sz="1125" b="1">
                <a:solidFill>
                  <a:srgbClr val="A15C00"/>
                </a:solidFill>
                <a:latin typeface="Arial"/>
                <a:ea typeface="Arial"/>
                <a:cs typeface="Arial"/>
              </a:defRPr>
            </a:lvl3pPr>
            <a:lvl4pPr algn="l">
              <a:defRPr sz="1125" b="1">
                <a:solidFill>
                  <a:srgbClr val="A15C00"/>
                </a:solidFill>
                <a:latin typeface="Arial"/>
                <a:ea typeface="Arial"/>
                <a:cs typeface="Arial"/>
              </a:defRPr>
            </a:lvl4pPr>
            <a:lvl5pPr algn="l">
              <a:defRPr sz="1125" b="1">
                <a:solidFill>
                  <a:srgbClr val="A15C00"/>
                </a:solidFill>
                <a:latin typeface="Arial"/>
                <a:ea typeface="Arial"/>
                <a:cs typeface="Arial"/>
              </a:defRPr>
            </a:lvl5pPr>
            <a:lvl6pPr algn="l">
              <a:defRPr sz="1125" b="1">
                <a:solidFill>
                  <a:srgbClr val="A15C00"/>
                </a:solidFill>
                <a:latin typeface="Arial"/>
                <a:ea typeface="Arial"/>
                <a:cs typeface="Arial"/>
              </a:defRPr>
            </a:lvl6pPr>
            <a:lvl7pPr algn="l">
              <a:defRPr sz="1125" b="1">
                <a:solidFill>
                  <a:srgbClr val="A15C00"/>
                </a:solidFill>
                <a:latin typeface="Arial"/>
                <a:ea typeface="Arial"/>
                <a:cs typeface="Arial"/>
              </a:defRPr>
            </a:lvl7pPr>
            <a:lvl8pPr algn="l">
              <a:defRPr sz="1125" b="1">
                <a:solidFill>
                  <a:srgbClr val="A15C00"/>
                </a:solidFill>
                <a:latin typeface="Arial"/>
                <a:ea typeface="Arial"/>
                <a:cs typeface="Arial"/>
              </a:defRPr>
            </a:lvl8pPr>
            <a:lvl9pPr algn="l">
              <a:defRPr sz="1125" b="1">
                <a:solidFill>
                  <a:srgbClr val="A15C00"/>
                </a:solidFill>
                <a:latin typeface="Arial"/>
                <a:ea typeface="Arial"/>
                <a:cs typeface="Arial"/>
              </a:defRPr>
            </a:lvl9pPr>
          </a:lstStyle>
          <a:p xmlns:a="http://schemas.openxmlformats.org/drawingml/2006/main">
            <a:pPr algn="l">
              <a:defRPr sz="1125" b="1">
                <a:solidFill>
                  <a:srgbClr val="A15C00"/>
                </a:solidFill>
                <a:latin typeface="Arial"/>
                <a:ea typeface="Arial"/>
                <a:cs typeface="Arial"/>
              </a:defRPr>
            </a:pPr>
            <a:r>
              <a:rPr sz="1125" b="1">
                <a:solidFill>
                  <a:srgbClr val="A15C00"/>
                </a:solidFill>
                <a:latin typeface="Arial"/>
                <a:ea typeface="Arial"/>
                <a:cs typeface="Arial"/>
              </a:rPr>
              <a:t>ALTERNATE SYNTHETIC CASE</a:t>
            </a:r>
          </a:p>
        </p:txBody>
      </p:sp>
      <p:sp>
        <p:nvSpPr>
          <p:cNvPr id="35" name="s2-Alternate sample">
            <a:extLst xmlns:a="http://schemas.openxmlformats.org/drawingml/2006/main">
              <a:ext uri="{FF2B5EF4-FFF2-40B4-BE49-F238E27FC236}">
                <a16:creationId xmlns:a16="http://schemas.microsoft.com/office/drawing/2014/main" id="{32BCB506-9C02-4AC5-A582-789444EE19DD}"/>
              </a:ext>
            </a:extLst>
          </p:cNvPr>
          <p:cNvSpPr>
            <a:spLocks xmlns:a="http://schemas.openxmlformats.org/drawingml/2006/main" noGrp="1"/>
          </p:cNvSpPr>
          <p:nvPr/>
        </p:nvSpPr>
        <p:spPr>
          <a:xfrm xmlns:a="http://schemas.openxmlformats.org/drawingml/2006/main">
            <a:off x="7858125" y="4305300"/>
            <a:ext cx="32670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11827"/>
                </a:solidFill>
                <a:latin typeface="Arial"/>
                <a:ea typeface="Arial"/>
                <a:cs typeface="Arial"/>
              </a:defRPr>
            </a:defPPr>
            <a:lvl1pPr algn="l">
              <a:defRPr sz="1725" b="1">
                <a:solidFill>
                  <a:srgbClr val="111827"/>
                </a:solidFill>
                <a:latin typeface="Arial"/>
                <a:ea typeface="Arial"/>
                <a:cs typeface="Arial"/>
              </a:defRPr>
            </a:lvl1pPr>
            <a:lvl2pPr algn="l">
              <a:defRPr sz="1725" b="1">
                <a:solidFill>
                  <a:srgbClr val="111827"/>
                </a:solidFill>
                <a:latin typeface="Arial"/>
                <a:ea typeface="Arial"/>
                <a:cs typeface="Arial"/>
              </a:defRPr>
            </a:lvl2pPr>
            <a:lvl3pPr algn="l">
              <a:defRPr sz="1725" b="1">
                <a:solidFill>
                  <a:srgbClr val="111827"/>
                </a:solidFill>
                <a:latin typeface="Arial"/>
                <a:ea typeface="Arial"/>
                <a:cs typeface="Arial"/>
              </a:defRPr>
            </a:lvl3pPr>
            <a:lvl4pPr algn="l">
              <a:defRPr sz="1725" b="1">
                <a:solidFill>
                  <a:srgbClr val="111827"/>
                </a:solidFill>
                <a:latin typeface="Arial"/>
                <a:ea typeface="Arial"/>
                <a:cs typeface="Arial"/>
              </a:defRPr>
            </a:lvl4pPr>
            <a:lvl5pPr algn="l">
              <a:defRPr sz="1725" b="1">
                <a:solidFill>
                  <a:srgbClr val="111827"/>
                </a:solidFill>
                <a:latin typeface="Arial"/>
                <a:ea typeface="Arial"/>
                <a:cs typeface="Arial"/>
              </a:defRPr>
            </a:lvl5pPr>
            <a:lvl6pPr algn="l">
              <a:defRPr sz="1725" b="1">
                <a:solidFill>
                  <a:srgbClr val="111827"/>
                </a:solidFill>
                <a:latin typeface="Arial"/>
                <a:ea typeface="Arial"/>
                <a:cs typeface="Arial"/>
              </a:defRPr>
            </a:lvl6pPr>
            <a:lvl7pPr algn="l">
              <a:defRPr sz="1725" b="1">
                <a:solidFill>
                  <a:srgbClr val="111827"/>
                </a:solidFill>
                <a:latin typeface="Arial"/>
                <a:ea typeface="Arial"/>
                <a:cs typeface="Arial"/>
              </a:defRPr>
            </a:lvl7pPr>
            <a:lvl8pPr algn="l">
              <a:defRPr sz="1725" b="1">
                <a:solidFill>
                  <a:srgbClr val="111827"/>
                </a:solidFill>
                <a:latin typeface="Arial"/>
                <a:ea typeface="Arial"/>
                <a:cs typeface="Arial"/>
              </a:defRPr>
            </a:lvl8pPr>
            <a:lvl9pPr algn="l">
              <a:defRPr sz="1725" b="1">
                <a:solidFill>
                  <a:srgbClr val="111827"/>
                </a:solidFill>
                <a:latin typeface="Arial"/>
                <a:ea typeface="Arial"/>
                <a:cs typeface="Arial"/>
              </a:defRPr>
            </a:lvl9pPr>
          </a:lstStyle>
          <a:p xmlns:a="http://schemas.openxmlformats.org/drawingml/2006/main">
            <a:pPr algn="l">
              <a:defRPr sz="1725" b="1">
                <a:solidFill>
                  <a:srgbClr val="111827"/>
                </a:solidFill>
                <a:latin typeface="Arial"/>
                <a:ea typeface="Arial"/>
                <a:cs typeface="Arial"/>
              </a:defRPr>
            </a:pPr>
            <a:r>
              <a:rPr sz="1725" b="1">
                <a:solidFill>
                  <a:srgbClr val="111827"/>
                </a:solidFill>
                <a:latin typeface="Arial"/>
                <a:ea typeface="Arial"/>
                <a:cs typeface="Arial"/>
              </a:rPr>
              <a:t>Northstar Supplies</a:t>
            </a:r>
          </a:p>
        </p:txBody>
      </p:sp>
      <p:sp>
        <p:nvSpPr>
          <p:cNvPr id="36" name="s2-Alternate readiness findings">
            <a:extLst xmlns:a="http://schemas.openxmlformats.org/drawingml/2006/main">
              <a:ext uri="{FF2B5EF4-FFF2-40B4-BE49-F238E27FC236}">
                <a16:creationId xmlns:a16="http://schemas.microsoft.com/office/drawing/2014/main" id="{A3238B4F-563D-49AD-AEDB-D9193C5832A7}"/>
              </a:ext>
            </a:extLst>
          </p:cNvPr>
          <p:cNvSpPr>
            <a:spLocks xmlns:a="http://schemas.openxmlformats.org/drawingml/2006/main" noGrp="1"/>
          </p:cNvSpPr>
          <p:nvPr/>
        </p:nvSpPr>
        <p:spPr>
          <a:xfrm xmlns:a="http://schemas.openxmlformats.org/drawingml/2006/main">
            <a:off x="7858125" y="4686300"/>
            <a:ext cx="3267075"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11827"/>
                </a:solidFill>
                <a:latin typeface="Arial"/>
                <a:ea typeface="Arial"/>
                <a:cs typeface="Arial"/>
              </a:defRPr>
            </a:defPPr>
            <a:lvl1pPr algn="l">
              <a:defRPr sz="1425" b="0">
                <a:solidFill>
                  <a:srgbClr val="111827"/>
                </a:solidFill>
                <a:latin typeface="Arial"/>
                <a:ea typeface="Arial"/>
                <a:cs typeface="Arial"/>
              </a:defRPr>
            </a:lvl1pPr>
            <a:lvl2pPr algn="l">
              <a:defRPr sz="1425" b="0">
                <a:solidFill>
                  <a:srgbClr val="111827"/>
                </a:solidFill>
                <a:latin typeface="Arial"/>
                <a:ea typeface="Arial"/>
                <a:cs typeface="Arial"/>
              </a:defRPr>
            </a:lvl2pPr>
            <a:lvl3pPr algn="l">
              <a:defRPr sz="1425" b="0">
                <a:solidFill>
                  <a:srgbClr val="111827"/>
                </a:solidFill>
                <a:latin typeface="Arial"/>
                <a:ea typeface="Arial"/>
                <a:cs typeface="Arial"/>
              </a:defRPr>
            </a:lvl3pPr>
            <a:lvl4pPr algn="l">
              <a:defRPr sz="1425" b="0">
                <a:solidFill>
                  <a:srgbClr val="111827"/>
                </a:solidFill>
                <a:latin typeface="Arial"/>
                <a:ea typeface="Arial"/>
                <a:cs typeface="Arial"/>
              </a:defRPr>
            </a:lvl4pPr>
            <a:lvl5pPr algn="l">
              <a:defRPr sz="1425" b="0">
                <a:solidFill>
                  <a:srgbClr val="111827"/>
                </a:solidFill>
                <a:latin typeface="Arial"/>
                <a:ea typeface="Arial"/>
                <a:cs typeface="Arial"/>
              </a:defRPr>
            </a:lvl5pPr>
            <a:lvl6pPr algn="l">
              <a:defRPr sz="1425" b="0">
                <a:solidFill>
                  <a:srgbClr val="111827"/>
                </a:solidFill>
                <a:latin typeface="Arial"/>
                <a:ea typeface="Arial"/>
                <a:cs typeface="Arial"/>
              </a:defRPr>
            </a:lvl6pPr>
            <a:lvl7pPr algn="l">
              <a:defRPr sz="1425" b="0">
                <a:solidFill>
                  <a:srgbClr val="111827"/>
                </a:solidFill>
                <a:latin typeface="Arial"/>
                <a:ea typeface="Arial"/>
                <a:cs typeface="Arial"/>
              </a:defRPr>
            </a:lvl7pPr>
            <a:lvl8pPr algn="l">
              <a:defRPr sz="1425" b="0">
                <a:solidFill>
                  <a:srgbClr val="111827"/>
                </a:solidFill>
                <a:latin typeface="Arial"/>
                <a:ea typeface="Arial"/>
                <a:cs typeface="Arial"/>
              </a:defRPr>
            </a:lvl8pPr>
            <a:lvl9pPr algn="l">
              <a:defRPr sz="1425" b="0">
                <a:solidFill>
                  <a:srgbClr val="111827"/>
                </a:solidFill>
                <a:latin typeface="Arial"/>
                <a:ea typeface="Arial"/>
                <a:cs typeface="Arial"/>
              </a:defRPr>
            </a:lvl9pPr>
          </a:lstStyle>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1 blocker + 3 warnings</a:t>
            </a:r>
          </a:p>
          <a:p xmlns:a="http://schemas.openxmlformats.org/drawingml/2006/main">
            <a:r>
              <a:t/>
            </a:r>
          </a:p>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Missing customer reference</a:t>
            </a:r>
          </a:p>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Possible duplicate customers</a:t>
            </a:r>
          </a:p>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Vendor name missing</a:t>
            </a:r>
          </a:p>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Unsupported setting</a:t>
            </a:r>
          </a:p>
        </p:txBody>
      </p:sp>
      <p:sp>
        <p:nvSpPr>
          <p:cNvPr id="37" name="s2-Alternate required action">
            <a:extLst xmlns:a="http://schemas.openxmlformats.org/drawingml/2006/main">
              <a:ext uri="{FF2B5EF4-FFF2-40B4-BE49-F238E27FC236}">
                <a16:creationId xmlns:a16="http://schemas.microsoft.com/office/drawing/2014/main" id="{CB39391C-0F2B-49E5-8352-A9BA9FC22539}"/>
              </a:ext>
            </a:extLst>
          </p:cNvPr>
          <p:cNvSpPr>
            <a:spLocks xmlns:a="http://schemas.openxmlformats.org/drawingml/2006/main" noGrp="1"/>
          </p:cNvSpPr>
          <p:nvPr/>
        </p:nvSpPr>
        <p:spPr>
          <a:xfrm xmlns:a="http://schemas.openxmlformats.org/drawingml/2006/main">
            <a:off x="7858125" y="6267450"/>
            <a:ext cx="32670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Inspect source records, correct</a:t>
            </a:r>
          </a:p>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them, then reassess.</a:t>
            </a:r>
          </a:p>
        </p:txBody>
      </p:sp>
      <p:sp>
        <p:nvSpPr>
          <p:cNvPr id="38" name="s2-Resolve issues link">
            <a:extLst xmlns:a="http://schemas.openxmlformats.org/drawingml/2006/main">
              <a:ext uri="{FF2B5EF4-FFF2-40B4-BE49-F238E27FC236}">
                <a16:creationId xmlns:a16="http://schemas.microsoft.com/office/drawing/2014/main" id="{C1DBA98D-B9A9-4393-A107-86CD2AF45C4D}"/>
              </a:ext>
            </a:extLst>
          </p:cNvPr>
          <p:cNvSpPr>
            <a:spLocks xmlns:a="http://schemas.openxmlformats.org/drawingml/2006/main" noGrp="1"/>
          </p:cNvSpPr>
          <p:nvPr/>
        </p:nvSpPr>
        <p:spPr>
          <a:xfrm xmlns:a="http://schemas.openxmlformats.org/drawingml/2006/main">
            <a:off x="7858125" y="6705600"/>
            <a:ext cx="32670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55EEF"/>
                </a:solidFill>
                <a:latin typeface="Arial"/>
                <a:ea typeface="Arial"/>
                <a:cs typeface="Arial"/>
              </a:defRPr>
            </a:defPPr>
            <a:lvl1pPr algn="l">
              <a:defRPr sz="1350" b="1">
                <a:solidFill>
                  <a:srgbClr val="155EEF"/>
                </a:solidFill>
                <a:latin typeface="Arial"/>
                <a:ea typeface="Arial"/>
                <a:cs typeface="Arial"/>
              </a:defRPr>
            </a:lvl1pPr>
            <a:lvl2pPr algn="l">
              <a:defRPr sz="1350" b="1">
                <a:solidFill>
                  <a:srgbClr val="155EEF"/>
                </a:solidFill>
                <a:latin typeface="Arial"/>
                <a:ea typeface="Arial"/>
                <a:cs typeface="Arial"/>
              </a:defRPr>
            </a:lvl2pPr>
            <a:lvl3pPr algn="l">
              <a:defRPr sz="1350" b="1">
                <a:solidFill>
                  <a:srgbClr val="155EEF"/>
                </a:solidFill>
                <a:latin typeface="Arial"/>
                <a:ea typeface="Arial"/>
                <a:cs typeface="Arial"/>
              </a:defRPr>
            </a:lvl3pPr>
            <a:lvl4pPr algn="l">
              <a:defRPr sz="1350" b="1">
                <a:solidFill>
                  <a:srgbClr val="155EEF"/>
                </a:solidFill>
                <a:latin typeface="Arial"/>
                <a:ea typeface="Arial"/>
                <a:cs typeface="Arial"/>
              </a:defRPr>
            </a:lvl4pPr>
            <a:lvl5pPr algn="l">
              <a:defRPr sz="1350" b="1">
                <a:solidFill>
                  <a:srgbClr val="155EEF"/>
                </a:solidFill>
                <a:latin typeface="Arial"/>
                <a:ea typeface="Arial"/>
                <a:cs typeface="Arial"/>
              </a:defRPr>
            </a:lvl5pPr>
            <a:lvl6pPr algn="l">
              <a:defRPr sz="1350" b="1">
                <a:solidFill>
                  <a:srgbClr val="155EEF"/>
                </a:solidFill>
                <a:latin typeface="Arial"/>
                <a:ea typeface="Arial"/>
                <a:cs typeface="Arial"/>
              </a:defRPr>
            </a:lvl6pPr>
            <a:lvl7pPr algn="l">
              <a:defRPr sz="1350" b="1">
                <a:solidFill>
                  <a:srgbClr val="155EEF"/>
                </a:solidFill>
                <a:latin typeface="Arial"/>
                <a:ea typeface="Arial"/>
                <a:cs typeface="Arial"/>
              </a:defRPr>
            </a:lvl7pPr>
            <a:lvl8pPr algn="l">
              <a:defRPr sz="1350" b="1">
                <a:solidFill>
                  <a:srgbClr val="155EEF"/>
                </a:solidFill>
                <a:latin typeface="Arial"/>
                <a:ea typeface="Arial"/>
                <a:cs typeface="Arial"/>
              </a:defRPr>
            </a:lvl8pPr>
            <a:lvl9pPr algn="l">
              <a:defRPr sz="1350" b="1">
                <a:solidFill>
                  <a:srgbClr val="155EEF"/>
                </a:solidFill>
                <a:latin typeface="Arial"/>
                <a:ea typeface="Arial"/>
                <a:cs typeface="Arial"/>
              </a:defRPr>
            </a:lvl9pPr>
          </a:lstStyle>
          <a:p xmlns:a="http://schemas.openxmlformats.org/drawingml/2006/main">
            <a:pPr algn="l">
              <a:defRPr sz="1350" b="1">
                <a:solidFill>
                  <a:srgbClr val="155EEF"/>
                </a:solidFill>
                <a:latin typeface="Arial"/>
                <a:ea typeface="Arial"/>
                <a:cs typeface="Arial"/>
              </a:defRPr>
            </a:pPr>
            <a:r>
              <a:rPr sz="1350" b="1">
                <a:solidFill>
                  <a:srgbClr val="155EEF"/>
                </a:solidFill>
                <a:latin typeface="Arial"/>
                <a:ea typeface="Arial"/>
                <a:cs typeface="Arial"/>
              </a:rPr>
              <a:t>Review source issues</a:t>
            </a:r>
          </a:p>
        </p:txBody>
      </p:sp>
      <p:sp>
        <p:nvSpPr>
          <p:cNvPr id="39" name="s2-Rail problem label">
            <a:extLst xmlns:a="http://schemas.openxmlformats.org/drawingml/2006/main">
              <a:ext uri="{FF2B5EF4-FFF2-40B4-BE49-F238E27FC236}">
                <a16:creationId xmlns:a16="http://schemas.microsoft.com/office/drawing/2014/main" id="{32B91FB1-3144-445D-BC42-41DAE0FE23B1}"/>
              </a:ext>
            </a:extLst>
          </p:cNvPr>
          <p:cNvSpPr>
            <a:spLocks xmlns:a="http://schemas.openxmlformats.org/drawingml/2006/main" noGrp="1"/>
          </p:cNvSpPr>
          <p:nvPr/>
        </p:nvSpPr>
        <p:spPr>
          <a:xfrm xmlns:a="http://schemas.openxmlformats.org/drawingml/2006/main">
            <a:off x="12001500" y="1943100"/>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64748B"/>
                </a:solidFill>
                <a:latin typeface="Arial"/>
                <a:ea typeface="Arial"/>
                <a:cs typeface="Arial"/>
              </a:defRPr>
            </a:defPPr>
            <a:lvl1pPr algn="l">
              <a:defRPr sz="1200" b="1">
                <a:solidFill>
                  <a:srgbClr val="64748B"/>
                </a:solidFill>
                <a:latin typeface="Arial"/>
                <a:ea typeface="Arial"/>
                <a:cs typeface="Arial"/>
              </a:defRPr>
            </a:lvl1pPr>
            <a:lvl2pPr algn="l">
              <a:defRPr sz="1200" b="1">
                <a:solidFill>
                  <a:srgbClr val="64748B"/>
                </a:solidFill>
                <a:latin typeface="Arial"/>
                <a:ea typeface="Arial"/>
                <a:cs typeface="Arial"/>
              </a:defRPr>
            </a:lvl2pPr>
            <a:lvl3pPr algn="l">
              <a:defRPr sz="1200" b="1">
                <a:solidFill>
                  <a:srgbClr val="64748B"/>
                </a:solidFill>
                <a:latin typeface="Arial"/>
                <a:ea typeface="Arial"/>
                <a:cs typeface="Arial"/>
              </a:defRPr>
            </a:lvl3pPr>
            <a:lvl4pPr algn="l">
              <a:defRPr sz="1200" b="1">
                <a:solidFill>
                  <a:srgbClr val="64748B"/>
                </a:solidFill>
                <a:latin typeface="Arial"/>
                <a:ea typeface="Arial"/>
                <a:cs typeface="Arial"/>
              </a:defRPr>
            </a:lvl4pPr>
            <a:lvl5pPr algn="l">
              <a:defRPr sz="1200" b="1">
                <a:solidFill>
                  <a:srgbClr val="64748B"/>
                </a:solidFill>
                <a:latin typeface="Arial"/>
                <a:ea typeface="Arial"/>
                <a:cs typeface="Arial"/>
              </a:defRPr>
            </a:lvl5pPr>
            <a:lvl6pPr algn="l">
              <a:defRPr sz="1200" b="1">
                <a:solidFill>
                  <a:srgbClr val="64748B"/>
                </a:solidFill>
                <a:latin typeface="Arial"/>
                <a:ea typeface="Arial"/>
                <a:cs typeface="Arial"/>
              </a:defRPr>
            </a:lvl6pPr>
            <a:lvl7pPr algn="l">
              <a:defRPr sz="1200" b="1">
                <a:solidFill>
                  <a:srgbClr val="64748B"/>
                </a:solidFill>
                <a:latin typeface="Arial"/>
                <a:ea typeface="Arial"/>
                <a:cs typeface="Arial"/>
              </a:defRPr>
            </a:lvl7pPr>
            <a:lvl8pPr algn="l">
              <a:defRPr sz="1200" b="1">
                <a:solidFill>
                  <a:srgbClr val="64748B"/>
                </a:solidFill>
                <a:latin typeface="Arial"/>
                <a:ea typeface="Arial"/>
                <a:cs typeface="Arial"/>
              </a:defRPr>
            </a:lvl8pPr>
            <a:lvl9pPr algn="l">
              <a:defRPr sz="1200" b="1">
                <a:solidFill>
                  <a:srgbClr val="64748B"/>
                </a:solidFill>
                <a:latin typeface="Arial"/>
                <a:ea typeface="Arial"/>
                <a:cs typeface="Arial"/>
              </a:defRPr>
            </a:lvl9pPr>
          </a:lstStyle>
          <a:p xmlns:a="http://schemas.openxmlformats.org/drawingml/2006/main">
            <a:pPr algn="l">
              <a:defRPr sz="1200" b="1">
                <a:solidFill>
                  <a:srgbClr val="64748B"/>
                </a:solidFill>
                <a:latin typeface="Arial"/>
                <a:ea typeface="Arial"/>
                <a:cs typeface="Arial"/>
              </a:defRPr>
            </a:pPr>
            <a:r>
              <a:rPr sz="1200" b="1">
                <a:solidFill>
                  <a:srgbClr val="64748B"/>
                </a:solidFill>
                <a:latin typeface="Arial"/>
                <a:ea typeface="Arial"/>
                <a:cs typeface="Arial"/>
              </a:rPr>
              <a:t>CUSTOMER NEED</a:t>
            </a:r>
          </a:p>
        </p:txBody>
      </p:sp>
      <p:sp>
        <p:nvSpPr>
          <p:cNvPr id="40" name="s2-Rail problem title">
            <a:extLst xmlns:a="http://schemas.openxmlformats.org/drawingml/2006/main">
              <a:ext uri="{FF2B5EF4-FFF2-40B4-BE49-F238E27FC236}">
                <a16:creationId xmlns:a16="http://schemas.microsoft.com/office/drawing/2014/main" id="{B43821EA-8211-4022-9BAF-278AD817688E}"/>
              </a:ext>
            </a:extLst>
          </p:cNvPr>
          <p:cNvSpPr>
            <a:spLocks xmlns:a="http://schemas.openxmlformats.org/drawingml/2006/main" noGrp="1"/>
          </p:cNvSpPr>
          <p:nvPr/>
        </p:nvSpPr>
        <p:spPr>
          <a:xfrm xmlns:a="http://schemas.openxmlformats.org/drawingml/2006/main">
            <a:off x="12001500" y="2286000"/>
            <a:ext cx="28194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243F"/>
                </a:solidFill>
                <a:latin typeface="Arial"/>
                <a:ea typeface="Arial"/>
                <a:cs typeface="Arial"/>
              </a:defRPr>
            </a:defPPr>
            <a:lvl1pPr algn="l">
              <a:defRPr sz="2100" b="1">
                <a:solidFill>
                  <a:srgbClr val="17243F"/>
                </a:solidFill>
                <a:latin typeface="Arial"/>
                <a:ea typeface="Arial"/>
                <a:cs typeface="Arial"/>
              </a:defRPr>
            </a:lvl1pPr>
            <a:lvl2pPr algn="l">
              <a:defRPr sz="2100" b="1">
                <a:solidFill>
                  <a:srgbClr val="17243F"/>
                </a:solidFill>
                <a:latin typeface="Arial"/>
                <a:ea typeface="Arial"/>
                <a:cs typeface="Arial"/>
              </a:defRPr>
            </a:lvl2pPr>
            <a:lvl3pPr algn="l">
              <a:defRPr sz="2100" b="1">
                <a:solidFill>
                  <a:srgbClr val="17243F"/>
                </a:solidFill>
                <a:latin typeface="Arial"/>
                <a:ea typeface="Arial"/>
                <a:cs typeface="Arial"/>
              </a:defRPr>
            </a:lvl3pPr>
            <a:lvl4pPr algn="l">
              <a:defRPr sz="2100" b="1">
                <a:solidFill>
                  <a:srgbClr val="17243F"/>
                </a:solidFill>
                <a:latin typeface="Arial"/>
                <a:ea typeface="Arial"/>
                <a:cs typeface="Arial"/>
              </a:defRPr>
            </a:lvl4pPr>
            <a:lvl5pPr algn="l">
              <a:defRPr sz="2100" b="1">
                <a:solidFill>
                  <a:srgbClr val="17243F"/>
                </a:solidFill>
                <a:latin typeface="Arial"/>
                <a:ea typeface="Arial"/>
                <a:cs typeface="Arial"/>
              </a:defRPr>
            </a:lvl5pPr>
            <a:lvl6pPr algn="l">
              <a:defRPr sz="2100" b="1">
                <a:solidFill>
                  <a:srgbClr val="17243F"/>
                </a:solidFill>
                <a:latin typeface="Arial"/>
                <a:ea typeface="Arial"/>
                <a:cs typeface="Arial"/>
              </a:defRPr>
            </a:lvl6pPr>
            <a:lvl7pPr algn="l">
              <a:defRPr sz="2100" b="1">
                <a:solidFill>
                  <a:srgbClr val="17243F"/>
                </a:solidFill>
                <a:latin typeface="Arial"/>
                <a:ea typeface="Arial"/>
                <a:cs typeface="Arial"/>
              </a:defRPr>
            </a:lvl7pPr>
            <a:lvl8pPr algn="l">
              <a:defRPr sz="2100" b="1">
                <a:solidFill>
                  <a:srgbClr val="17243F"/>
                </a:solidFill>
                <a:latin typeface="Arial"/>
                <a:ea typeface="Arial"/>
                <a:cs typeface="Arial"/>
              </a:defRPr>
            </a:lvl8pPr>
            <a:lvl9pPr algn="l">
              <a:defRPr sz="2100" b="1">
                <a:solidFill>
                  <a:srgbClr val="17243F"/>
                </a:solidFill>
                <a:latin typeface="Arial"/>
                <a:ea typeface="Arial"/>
                <a:cs typeface="Arial"/>
              </a:defRPr>
            </a:lvl9pPr>
          </a:lstStyle>
          <a:p xmlns:a="http://schemas.openxmlformats.org/drawingml/2006/main">
            <a:pPr algn="l">
              <a:defRPr sz="2100" b="1">
                <a:solidFill>
                  <a:srgbClr val="17243F"/>
                </a:solidFill>
                <a:latin typeface="Arial"/>
                <a:ea typeface="Arial"/>
                <a:cs typeface="Arial"/>
              </a:defRPr>
            </a:pPr>
            <a:r>
              <a:rPr sz="2100" b="1">
                <a:solidFill>
                  <a:srgbClr val="17243F"/>
                </a:solidFill>
                <a:latin typeface="Arial"/>
                <a:ea typeface="Arial"/>
                <a:cs typeface="Arial"/>
              </a:rPr>
              <a:t>See the risk</a:t>
            </a:r>
          </a:p>
          <a:p xmlns:a="http://schemas.openxmlformats.org/drawingml/2006/main">
            <a:pPr algn="l">
              <a:defRPr sz="2100" b="1">
                <a:solidFill>
                  <a:srgbClr val="17243F"/>
                </a:solidFill>
                <a:latin typeface="Arial"/>
                <a:ea typeface="Arial"/>
                <a:cs typeface="Arial"/>
              </a:defRPr>
            </a:pPr>
            <a:r>
              <a:rPr sz="2100" b="1">
                <a:solidFill>
                  <a:srgbClr val="17243F"/>
                </a:solidFill>
                <a:latin typeface="Arial"/>
                <a:ea typeface="Arial"/>
                <a:cs typeface="Arial"/>
              </a:rPr>
              <a:t>before the move.</a:t>
            </a:r>
          </a:p>
        </p:txBody>
      </p:sp>
      <p:sp>
        <p:nvSpPr>
          <p:cNvPr id="41" name="s2-Rail problem body">
            <a:extLst xmlns:a="http://schemas.openxmlformats.org/drawingml/2006/main">
              <a:ext uri="{FF2B5EF4-FFF2-40B4-BE49-F238E27FC236}">
                <a16:creationId xmlns:a16="http://schemas.microsoft.com/office/drawing/2014/main" id="{0B51B748-F205-45C6-9343-E5AD371A47F8}"/>
              </a:ext>
            </a:extLst>
          </p:cNvPr>
          <p:cNvSpPr>
            <a:spLocks xmlns:a="http://schemas.openxmlformats.org/drawingml/2006/main" noGrp="1"/>
          </p:cNvSpPr>
          <p:nvPr/>
        </p:nvSpPr>
        <p:spPr>
          <a:xfrm xmlns:a="http://schemas.openxmlformats.org/drawingml/2006/main">
            <a:off x="12001500" y="3152775"/>
            <a:ext cx="2819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75569"/>
                </a:solidFill>
                <a:latin typeface="Arial"/>
                <a:ea typeface="Arial"/>
                <a:cs typeface="Arial"/>
              </a:defRPr>
            </a:defPPr>
            <a:lvl1pPr algn="l">
              <a:defRPr sz="1500" b="0">
                <a:solidFill>
                  <a:srgbClr val="475569"/>
                </a:solidFill>
                <a:latin typeface="Arial"/>
                <a:ea typeface="Arial"/>
                <a:cs typeface="Arial"/>
              </a:defRPr>
            </a:lvl1pPr>
            <a:lvl2pPr algn="l">
              <a:defRPr sz="1500" b="0">
                <a:solidFill>
                  <a:srgbClr val="475569"/>
                </a:solidFill>
                <a:latin typeface="Arial"/>
                <a:ea typeface="Arial"/>
                <a:cs typeface="Arial"/>
              </a:defRPr>
            </a:lvl2pPr>
            <a:lvl3pPr algn="l">
              <a:defRPr sz="1500" b="0">
                <a:solidFill>
                  <a:srgbClr val="475569"/>
                </a:solidFill>
                <a:latin typeface="Arial"/>
                <a:ea typeface="Arial"/>
                <a:cs typeface="Arial"/>
              </a:defRPr>
            </a:lvl3pPr>
            <a:lvl4pPr algn="l">
              <a:defRPr sz="1500" b="0">
                <a:solidFill>
                  <a:srgbClr val="475569"/>
                </a:solidFill>
                <a:latin typeface="Arial"/>
                <a:ea typeface="Arial"/>
                <a:cs typeface="Arial"/>
              </a:defRPr>
            </a:lvl4pPr>
            <a:lvl5pPr algn="l">
              <a:defRPr sz="1500" b="0">
                <a:solidFill>
                  <a:srgbClr val="475569"/>
                </a:solidFill>
                <a:latin typeface="Arial"/>
                <a:ea typeface="Arial"/>
                <a:cs typeface="Arial"/>
              </a:defRPr>
            </a:lvl5pPr>
            <a:lvl6pPr algn="l">
              <a:defRPr sz="1500" b="0">
                <a:solidFill>
                  <a:srgbClr val="475569"/>
                </a:solidFill>
                <a:latin typeface="Arial"/>
                <a:ea typeface="Arial"/>
                <a:cs typeface="Arial"/>
              </a:defRPr>
            </a:lvl6pPr>
            <a:lvl7pPr algn="l">
              <a:defRPr sz="1500" b="0">
                <a:solidFill>
                  <a:srgbClr val="475569"/>
                </a:solidFill>
                <a:latin typeface="Arial"/>
                <a:ea typeface="Arial"/>
                <a:cs typeface="Arial"/>
              </a:defRPr>
            </a:lvl7pPr>
            <a:lvl8pPr algn="l">
              <a:defRPr sz="1500" b="0">
                <a:solidFill>
                  <a:srgbClr val="475569"/>
                </a:solidFill>
                <a:latin typeface="Arial"/>
                <a:ea typeface="Arial"/>
                <a:cs typeface="Arial"/>
              </a:defRPr>
            </a:lvl8pPr>
            <a:lvl9pPr algn="l">
              <a:defRPr sz="1500" b="0">
                <a:solidFill>
                  <a:srgbClr val="475569"/>
                </a:solidFill>
                <a:latin typeface="Arial"/>
                <a:ea typeface="Arial"/>
                <a:cs typeface="Arial"/>
              </a:defRPr>
            </a:lvl9pPr>
          </a:lstStyle>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A ready result has explicit</a:t>
            </a:r>
          </a:p>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checks. A blocked result has</a:t>
            </a:r>
          </a:p>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a clear correction path.</a:t>
            </a:r>
          </a:p>
        </p:txBody>
      </p:sp>
      <p:cxnSp>
        <p:nvCxnSpPr>
          <p:cNvPr id="42" name="s2-Rail separator">
            <a:extLst xmlns:a="http://schemas.openxmlformats.org/drawingml/2006/main">
              <a:ext uri="{FF2B5EF4-FFF2-40B4-BE49-F238E27FC236}">
                <a16:creationId xmlns:a16="http://schemas.microsoft.com/office/drawing/2014/main" id="{EA016B20-32FA-4502-937A-626C6A05D935}"/>
              </a:ext>
            </a:extLst>
          </p:cNvPr>
          <p:cNvCxnSpPr/>
          <p:nvPr/>
        </p:nvCxnSpPr>
        <p:spPr>
          <a:xfrm xmlns:a="http://schemas.openxmlformats.org/drawingml/2006/main" flipH="0" flipV="0">
            <a:off x="12001500" y="4171950"/>
            <a:ext cx="2819400" cy="0"/>
          </a:xfrm>
          <a:prstGeom xmlns:a="http://schemas.openxmlformats.org/drawingml/2006/main" prst="straightConnector1">
            <a:avLst/>
          </a:prstGeom>
          <a:ln xmlns:a="http://schemas.openxmlformats.org/drawingml/2006/main" w="9525">
            <a:solidFill>
              <a:srgbClr val="D8E0EB"/>
            </a:solidFill>
            <a:tailEnd type="none" w="sm" len="sm"/>
          </a:ln>
        </p:spPr>
      </p:cxnSp>
      <p:sp>
        <p:nvSpPr>
          <p:cNvPr id="43" name="s2-AI value heading">
            <a:extLst xmlns:a="http://schemas.openxmlformats.org/drawingml/2006/main">
              <a:ext uri="{FF2B5EF4-FFF2-40B4-BE49-F238E27FC236}">
                <a16:creationId xmlns:a16="http://schemas.microsoft.com/office/drawing/2014/main" id="{A4A623D4-821D-45C9-9742-AB3AE8092F84}"/>
              </a:ext>
            </a:extLst>
          </p:cNvPr>
          <p:cNvSpPr>
            <a:spLocks xmlns:a="http://schemas.openxmlformats.org/drawingml/2006/main" noGrp="1"/>
          </p:cNvSpPr>
          <p:nvPr/>
        </p:nvSpPr>
        <p:spPr>
          <a:xfrm xmlns:a="http://schemas.openxmlformats.org/drawingml/2006/main">
            <a:off x="12001500" y="43910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5448C8"/>
                </a:solidFill>
                <a:latin typeface="Arial"/>
                <a:ea typeface="Arial"/>
                <a:cs typeface="Arial"/>
              </a:defRPr>
            </a:defPPr>
            <a:lvl1pPr algn="l">
              <a:defRPr sz="1350" b="1">
                <a:solidFill>
                  <a:srgbClr val="5448C8"/>
                </a:solidFill>
                <a:latin typeface="Arial"/>
                <a:ea typeface="Arial"/>
                <a:cs typeface="Arial"/>
              </a:defRPr>
            </a:lvl1pPr>
            <a:lvl2pPr algn="l">
              <a:defRPr sz="1350" b="1">
                <a:solidFill>
                  <a:srgbClr val="5448C8"/>
                </a:solidFill>
                <a:latin typeface="Arial"/>
                <a:ea typeface="Arial"/>
                <a:cs typeface="Arial"/>
              </a:defRPr>
            </a:lvl2pPr>
            <a:lvl3pPr algn="l">
              <a:defRPr sz="1350" b="1">
                <a:solidFill>
                  <a:srgbClr val="5448C8"/>
                </a:solidFill>
                <a:latin typeface="Arial"/>
                <a:ea typeface="Arial"/>
                <a:cs typeface="Arial"/>
              </a:defRPr>
            </a:lvl3pPr>
            <a:lvl4pPr algn="l">
              <a:defRPr sz="1350" b="1">
                <a:solidFill>
                  <a:srgbClr val="5448C8"/>
                </a:solidFill>
                <a:latin typeface="Arial"/>
                <a:ea typeface="Arial"/>
                <a:cs typeface="Arial"/>
              </a:defRPr>
            </a:lvl4pPr>
            <a:lvl5pPr algn="l">
              <a:defRPr sz="1350" b="1">
                <a:solidFill>
                  <a:srgbClr val="5448C8"/>
                </a:solidFill>
                <a:latin typeface="Arial"/>
                <a:ea typeface="Arial"/>
                <a:cs typeface="Arial"/>
              </a:defRPr>
            </a:lvl5pPr>
            <a:lvl6pPr algn="l">
              <a:defRPr sz="1350" b="1">
                <a:solidFill>
                  <a:srgbClr val="5448C8"/>
                </a:solidFill>
                <a:latin typeface="Arial"/>
                <a:ea typeface="Arial"/>
                <a:cs typeface="Arial"/>
              </a:defRPr>
            </a:lvl6pPr>
            <a:lvl7pPr algn="l">
              <a:defRPr sz="1350" b="1">
                <a:solidFill>
                  <a:srgbClr val="5448C8"/>
                </a:solidFill>
                <a:latin typeface="Arial"/>
                <a:ea typeface="Arial"/>
                <a:cs typeface="Arial"/>
              </a:defRPr>
            </a:lvl7pPr>
            <a:lvl8pPr algn="l">
              <a:defRPr sz="1350" b="1">
                <a:solidFill>
                  <a:srgbClr val="5448C8"/>
                </a:solidFill>
                <a:latin typeface="Arial"/>
                <a:ea typeface="Arial"/>
                <a:cs typeface="Arial"/>
              </a:defRPr>
            </a:lvl8pPr>
            <a:lvl9pPr algn="l">
              <a:defRPr sz="1350" b="1">
                <a:solidFill>
                  <a:srgbClr val="5448C8"/>
                </a:solidFill>
                <a:latin typeface="Arial"/>
                <a:ea typeface="Arial"/>
                <a:cs typeface="Arial"/>
              </a:defRPr>
            </a:lvl9pPr>
          </a:lstStyle>
          <a:p xmlns:a="http://schemas.openxmlformats.org/drawingml/2006/main">
            <a:pPr algn="l">
              <a:defRPr sz="1350" b="1">
                <a:solidFill>
                  <a:srgbClr val="5448C8"/>
                </a:solidFill>
                <a:latin typeface="Arial"/>
                <a:ea typeface="Arial"/>
                <a:cs typeface="Arial"/>
              </a:defRPr>
            </a:pPr>
            <a:r>
              <a:rPr sz="1350" b="1">
                <a:solidFill>
                  <a:srgbClr val="5448C8"/>
                </a:solidFill>
                <a:latin typeface="Arial"/>
                <a:ea typeface="Arial"/>
                <a:cs typeface="Arial"/>
              </a:rPr>
              <a:t>AI-AGENT VALUE</a:t>
            </a:r>
          </a:p>
        </p:txBody>
      </p:sp>
      <p:sp>
        <p:nvSpPr>
          <p:cNvPr id="44" name="s2-AI value annotation">
            <a:extLst xmlns:a="http://schemas.openxmlformats.org/drawingml/2006/main">
              <a:ext uri="{FF2B5EF4-FFF2-40B4-BE49-F238E27FC236}">
                <a16:creationId xmlns:a16="http://schemas.microsoft.com/office/drawing/2014/main" id="{95F91655-539E-4D1B-B749-B0611DC7C71B}"/>
              </a:ext>
            </a:extLst>
          </p:cNvPr>
          <p:cNvSpPr>
            <a:spLocks xmlns:a="http://schemas.openxmlformats.org/drawingml/2006/main" noGrp="1"/>
          </p:cNvSpPr>
          <p:nvPr/>
        </p:nvSpPr>
        <p:spPr>
          <a:xfrm xmlns:a="http://schemas.openxmlformats.org/drawingml/2006/main">
            <a:off x="12001500" y="4733925"/>
            <a:ext cx="2819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7243F"/>
                </a:solidFill>
                <a:latin typeface="Arial"/>
                <a:ea typeface="Arial"/>
                <a:cs typeface="Arial"/>
              </a:defRPr>
            </a:defPPr>
            <a:lvl1pPr algn="l">
              <a:defRPr sz="1575" b="0">
                <a:solidFill>
                  <a:srgbClr val="17243F"/>
                </a:solidFill>
                <a:latin typeface="Arial"/>
                <a:ea typeface="Arial"/>
                <a:cs typeface="Arial"/>
              </a:defRPr>
            </a:lvl1pPr>
            <a:lvl2pPr algn="l">
              <a:defRPr sz="1575" b="0">
                <a:solidFill>
                  <a:srgbClr val="17243F"/>
                </a:solidFill>
                <a:latin typeface="Arial"/>
                <a:ea typeface="Arial"/>
                <a:cs typeface="Arial"/>
              </a:defRPr>
            </a:lvl2pPr>
            <a:lvl3pPr algn="l">
              <a:defRPr sz="1575" b="0">
                <a:solidFill>
                  <a:srgbClr val="17243F"/>
                </a:solidFill>
                <a:latin typeface="Arial"/>
                <a:ea typeface="Arial"/>
                <a:cs typeface="Arial"/>
              </a:defRPr>
            </a:lvl3pPr>
            <a:lvl4pPr algn="l">
              <a:defRPr sz="1575" b="0">
                <a:solidFill>
                  <a:srgbClr val="17243F"/>
                </a:solidFill>
                <a:latin typeface="Arial"/>
                <a:ea typeface="Arial"/>
                <a:cs typeface="Arial"/>
              </a:defRPr>
            </a:lvl4pPr>
            <a:lvl5pPr algn="l">
              <a:defRPr sz="1575" b="0">
                <a:solidFill>
                  <a:srgbClr val="17243F"/>
                </a:solidFill>
                <a:latin typeface="Arial"/>
                <a:ea typeface="Arial"/>
                <a:cs typeface="Arial"/>
              </a:defRPr>
            </a:lvl5pPr>
            <a:lvl6pPr algn="l">
              <a:defRPr sz="1575" b="0">
                <a:solidFill>
                  <a:srgbClr val="17243F"/>
                </a:solidFill>
                <a:latin typeface="Arial"/>
                <a:ea typeface="Arial"/>
                <a:cs typeface="Arial"/>
              </a:defRPr>
            </a:lvl6pPr>
            <a:lvl7pPr algn="l">
              <a:defRPr sz="1575" b="0">
                <a:solidFill>
                  <a:srgbClr val="17243F"/>
                </a:solidFill>
                <a:latin typeface="Arial"/>
                <a:ea typeface="Arial"/>
                <a:cs typeface="Arial"/>
              </a:defRPr>
            </a:lvl7pPr>
            <a:lvl8pPr algn="l">
              <a:defRPr sz="1575" b="0">
                <a:solidFill>
                  <a:srgbClr val="17243F"/>
                </a:solidFill>
                <a:latin typeface="Arial"/>
                <a:ea typeface="Arial"/>
                <a:cs typeface="Arial"/>
              </a:defRPr>
            </a:lvl8pPr>
            <a:lvl9pPr algn="l">
              <a:defRPr sz="1575" b="0">
                <a:solidFill>
                  <a:srgbClr val="17243F"/>
                </a:solidFill>
                <a:latin typeface="Arial"/>
                <a:ea typeface="Arial"/>
                <a:cs typeface="Arial"/>
              </a:defRPr>
            </a:lvl9pPr>
          </a:lstStyle>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Proposed AI explanation:</a:t>
            </a:r>
          </a:p>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translate readiness findings</a:t>
            </a:r>
          </a:p>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into evidence the accountant</a:t>
            </a:r>
          </a:p>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can inspect.</a:t>
            </a:r>
          </a:p>
        </p:txBody>
      </p:sp>
      <p:sp>
        <p:nvSpPr>
          <p:cNvPr id="45" name="s2-Beta classification">
            <a:extLst xmlns:a="http://schemas.openxmlformats.org/drawingml/2006/main">
              <a:ext uri="{FF2B5EF4-FFF2-40B4-BE49-F238E27FC236}">
                <a16:creationId xmlns:a16="http://schemas.microsoft.com/office/drawing/2014/main" id="{A2D88F93-A155-48B0-A2E4-968E2FA53502}"/>
              </a:ext>
            </a:extLst>
          </p:cNvPr>
          <p:cNvSpPr>
            <a:spLocks xmlns:a="http://schemas.openxmlformats.org/drawingml/2006/main" noGrp="1"/>
          </p:cNvSpPr>
          <p:nvPr/>
        </p:nvSpPr>
        <p:spPr>
          <a:xfrm xmlns:a="http://schemas.openxmlformats.org/drawingml/2006/main">
            <a:off x="12001500" y="6057900"/>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A55"/>
                </a:solidFill>
                <a:latin typeface="Arial"/>
                <a:ea typeface="Arial"/>
                <a:cs typeface="Arial"/>
              </a:defRPr>
            </a:defPPr>
            <a:lvl1pPr algn="l">
              <a:defRPr sz="1275" b="1">
                <a:solidFill>
                  <a:srgbClr val="087A55"/>
                </a:solidFill>
                <a:latin typeface="Arial"/>
                <a:ea typeface="Arial"/>
                <a:cs typeface="Arial"/>
              </a:defRPr>
            </a:lvl1pPr>
            <a:lvl2pPr algn="l">
              <a:defRPr sz="1275" b="1">
                <a:solidFill>
                  <a:srgbClr val="087A55"/>
                </a:solidFill>
                <a:latin typeface="Arial"/>
                <a:ea typeface="Arial"/>
                <a:cs typeface="Arial"/>
              </a:defRPr>
            </a:lvl2pPr>
            <a:lvl3pPr algn="l">
              <a:defRPr sz="1275" b="1">
                <a:solidFill>
                  <a:srgbClr val="087A55"/>
                </a:solidFill>
                <a:latin typeface="Arial"/>
                <a:ea typeface="Arial"/>
                <a:cs typeface="Arial"/>
              </a:defRPr>
            </a:lvl3pPr>
            <a:lvl4pPr algn="l">
              <a:defRPr sz="1275" b="1">
                <a:solidFill>
                  <a:srgbClr val="087A55"/>
                </a:solidFill>
                <a:latin typeface="Arial"/>
                <a:ea typeface="Arial"/>
                <a:cs typeface="Arial"/>
              </a:defRPr>
            </a:lvl4pPr>
            <a:lvl5pPr algn="l">
              <a:defRPr sz="1275" b="1">
                <a:solidFill>
                  <a:srgbClr val="087A55"/>
                </a:solidFill>
                <a:latin typeface="Arial"/>
                <a:ea typeface="Arial"/>
                <a:cs typeface="Arial"/>
              </a:defRPr>
            </a:lvl5pPr>
            <a:lvl6pPr algn="l">
              <a:defRPr sz="1275" b="1">
                <a:solidFill>
                  <a:srgbClr val="087A55"/>
                </a:solidFill>
                <a:latin typeface="Arial"/>
                <a:ea typeface="Arial"/>
                <a:cs typeface="Arial"/>
              </a:defRPr>
            </a:lvl6pPr>
            <a:lvl7pPr algn="l">
              <a:defRPr sz="1275" b="1">
                <a:solidFill>
                  <a:srgbClr val="087A55"/>
                </a:solidFill>
                <a:latin typeface="Arial"/>
                <a:ea typeface="Arial"/>
                <a:cs typeface="Arial"/>
              </a:defRPr>
            </a:lvl7pPr>
            <a:lvl8pPr algn="l">
              <a:defRPr sz="1275" b="1">
                <a:solidFill>
                  <a:srgbClr val="087A55"/>
                </a:solidFill>
                <a:latin typeface="Arial"/>
                <a:ea typeface="Arial"/>
                <a:cs typeface="Arial"/>
              </a:defRPr>
            </a:lvl8pPr>
            <a:lvl9pPr algn="l">
              <a:defRPr sz="1275" b="1">
                <a:solidFill>
                  <a:srgbClr val="087A55"/>
                </a:solidFill>
                <a:latin typeface="Arial"/>
                <a:ea typeface="Arial"/>
                <a:cs typeface="Arial"/>
              </a:defRPr>
            </a:lvl9pPr>
          </a:lstStyle>
          <a:p xmlns:a="http://schemas.openxmlformats.org/drawingml/2006/main">
            <a:pPr algn="l">
              <a:defRPr sz="1275" b="1">
                <a:solidFill>
                  <a:srgbClr val="087A55"/>
                </a:solidFill>
                <a:latin typeface="Arial"/>
                <a:ea typeface="Arial"/>
                <a:cs typeface="Arial"/>
              </a:defRPr>
            </a:pPr>
            <a:r>
              <a:rPr sz="1275" b="1">
                <a:solidFill>
                  <a:srgbClr val="087A55"/>
                </a:solidFill>
                <a:latin typeface="Arial"/>
                <a:ea typeface="Arial"/>
                <a:cs typeface="Arial"/>
              </a:rPr>
              <a:t>Beta Implemented</a:t>
            </a:r>
          </a:p>
        </p:txBody>
      </p:sp>
      <p:sp>
        <p:nvSpPr>
          <p:cNvPr id="46" name="s2-Beta classified capabilities">
            <a:extLst xmlns:a="http://schemas.openxmlformats.org/drawingml/2006/main">
              <a:ext uri="{FF2B5EF4-FFF2-40B4-BE49-F238E27FC236}">
                <a16:creationId xmlns:a16="http://schemas.microsoft.com/office/drawing/2014/main" id="{5D317047-F01D-4C6D-998C-961D1FC3DF15}"/>
              </a:ext>
            </a:extLst>
          </p:cNvPr>
          <p:cNvSpPr>
            <a:spLocks xmlns:a="http://schemas.openxmlformats.org/drawingml/2006/main" noGrp="1"/>
          </p:cNvSpPr>
          <p:nvPr/>
        </p:nvSpPr>
        <p:spPr>
          <a:xfrm xmlns:a="http://schemas.openxmlformats.org/drawingml/2006/main">
            <a:off x="12001500" y="6362700"/>
            <a:ext cx="28194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Rule-based readiness,</a:t>
            </a:r>
          </a:p>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source findings and evidence.</a:t>
            </a:r>
          </a:p>
        </p:txBody>
      </p:sp>
      <p:sp>
        <p:nvSpPr>
          <p:cNvPr id="47" name="s2-Other classification">
            <a:extLst xmlns:a="http://schemas.openxmlformats.org/drawingml/2006/main">
              <a:ext uri="{FF2B5EF4-FFF2-40B4-BE49-F238E27FC236}">
                <a16:creationId xmlns:a16="http://schemas.microsoft.com/office/drawing/2014/main" id="{68CFDF23-36C9-4902-8869-AE36B43AED66}"/>
              </a:ext>
            </a:extLst>
          </p:cNvPr>
          <p:cNvSpPr>
            <a:spLocks xmlns:a="http://schemas.openxmlformats.org/drawingml/2006/main" noGrp="1"/>
          </p:cNvSpPr>
          <p:nvPr/>
        </p:nvSpPr>
        <p:spPr>
          <a:xfrm xmlns:a="http://schemas.openxmlformats.org/drawingml/2006/main">
            <a:off x="12001500" y="7010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448C8"/>
                </a:solidFill>
                <a:latin typeface="Arial"/>
                <a:ea typeface="Arial"/>
                <a:cs typeface="Arial"/>
              </a:defRPr>
            </a:defPPr>
            <a:lvl1pPr algn="l">
              <a:defRPr sz="1275" b="1">
                <a:solidFill>
                  <a:srgbClr val="5448C8"/>
                </a:solidFill>
                <a:latin typeface="Arial"/>
                <a:ea typeface="Arial"/>
                <a:cs typeface="Arial"/>
              </a:defRPr>
            </a:lvl1pPr>
            <a:lvl2pPr algn="l">
              <a:defRPr sz="1275" b="1">
                <a:solidFill>
                  <a:srgbClr val="5448C8"/>
                </a:solidFill>
                <a:latin typeface="Arial"/>
                <a:ea typeface="Arial"/>
                <a:cs typeface="Arial"/>
              </a:defRPr>
            </a:lvl2pPr>
            <a:lvl3pPr algn="l">
              <a:defRPr sz="1275" b="1">
                <a:solidFill>
                  <a:srgbClr val="5448C8"/>
                </a:solidFill>
                <a:latin typeface="Arial"/>
                <a:ea typeface="Arial"/>
                <a:cs typeface="Arial"/>
              </a:defRPr>
            </a:lvl3pPr>
            <a:lvl4pPr algn="l">
              <a:defRPr sz="1275" b="1">
                <a:solidFill>
                  <a:srgbClr val="5448C8"/>
                </a:solidFill>
                <a:latin typeface="Arial"/>
                <a:ea typeface="Arial"/>
                <a:cs typeface="Arial"/>
              </a:defRPr>
            </a:lvl4pPr>
            <a:lvl5pPr algn="l">
              <a:defRPr sz="1275" b="1">
                <a:solidFill>
                  <a:srgbClr val="5448C8"/>
                </a:solidFill>
                <a:latin typeface="Arial"/>
                <a:ea typeface="Arial"/>
                <a:cs typeface="Arial"/>
              </a:defRPr>
            </a:lvl5pPr>
            <a:lvl6pPr algn="l">
              <a:defRPr sz="1275" b="1">
                <a:solidFill>
                  <a:srgbClr val="5448C8"/>
                </a:solidFill>
                <a:latin typeface="Arial"/>
                <a:ea typeface="Arial"/>
                <a:cs typeface="Arial"/>
              </a:defRPr>
            </a:lvl6pPr>
            <a:lvl7pPr algn="l">
              <a:defRPr sz="1275" b="1">
                <a:solidFill>
                  <a:srgbClr val="5448C8"/>
                </a:solidFill>
                <a:latin typeface="Arial"/>
                <a:ea typeface="Arial"/>
                <a:cs typeface="Arial"/>
              </a:defRPr>
            </a:lvl7pPr>
            <a:lvl8pPr algn="l">
              <a:defRPr sz="1275" b="1">
                <a:solidFill>
                  <a:srgbClr val="5448C8"/>
                </a:solidFill>
                <a:latin typeface="Arial"/>
                <a:ea typeface="Arial"/>
                <a:cs typeface="Arial"/>
              </a:defRPr>
            </a:lvl8pPr>
            <a:lvl9pPr algn="l">
              <a:defRPr sz="1275" b="1">
                <a:solidFill>
                  <a:srgbClr val="5448C8"/>
                </a:solidFill>
                <a:latin typeface="Arial"/>
                <a:ea typeface="Arial"/>
                <a:cs typeface="Arial"/>
              </a:defRPr>
            </a:lvl9pPr>
          </a:lstStyle>
          <a:p xmlns:a="http://schemas.openxmlformats.org/drawingml/2006/main">
            <a:pPr algn="l">
              <a:defRPr sz="1275" b="1">
                <a:solidFill>
                  <a:srgbClr val="5448C8"/>
                </a:solidFill>
                <a:latin typeface="Arial"/>
                <a:ea typeface="Arial"/>
                <a:cs typeface="Arial"/>
              </a:defRPr>
            </a:pPr>
            <a:r>
              <a:rPr sz="1275" b="1">
                <a:solidFill>
                  <a:srgbClr val="5448C8"/>
                </a:solidFill>
                <a:latin typeface="Arial"/>
                <a:ea typeface="Arial"/>
                <a:cs typeface="Arial"/>
              </a:rPr>
              <a:t>Proposed</a:t>
            </a:r>
          </a:p>
        </p:txBody>
      </p:sp>
      <p:sp>
        <p:nvSpPr>
          <p:cNvPr id="48" name="s2-Other classified capabilities">
            <a:extLst xmlns:a="http://schemas.openxmlformats.org/drawingml/2006/main">
              <a:ext uri="{FF2B5EF4-FFF2-40B4-BE49-F238E27FC236}">
                <a16:creationId xmlns:a16="http://schemas.microsoft.com/office/drawing/2014/main" id="{9D7530C5-36A7-47ED-8F8D-8BB4695C57A8}"/>
              </a:ext>
            </a:extLst>
          </p:cNvPr>
          <p:cNvSpPr>
            <a:spLocks xmlns:a="http://schemas.openxmlformats.org/drawingml/2006/main" noGrp="1"/>
          </p:cNvSpPr>
          <p:nvPr/>
        </p:nvSpPr>
        <p:spPr>
          <a:xfrm xmlns:a="http://schemas.openxmlformats.org/drawingml/2006/main">
            <a:off x="12001500" y="7296150"/>
            <a:ext cx="2819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Readiness AI explanation;</a:t>
            </a:r>
          </a:p>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compact side-by-side layout.</a:t>
            </a:r>
          </a:p>
        </p:txBody>
      </p:sp>
    </p:spTree>
    <p:extLst>
      <p:ext uri="{BB962C8B-B14F-4D97-AF65-F5344CB8AC3E}">
        <p14:creationId xmlns:p14="http://schemas.microsoft.com/office/powerpoint/2010/main" val="375509758"/>
      </p:ext>
    </p:extLst>
  </p:cSld>
</p:sld>
</file>

<file path=ppt/slides/slide3.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8" name="s3-Slide title">
            <a:extLst xmlns:a="http://schemas.openxmlformats.org/drawingml/2006/main">
              <a:ext uri="{FF2B5EF4-FFF2-40B4-BE49-F238E27FC236}">
                <a16:creationId xmlns:a16="http://schemas.microsoft.com/office/drawing/2014/main" id="{F5B45991-1339-4C70-9039-DCA1952399C5}"/>
              </a:ext>
            </a:extLst>
          </p:cNvPr>
          <p:cNvSpPr>
            <a:spLocks xmlns:a="http://schemas.openxmlformats.org/drawingml/2006/main" noGrp="1"/>
          </p:cNvSpPr>
          <p:nvPr/>
        </p:nvSpPr>
        <p:spPr>
          <a:xfrm xmlns:a="http://schemas.openxmlformats.org/drawingml/2006/main">
            <a:off x="419100" y="314325"/>
            <a:ext cx="112204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17243F"/>
                </a:solidFill>
                <a:latin typeface="Arial"/>
                <a:ea typeface="Arial"/>
                <a:cs typeface="Arial"/>
              </a:defRPr>
            </a:defPPr>
            <a:lvl1pPr algn="l">
              <a:defRPr sz="3150" b="1">
                <a:solidFill>
                  <a:srgbClr val="17243F"/>
                </a:solidFill>
                <a:latin typeface="Arial"/>
                <a:ea typeface="Arial"/>
                <a:cs typeface="Arial"/>
              </a:defRPr>
            </a:lvl1pPr>
            <a:lvl2pPr algn="l">
              <a:defRPr sz="3150" b="1">
                <a:solidFill>
                  <a:srgbClr val="17243F"/>
                </a:solidFill>
                <a:latin typeface="Arial"/>
                <a:ea typeface="Arial"/>
                <a:cs typeface="Arial"/>
              </a:defRPr>
            </a:lvl2pPr>
            <a:lvl3pPr algn="l">
              <a:defRPr sz="3150" b="1">
                <a:solidFill>
                  <a:srgbClr val="17243F"/>
                </a:solidFill>
                <a:latin typeface="Arial"/>
                <a:ea typeface="Arial"/>
                <a:cs typeface="Arial"/>
              </a:defRPr>
            </a:lvl3pPr>
            <a:lvl4pPr algn="l">
              <a:defRPr sz="3150" b="1">
                <a:solidFill>
                  <a:srgbClr val="17243F"/>
                </a:solidFill>
                <a:latin typeface="Arial"/>
                <a:ea typeface="Arial"/>
                <a:cs typeface="Arial"/>
              </a:defRPr>
            </a:lvl4pPr>
            <a:lvl5pPr algn="l">
              <a:defRPr sz="3150" b="1">
                <a:solidFill>
                  <a:srgbClr val="17243F"/>
                </a:solidFill>
                <a:latin typeface="Arial"/>
                <a:ea typeface="Arial"/>
                <a:cs typeface="Arial"/>
              </a:defRPr>
            </a:lvl5pPr>
            <a:lvl6pPr algn="l">
              <a:defRPr sz="3150" b="1">
                <a:solidFill>
                  <a:srgbClr val="17243F"/>
                </a:solidFill>
                <a:latin typeface="Arial"/>
                <a:ea typeface="Arial"/>
                <a:cs typeface="Arial"/>
              </a:defRPr>
            </a:lvl6pPr>
            <a:lvl7pPr algn="l">
              <a:defRPr sz="3150" b="1">
                <a:solidFill>
                  <a:srgbClr val="17243F"/>
                </a:solidFill>
                <a:latin typeface="Arial"/>
                <a:ea typeface="Arial"/>
                <a:cs typeface="Arial"/>
              </a:defRPr>
            </a:lvl7pPr>
            <a:lvl8pPr algn="l">
              <a:defRPr sz="3150" b="1">
                <a:solidFill>
                  <a:srgbClr val="17243F"/>
                </a:solidFill>
                <a:latin typeface="Arial"/>
                <a:ea typeface="Arial"/>
                <a:cs typeface="Arial"/>
              </a:defRPr>
            </a:lvl8pPr>
            <a:lvl9pPr algn="l">
              <a:defRPr sz="3150" b="1">
                <a:solidFill>
                  <a:srgbClr val="17243F"/>
                </a:solidFill>
                <a:latin typeface="Arial"/>
                <a:ea typeface="Arial"/>
                <a:cs typeface="Arial"/>
              </a:defRPr>
            </a:lvl9pPr>
          </a:lstStyle>
          <a:p xmlns:a="http://schemas.openxmlformats.org/drawingml/2006/main">
            <a:pPr algn="l">
              <a:defRPr sz="3150" b="1">
                <a:solidFill>
                  <a:srgbClr val="17243F"/>
                </a:solidFill>
                <a:latin typeface="Arial"/>
                <a:ea typeface="Arial"/>
                <a:cs typeface="Arial"/>
              </a:defRPr>
            </a:pPr>
            <a:r>
              <a:rPr sz="3150" b="1">
                <a:solidFill>
                  <a:srgbClr val="17243F"/>
                </a:solidFill>
                <a:latin typeface="Arial"/>
                <a:ea typeface="Arial"/>
                <a:cs typeface="Arial"/>
              </a:rPr>
              <a:t>03  Mapping &amp; Approval</a:t>
            </a:r>
          </a:p>
        </p:txBody>
      </p:sp>
      <p:sp>
        <p:nvSpPr>
          <p:cNvPr id="2" name="s3-Customer goal">
            <a:extLst xmlns:a="http://schemas.openxmlformats.org/drawingml/2006/main">
              <a:ext uri="{FF2B5EF4-FFF2-40B4-BE49-F238E27FC236}">
                <a16:creationId xmlns:a16="http://schemas.microsoft.com/office/drawing/2014/main" id="{CB6170AF-E355-430A-8196-B43CD8F34B9C}"/>
              </a:ext>
            </a:extLst>
          </p:cNvPr>
          <p:cNvSpPr>
            <a:spLocks xmlns:a="http://schemas.openxmlformats.org/drawingml/2006/main" noGrp="1"/>
          </p:cNvSpPr>
          <p:nvPr/>
        </p:nvSpPr>
        <p:spPr>
          <a:xfrm xmlns:a="http://schemas.openxmlformats.org/drawingml/2006/main">
            <a:off x="419100" y="990600"/>
            <a:ext cx="11220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75569"/>
                </a:solidFill>
                <a:latin typeface="Arial"/>
                <a:ea typeface="Arial"/>
                <a:cs typeface="Arial"/>
              </a:defRPr>
            </a:defPPr>
            <a:lvl1pPr algn="l">
              <a:defRPr sz="1650" b="0">
                <a:solidFill>
                  <a:srgbClr val="475569"/>
                </a:solidFill>
                <a:latin typeface="Arial"/>
                <a:ea typeface="Arial"/>
                <a:cs typeface="Arial"/>
              </a:defRPr>
            </a:lvl1pPr>
            <a:lvl2pPr algn="l">
              <a:defRPr sz="1650" b="0">
                <a:solidFill>
                  <a:srgbClr val="475569"/>
                </a:solidFill>
                <a:latin typeface="Arial"/>
                <a:ea typeface="Arial"/>
                <a:cs typeface="Arial"/>
              </a:defRPr>
            </a:lvl2pPr>
            <a:lvl3pPr algn="l">
              <a:defRPr sz="1650" b="0">
                <a:solidFill>
                  <a:srgbClr val="475569"/>
                </a:solidFill>
                <a:latin typeface="Arial"/>
                <a:ea typeface="Arial"/>
                <a:cs typeface="Arial"/>
              </a:defRPr>
            </a:lvl3pPr>
            <a:lvl4pPr algn="l">
              <a:defRPr sz="1650" b="0">
                <a:solidFill>
                  <a:srgbClr val="475569"/>
                </a:solidFill>
                <a:latin typeface="Arial"/>
                <a:ea typeface="Arial"/>
                <a:cs typeface="Arial"/>
              </a:defRPr>
            </a:lvl4pPr>
            <a:lvl5pPr algn="l">
              <a:defRPr sz="1650" b="0">
                <a:solidFill>
                  <a:srgbClr val="475569"/>
                </a:solidFill>
                <a:latin typeface="Arial"/>
                <a:ea typeface="Arial"/>
                <a:cs typeface="Arial"/>
              </a:defRPr>
            </a:lvl5pPr>
            <a:lvl6pPr algn="l">
              <a:defRPr sz="1650" b="0">
                <a:solidFill>
                  <a:srgbClr val="475569"/>
                </a:solidFill>
                <a:latin typeface="Arial"/>
                <a:ea typeface="Arial"/>
                <a:cs typeface="Arial"/>
              </a:defRPr>
            </a:lvl6pPr>
            <a:lvl7pPr algn="l">
              <a:defRPr sz="1650" b="0">
                <a:solidFill>
                  <a:srgbClr val="475569"/>
                </a:solidFill>
                <a:latin typeface="Arial"/>
                <a:ea typeface="Arial"/>
                <a:cs typeface="Arial"/>
              </a:defRPr>
            </a:lvl7pPr>
            <a:lvl8pPr algn="l">
              <a:defRPr sz="1650" b="0">
                <a:solidFill>
                  <a:srgbClr val="475569"/>
                </a:solidFill>
                <a:latin typeface="Arial"/>
                <a:ea typeface="Arial"/>
                <a:cs typeface="Arial"/>
              </a:defRPr>
            </a:lvl8pPr>
            <a:lvl9pPr algn="l">
              <a:defRPr sz="1650" b="0">
                <a:solidFill>
                  <a:srgbClr val="475569"/>
                </a:solidFill>
                <a:latin typeface="Arial"/>
                <a:ea typeface="Arial"/>
                <a:cs typeface="Arial"/>
              </a:defRPr>
            </a:lvl9pPr>
          </a:lstStyle>
          <a:p xmlns:a="http://schemas.openxmlformats.org/drawingml/2006/main">
            <a:pPr algn="l">
              <a:defRPr sz="1650" b="0">
                <a:solidFill>
                  <a:srgbClr val="475569"/>
                </a:solidFill>
                <a:latin typeface="Arial"/>
                <a:ea typeface="Arial"/>
                <a:cs typeface="Arial"/>
              </a:defRPr>
            </a:pPr>
            <a:r>
              <a:rPr sz="1650" b="0">
                <a:solidFill>
                  <a:srgbClr val="475569"/>
                </a:solidFill>
                <a:latin typeface="Arial"/>
                <a:ea typeface="Arial"/>
                <a:cs typeface="Arial"/>
              </a:rPr>
              <a:t>Goal: Preserve accounting meaning before approving the plan.</a:t>
            </a:r>
          </a:p>
        </p:txBody>
      </p:sp>
      <p:sp>
        <p:nvSpPr>
          <p:cNvPr id="3" name="s3-Artifact classification">
            <a:extLst xmlns:a="http://schemas.openxmlformats.org/drawingml/2006/main">
              <a:ext uri="{FF2B5EF4-FFF2-40B4-BE49-F238E27FC236}">
                <a16:creationId xmlns:a16="http://schemas.microsoft.com/office/drawing/2014/main" id="{4BDE328E-DBBE-485C-B7BC-7F516C52CB99}"/>
              </a:ext>
            </a:extLst>
          </p:cNvPr>
          <p:cNvSpPr>
            <a:spLocks xmlns:a="http://schemas.openxmlformats.org/drawingml/2006/main" noGrp="1"/>
          </p:cNvSpPr>
          <p:nvPr/>
        </p:nvSpPr>
        <p:spPr>
          <a:xfrm xmlns:a="http://schemas.openxmlformats.org/drawingml/2006/main">
            <a:off x="12001500" y="428625"/>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4748B"/>
                </a:solidFill>
                <a:latin typeface="Arial"/>
                <a:ea typeface="Arial"/>
                <a:cs typeface="Arial"/>
              </a:defRPr>
            </a:defPPr>
            <a:lvl1pPr algn="l">
              <a:defRPr sz="1275" b="1">
                <a:solidFill>
                  <a:srgbClr val="64748B"/>
                </a:solidFill>
                <a:latin typeface="Arial"/>
                <a:ea typeface="Arial"/>
                <a:cs typeface="Arial"/>
              </a:defRPr>
            </a:lvl1pPr>
            <a:lvl2pPr algn="l">
              <a:defRPr sz="1275" b="1">
                <a:solidFill>
                  <a:srgbClr val="64748B"/>
                </a:solidFill>
                <a:latin typeface="Arial"/>
                <a:ea typeface="Arial"/>
                <a:cs typeface="Arial"/>
              </a:defRPr>
            </a:lvl2pPr>
            <a:lvl3pPr algn="l">
              <a:defRPr sz="1275" b="1">
                <a:solidFill>
                  <a:srgbClr val="64748B"/>
                </a:solidFill>
                <a:latin typeface="Arial"/>
                <a:ea typeface="Arial"/>
                <a:cs typeface="Arial"/>
              </a:defRPr>
            </a:lvl3pPr>
            <a:lvl4pPr algn="l">
              <a:defRPr sz="1275" b="1">
                <a:solidFill>
                  <a:srgbClr val="64748B"/>
                </a:solidFill>
                <a:latin typeface="Arial"/>
                <a:ea typeface="Arial"/>
                <a:cs typeface="Arial"/>
              </a:defRPr>
            </a:lvl4pPr>
            <a:lvl5pPr algn="l">
              <a:defRPr sz="1275" b="1">
                <a:solidFill>
                  <a:srgbClr val="64748B"/>
                </a:solidFill>
                <a:latin typeface="Arial"/>
                <a:ea typeface="Arial"/>
                <a:cs typeface="Arial"/>
              </a:defRPr>
            </a:lvl5pPr>
            <a:lvl6pPr algn="l">
              <a:defRPr sz="1275" b="1">
                <a:solidFill>
                  <a:srgbClr val="64748B"/>
                </a:solidFill>
                <a:latin typeface="Arial"/>
                <a:ea typeface="Arial"/>
                <a:cs typeface="Arial"/>
              </a:defRPr>
            </a:lvl6pPr>
            <a:lvl7pPr algn="l">
              <a:defRPr sz="1275" b="1">
                <a:solidFill>
                  <a:srgbClr val="64748B"/>
                </a:solidFill>
                <a:latin typeface="Arial"/>
                <a:ea typeface="Arial"/>
                <a:cs typeface="Arial"/>
              </a:defRPr>
            </a:lvl7pPr>
            <a:lvl8pPr algn="l">
              <a:defRPr sz="1275" b="1">
                <a:solidFill>
                  <a:srgbClr val="64748B"/>
                </a:solidFill>
                <a:latin typeface="Arial"/>
                <a:ea typeface="Arial"/>
                <a:cs typeface="Arial"/>
              </a:defRPr>
            </a:lvl8pPr>
            <a:lvl9pPr algn="l">
              <a:defRPr sz="1275" b="1">
                <a:solidFill>
                  <a:srgbClr val="64748B"/>
                </a:solidFill>
                <a:latin typeface="Arial"/>
                <a:ea typeface="Arial"/>
                <a:cs typeface="Arial"/>
              </a:defRPr>
            </a:lvl9pPr>
          </a:lstStyle>
          <a:p xmlns:a="http://schemas.openxmlformats.org/drawingml/2006/main">
            <a:pPr algn="l">
              <a:defRPr sz="1275" b="1">
                <a:solidFill>
                  <a:srgbClr val="64748B"/>
                </a:solidFill>
                <a:latin typeface="Arial"/>
                <a:ea typeface="Arial"/>
                <a:cs typeface="Arial"/>
              </a:defRPr>
            </a:pPr>
            <a:r>
              <a:rPr sz="1275" b="1">
                <a:solidFill>
                  <a:srgbClr val="64748B"/>
                </a:solidFill>
                <a:latin typeface="Arial"/>
                <a:ea typeface="Arial"/>
                <a:cs typeface="Arial"/>
              </a:rPr>
              <a:t>PROPOSED LAYOUT</a:t>
            </a:r>
          </a:p>
        </p:txBody>
      </p:sp>
      <p:sp>
        <p:nvSpPr>
          <p:cNvPr id="4" name="s3-Artifact type">
            <a:extLst xmlns:a="http://schemas.openxmlformats.org/drawingml/2006/main">
              <a:ext uri="{FF2B5EF4-FFF2-40B4-BE49-F238E27FC236}">
                <a16:creationId xmlns:a16="http://schemas.microsoft.com/office/drawing/2014/main" id="{27D847A2-49EA-451E-8807-2648B5F16232}"/>
              </a:ext>
            </a:extLst>
          </p:cNvPr>
          <p:cNvSpPr>
            <a:spLocks xmlns:a="http://schemas.openxmlformats.org/drawingml/2006/main" noGrp="1"/>
          </p:cNvSpPr>
          <p:nvPr/>
        </p:nvSpPr>
        <p:spPr>
          <a:xfrm xmlns:a="http://schemas.openxmlformats.org/drawingml/2006/main">
            <a:off x="12001500" y="723900"/>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Editable product mockup</a:t>
            </a:r>
          </a:p>
        </p:txBody>
      </p:sp>
      <p:sp>
        <p:nvSpPr>
          <p:cNvPr id="5" name="s3-Application frame">
            <a:extLst xmlns:a="http://schemas.openxmlformats.org/drawingml/2006/main">
              <a:ext uri="{FF2B5EF4-FFF2-40B4-BE49-F238E27FC236}">
                <a16:creationId xmlns:a16="http://schemas.microsoft.com/office/drawing/2014/main" id="{D4F03D04-B06D-4B82-8E35-A5685FA60271}"/>
              </a:ext>
            </a:extLst>
          </p:cNvPr>
          <p:cNvSpPr>
            <a:spLocks xmlns:a="http://schemas.openxmlformats.org/drawingml/2006/main" noGrp="1"/>
          </p:cNvSpPr>
          <p:nvPr/>
        </p:nvSpPr>
        <p:spPr>
          <a:xfrm xmlns:a="http://schemas.openxmlformats.org/drawingml/2006/main">
            <a:off x="419100" y="1543050"/>
            <a:ext cx="11239500" cy="6191250"/>
          </a:xfrm>
          <a:prstGeom xmlns:a="http://schemas.openxmlformats.org/drawingml/2006/main" prst="roundRect">
            <a:avLst>
              <a:gd name="adj" fmla="val 1231"/>
            </a:avLst>
          </a:prstGeom>
          <a:solidFill xmlns:a="http://schemas.openxmlformats.org/drawingml/2006/main">
            <a:srgbClr val="F7F9FC"/>
          </a:solidFill>
          <a:ln xmlns:a="http://schemas.openxmlformats.org/drawingml/2006/main" w="9525">
            <a:solidFill>
              <a:srgbClr val="D8E0EB"/>
            </a:solidFill>
            <a:prstDash val="solid"/>
          </a:ln>
        </p:spPr>
      </p:sp>
      <p:sp>
        <p:nvSpPr>
          <p:cNvPr id="6" name="s3-Application header">
            <a:extLst xmlns:a="http://schemas.openxmlformats.org/drawingml/2006/main">
              <a:ext uri="{FF2B5EF4-FFF2-40B4-BE49-F238E27FC236}">
                <a16:creationId xmlns:a16="http://schemas.microsoft.com/office/drawing/2014/main" id="{AA17A12F-A9BD-4B8B-84AA-040B4166CCF3}"/>
              </a:ext>
            </a:extLst>
          </p:cNvPr>
          <p:cNvSpPr>
            <a:spLocks xmlns:a="http://schemas.openxmlformats.org/drawingml/2006/main" noGrp="1"/>
          </p:cNvSpPr>
          <p:nvPr/>
        </p:nvSpPr>
        <p:spPr>
          <a:xfrm xmlns:a="http://schemas.openxmlformats.org/drawingml/2006/main">
            <a:off x="428625" y="1552575"/>
            <a:ext cx="11220450" cy="552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7" name="s3-Brand mark">
            <a:extLst xmlns:a="http://schemas.openxmlformats.org/drawingml/2006/main">
              <a:ext uri="{FF2B5EF4-FFF2-40B4-BE49-F238E27FC236}">
                <a16:creationId xmlns:a16="http://schemas.microsoft.com/office/drawing/2014/main" id="{ED21BCA1-EE0D-46E1-9E39-5ADDDD2E4DF2}"/>
              </a:ext>
            </a:extLst>
          </p:cNvPr>
          <p:cNvSpPr>
            <a:spLocks xmlns:a="http://schemas.openxmlformats.org/drawingml/2006/main" noGrp="1"/>
          </p:cNvSpPr>
          <p:nvPr/>
        </p:nvSpPr>
        <p:spPr>
          <a:xfrm xmlns:a="http://schemas.openxmlformats.org/drawingml/2006/main">
            <a:off x="704850" y="1685925"/>
            <a:ext cx="285750" cy="285750"/>
          </a:xfrm>
          <a:prstGeom xmlns:a="http://schemas.openxmlformats.org/drawingml/2006/main" prst="roundRect">
            <a:avLst>
              <a:gd name="adj" fmla="val 26667"/>
            </a:avLst>
          </a:prstGeom>
          <a:solidFill xmlns:a="http://schemas.openxmlformats.org/drawingml/2006/main">
            <a:srgbClr val="155EEF"/>
          </a:solidFill>
          <a:ln xmlns:a="http://schemas.openxmlformats.org/drawingml/2006/main" w="0">
            <a:noFill/>
            <a:prstDash val="solid"/>
          </a:ln>
        </p:spPr>
      </p:sp>
      <p:sp>
        <p:nvSpPr>
          <p:cNvPr id="8" name="s3-Brand initial">
            <a:extLst xmlns:a="http://schemas.openxmlformats.org/drawingml/2006/main">
              <a:ext uri="{FF2B5EF4-FFF2-40B4-BE49-F238E27FC236}">
                <a16:creationId xmlns:a16="http://schemas.microsoft.com/office/drawing/2014/main" id="{038B8526-9C5C-4063-91C7-9274DA22B2B8}"/>
              </a:ext>
            </a:extLst>
          </p:cNvPr>
          <p:cNvSpPr>
            <a:spLocks xmlns:a="http://schemas.openxmlformats.org/drawingml/2006/main" noGrp="1"/>
          </p:cNvSpPr>
          <p:nvPr/>
        </p:nvSpPr>
        <p:spPr>
          <a:xfrm xmlns:a="http://schemas.openxmlformats.org/drawingml/2006/main">
            <a:off x="762000" y="1714500"/>
            <a:ext cx="171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vl1pPr algn="ctr">
              <a:defRPr sz="1425" b="1">
                <a:solidFill>
                  <a:srgbClr val="FFFFFF"/>
                </a:solidFill>
                <a:latin typeface="Arial"/>
                <a:ea typeface="Arial"/>
                <a:cs typeface="Arial"/>
              </a:defRPr>
            </a:lvl1pPr>
            <a:lvl2pPr algn="ctr">
              <a:defRPr sz="1425" b="1">
                <a:solidFill>
                  <a:srgbClr val="FFFFFF"/>
                </a:solidFill>
                <a:latin typeface="Arial"/>
                <a:ea typeface="Arial"/>
                <a:cs typeface="Arial"/>
              </a:defRPr>
            </a:lvl2pPr>
            <a:lvl3pPr algn="ctr">
              <a:defRPr sz="1425" b="1">
                <a:solidFill>
                  <a:srgbClr val="FFFFFF"/>
                </a:solidFill>
                <a:latin typeface="Arial"/>
                <a:ea typeface="Arial"/>
                <a:cs typeface="Arial"/>
              </a:defRPr>
            </a:lvl3pPr>
            <a:lvl4pPr algn="ctr">
              <a:defRPr sz="1425" b="1">
                <a:solidFill>
                  <a:srgbClr val="FFFFFF"/>
                </a:solidFill>
                <a:latin typeface="Arial"/>
                <a:ea typeface="Arial"/>
                <a:cs typeface="Arial"/>
              </a:defRPr>
            </a:lvl4pPr>
            <a:lvl5pPr algn="ctr">
              <a:defRPr sz="1425" b="1">
                <a:solidFill>
                  <a:srgbClr val="FFFFFF"/>
                </a:solidFill>
                <a:latin typeface="Arial"/>
                <a:ea typeface="Arial"/>
                <a:cs typeface="Arial"/>
              </a:defRPr>
            </a:lvl5pPr>
            <a:lvl6pPr algn="ctr">
              <a:defRPr sz="1425" b="1">
                <a:solidFill>
                  <a:srgbClr val="FFFFFF"/>
                </a:solidFill>
                <a:latin typeface="Arial"/>
                <a:ea typeface="Arial"/>
                <a:cs typeface="Arial"/>
              </a:defRPr>
            </a:lvl6pPr>
            <a:lvl7pPr algn="ctr">
              <a:defRPr sz="1425" b="1">
                <a:solidFill>
                  <a:srgbClr val="FFFFFF"/>
                </a:solidFill>
                <a:latin typeface="Arial"/>
                <a:ea typeface="Arial"/>
                <a:cs typeface="Arial"/>
              </a:defRPr>
            </a:lvl7pPr>
            <a:lvl8pPr algn="ctr">
              <a:defRPr sz="1425" b="1">
                <a:solidFill>
                  <a:srgbClr val="FFFFFF"/>
                </a:solidFill>
                <a:latin typeface="Arial"/>
                <a:ea typeface="Arial"/>
                <a:cs typeface="Arial"/>
              </a:defRPr>
            </a:lvl8pPr>
            <a:lvl9pPr algn="ctr">
              <a:defRPr sz="1425" b="1">
                <a:solidFill>
                  <a:srgbClr val="FFFFFF"/>
                </a:solidFill>
                <a:latin typeface="Arial"/>
                <a:ea typeface="Arial"/>
                <a:cs typeface="Arial"/>
              </a:defRPr>
            </a:lvl9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M</a:t>
            </a:r>
          </a:p>
        </p:txBody>
      </p:sp>
      <p:sp>
        <p:nvSpPr>
          <p:cNvPr id="9" name="s3-Brand wordmark">
            <a:extLst xmlns:a="http://schemas.openxmlformats.org/drawingml/2006/main">
              <a:ext uri="{FF2B5EF4-FFF2-40B4-BE49-F238E27FC236}">
                <a16:creationId xmlns:a16="http://schemas.microsoft.com/office/drawing/2014/main" id="{3B78F99A-5F1C-493B-ACE3-1F39B56118AF}"/>
              </a:ext>
            </a:extLst>
          </p:cNvPr>
          <p:cNvSpPr>
            <a:spLocks xmlns:a="http://schemas.openxmlformats.org/drawingml/2006/main" noGrp="1"/>
          </p:cNvSpPr>
          <p:nvPr/>
        </p:nvSpPr>
        <p:spPr>
          <a:xfrm xmlns:a="http://schemas.openxmlformats.org/drawingml/2006/main">
            <a:off x="1095375" y="1714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11827"/>
                </a:solidFill>
                <a:latin typeface="Arial"/>
                <a:ea typeface="Arial"/>
                <a:cs typeface="Arial"/>
              </a:defRPr>
            </a:defPPr>
            <a:lvl1pPr algn="l">
              <a:defRPr sz="1575" b="1">
                <a:solidFill>
                  <a:srgbClr val="111827"/>
                </a:solidFill>
                <a:latin typeface="Arial"/>
                <a:ea typeface="Arial"/>
                <a:cs typeface="Arial"/>
              </a:defRPr>
            </a:lvl1pPr>
            <a:lvl2pPr algn="l">
              <a:defRPr sz="1575" b="1">
                <a:solidFill>
                  <a:srgbClr val="111827"/>
                </a:solidFill>
                <a:latin typeface="Arial"/>
                <a:ea typeface="Arial"/>
                <a:cs typeface="Arial"/>
              </a:defRPr>
            </a:lvl2pPr>
            <a:lvl3pPr algn="l">
              <a:defRPr sz="1575" b="1">
                <a:solidFill>
                  <a:srgbClr val="111827"/>
                </a:solidFill>
                <a:latin typeface="Arial"/>
                <a:ea typeface="Arial"/>
                <a:cs typeface="Arial"/>
              </a:defRPr>
            </a:lvl3pPr>
            <a:lvl4pPr algn="l">
              <a:defRPr sz="1575" b="1">
                <a:solidFill>
                  <a:srgbClr val="111827"/>
                </a:solidFill>
                <a:latin typeface="Arial"/>
                <a:ea typeface="Arial"/>
                <a:cs typeface="Arial"/>
              </a:defRPr>
            </a:lvl4pPr>
            <a:lvl5pPr algn="l">
              <a:defRPr sz="1575" b="1">
                <a:solidFill>
                  <a:srgbClr val="111827"/>
                </a:solidFill>
                <a:latin typeface="Arial"/>
                <a:ea typeface="Arial"/>
                <a:cs typeface="Arial"/>
              </a:defRPr>
            </a:lvl5pPr>
            <a:lvl6pPr algn="l">
              <a:defRPr sz="1575" b="1">
                <a:solidFill>
                  <a:srgbClr val="111827"/>
                </a:solidFill>
                <a:latin typeface="Arial"/>
                <a:ea typeface="Arial"/>
                <a:cs typeface="Arial"/>
              </a:defRPr>
            </a:lvl6pPr>
            <a:lvl7pPr algn="l">
              <a:defRPr sz="1575" b="1">
                <a:solidFill>
                  <a:srgbClr val="111827"/>
                </a:solidFill>
                <a:latin typeface="Arial"/>
                <a:ea typeface="Arial"/>
                <a:cs typeface="Arial"/>
              </a:defRPr>
            </a:lvl7pPr>
            <a:lvl8pPr algn="l">
              <a:defRPr sz="1575" b="1">
                <a:solidFill>
                  <a:srgbClr val="111827"/>
                </a:solidFill>
                <a:latin typeface="Arial"/>
                <a:ea typeface="Arial"/>
                <a:cs typeface="Arial"/>
              </a:defRPr>
            </a:lvl8pPr>
            <a:lvl9pPr algn="l">
              <a:defRPr sz="1575" b="1">
                <a:solidFill>
                  <a:srgbClr val="111827"/>
                </a:solidFill>
                <a:latin typeface="Arial"/>
                <a:ea typeface="Arial"/>
                <a:cs typeface="Arial"/>
              </a:defRPr>
            </a:lvl9pPr>
          </a:lstStyle>
          <a:p xmlns:a="http://schemas.openxmlformats.org/drawingml/2006/main">
            <a:pPr algn="l">
              <a:defRPr sz="1575" b="1">
                <a:solidFill>
                  <a:srgbClr val="111827"/>
                </a:solidFill>
                <a:latin typeface="Arial"/>
                <a:ea typeface="Arial"/>
                <a:cs typeface="Arial"/>
              </a:defRPr>
            </a:pPr>
            <a:r>
              <a:rPr sz="1575" b="1">
                <a:solidFill>
                  <a:srgbClr val="111827"/>
                </a:solidFill>
                <a:latin typeface="Arial"/>
                <a:ea typeface="Arial"/>
                <a:cs typeface="Arial"/>
              </a:rPr>
              <a:t>MoveBooks AI</a:t>
            </a:r>
          </a:p>
        </p:txBody>
      </p:sp>
      <p:sp>
        <p:nvSpPr>
          <p:cNvPr id="10" name="s3-Top navigation">
            <a:extLst xmlns:a="http://schemas.openxmlformats.org/drawingml/2006/main">
              <a:ext uri="{FF2B5EF4-FFF2-40B4-BE49-F238E27FC236}">
                <a16:creationId xmlns:a16="http://schemas.microsoft.com/office/drawing/2014/main" id="{362F4E11-5551-4657-A882-D24CABD71DD9}"/>
              </a:ext>
            </a:extLst>
          </p:cNvPr>
          <p:cNvSpPr>
            <a:spLocks xmlns:a="http://schemas.openxmlformats.org/drawingml/2006/main" noGrp="1"/>
          </p:cNvSpPr>
          <p:nvPr/>
        </p:nvSpPr>
        <p:spPr>
          <a:xfrm xmlns:a="http://schemas.openxmlformats.org/drawingml/2006/main">
            <a:off x="7200900" y="1743075"/>
            <a:ext cx="4133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475569"/>
                </a:solidFill>
                <a:latin typeface="Arial"/>
                <a:ea typeface="Arial"/>
                <a:cs typeface="Arial"/>
              </a:defRPr>
            </a:defPPr>
            <a:lvl1pPr algn="l">
              <a:defRPr sz="1275" b="0">
                <a:solidFill>
                  <a:srgbClr val="475569"/>
                </a:solidFill>
                <a:latin typeface="Arial"/>
                <a:ea typeface="Arial"/>
                <a:cs typeface="Arial"/>
              </a:defRPr>
            </a:lvl1pPr>
            <a:lvl2pPr algn="l">
              <a:defRPr sz="1275" b="0">
                <a:solidFill>
                  <a:srgbClr val="475569"/>
                </a:solidFill>
                <a:latin typeface="Arial"/>
                <a:ea typeface="Arial"/>
                <a:cs typeface="Arial"/>
              </a:defRPr>
            </a:lvl2pPr>
            <a:lvl3pPr algn="l">
              <a:defRPr sz="1275" b="0">
                <a:solidFill>
                  <a:srgbClr val="475569"/>
                </a:solidFill>
                <a:latin typeface="Arial"/>
                <a:ea typeface="Arial"/>
                <a:cs typeface="Arial"/>
              </a:defRPr>
            </a:lvl3pPr>
            <a:lvl4pPr algn="l">
              <a:defRPr sz="1275" b="0">
                <a:solidFill>
                  <a:srgbClr val="475569"/>
                </a:solidFill>
                <a:latin typeface="Arial"/>
                <a:ea typeface="Arial"/>
                <a:cs typeface="Arial"/>
              </a:defRPr>
            </a:lvl4pPr>
            <a:lvl5pPr algn="l">
              <a:defRPr sz="1275" b="0">
                <a:solidFill>
                  <a:srgbClr val="475569"/>
                </a:solidFill>
                <a:latin typeface="Arial"/>
                <a:ea typeface="Arial"/>
                <a:cs typeface="Arial"/>
              </a:defRPr>
            </a:lvl5pPr>
            <a:lvl6pPr algn="l">
              <a:defRPr sz="1275" b="0">
                <a:solidFill>
                  <a:srgbClr val="475569"/>
                </a:solidFill>
                <a:latin typeface="Arial"/>
                <a:ea typeface="Arial"/>
                <a:cs typeface="Arial"/>
              </a:defRPr>
            </a:lvl6pPr>
            <a:lvl7pPr algn="l">
              <a:defRPr sz="1275" b="0">
                <a:solidFill>
                  <a:srgbClr val="475569"/>
                </a:solidFill>
                <a:latin typeface="Arial"/>
                <a:ea typeface="Arial"/>
                <a:cs typeface="Arial"/>
              </a:defRPr>
            </a:lvl7pPr>
            <a:lvl8pPr algn="l">
              <a:defRPr sz="1275" b="0">
                <a:solidFill>
                  <a:srgbClr val="475569"/>
                </a:solidFill>
                <a:latin typeface="Arial"/>
                <a:ea typeface="Arial"/>
                <a:cs typeface="Arial"/>
              </a:defRPr>
            </a:lvl8pPr>
            <a:lvl9pPr algn="l">
              <a:defRPr sz="1275" b="0">
                <a:solidFill>
                  <a:srgbClr val="475569"/>
                </a:solidFill>
                <a:latin typeface="Arial"/>
                <a:ea typeface="Arial"/>
                <a:cs typeface="Arial"/>
              </a:defRPr>
            </a:lvl9pPr>
          </a:lstStyle>
          <a:p xmlns:a="http://schemas.openxmlformats.org/drawingml/2006/main">
            <a:pPr algn="l">
              <a:defRPr sz="1275" b="0">
                <a:solidFill>
                  <a:srgbClr val="475569"/>
                </a:solidFill>
                <a:latin typeface="Arial"/>
                <a:ea typeface="Arial"/>
                <a:cs typeface="Arial"/>
              </a:defRPr>
            </a:pPr>
            <a:r>
              <a:rPr sz="1275" b="0">
                <a:solidFill>
                  <a:srgbClr val="475569"/>
                </a:solidFill>
                <a:latin typeface="Arial"/>
                <a:ea typeface="Arial"/>
                <a:cs typeface="Arial"/>
              </a:rPr>
              <a:t>My Migration        Play        Help        Account</a:t>
            </a:r>
          </a:p>
        </p:txBody>
      </p:sp>
      <p:cxnSp>
        <p:nvCxnSpPr>
          <p:cNvPr id="11" name="s3-App header divider">
            <a:extLst xmlns:a="http://schemas.openxmlformats.org/drawingml/2006/main">
              <a:ext uri="{FF2B5EF4-FFF2-40B4-BE49-F238E27FC236}">
                <a16:creationId xmlns:a16="http://schemas.microsoft.com/office/drawing/2014/main" id="{4AC81B06-6C53-4237-8FE4-2CFB21877A97}"/>
              </a:ext>
            </a:extLst>
          </p:cNvPr>
          <p:cNvCxnSpPr/>
          <p:nvPr/>
        </p:nvCxnSpPr>
        <p:spPr>
          <a:xfrm xmlns:a="http://schemas.openxmlformats.org/drawingml/2006/main" flipH="0" flipV="0">
            <a:off x="428625" y="2105025"/>
            <a:ext cx="11220450" cy="0"/>
          </a:xfrm>
          <a:prstGeom xmlns:a="http://schemas.openxmlformats.org/drawingml/2006/main" prst="straightConnector1">
            <a:avLst/>
          </a:prstGeom>
          <a:ln xmlns:a="http://schemas.openxmlformats.org/drawingml/2006/main" w="9525">
            <a:solidFill>
              <a:srgbClr val="D8E0EB"/>
            </a:solidFill>
            <a:tailEnd type="none" w="sm" len="sm"/>
          </a:ln>
        </p:spPr>
      </p:cxnSp>
      <p:sp>
        <p:nvSpPr>
          <p:cNvPr id="12" name="s3-Phase Understand">
            <a:extLst xmlns:a="http://schemas.openxmlformats.org/drawingml/2006/main">
              <a:ext uri="{FF2B5EF4-FFF2-40B4-BE49-F238E27FC236}">
                <a16:creationId xmlns:a16="http://schemas.microsoft.com/office/drawing/2014/main" id="{4BBFB382-5C9C-42F5-BCD5-0E2715A601EE}"/>
              </a:ext>
            </a:extLst>
          </p:cNvPr>
          <p:cNvSpPr>
            <a:spLocks xmlns:a="http://schemas.openxmlformats.org/drawingml/2006/main" noGrp="1"/>
          </p:cNvSpPr>
          <p:nvPr/>
        </p:nvSpPr>
        <p:spPr>
          <a:xfrm xmlns:a="http://schemas.openxmlformats.org/drawingml/2006/main">
            <a:off x="762000"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87A55"/>
                </a:solidFill>
                <a:latin typeface="Arial"/>
                <a:ea typeface="Arial"/>
                <a:cs typeface="Arial"/>
              </a:defRPr>
            </a:defPPr>
            <a:lvl1pPr algn="l">
              <a:defRPr sz="1350" b="0">
                <a:solidFill>
                  <a:srgbClr val="087A55"/>
                </a:solidFill>
                <a:latin typeface="Arial"/>
                <a:ea typeface="Arial"/>
                <a:cs typeface="Arial"/>
              </a:defRPr>
            </a:lvl1pPr>
            <a:lvl2pPr algn="l">
              <a:defRPr sz="1350" b="0">
                <a:solidFill>
                  <a:srgbClr val="087A55"/>
                </a:solidFill>
                <a:latin typeface="Arial"/>
                <a:ea typeface="Arial"/>
                <a:cs typeface="Arial"/>
              </a:defRPr>
            </a:lvl2pPr>
            <a:lvl3pPr algn="l">
              <a:defRPr sz="1350" b="0">
                <a:solidFill>
                  <a:srgbClr val="087A55"/>
                </a:solidFill>
                <a:latin typeface="Arial"/>
                <a:ea typeface="Arial"/>
                <a:cs typeface="Arial"/>
              </a:defRPr>
            </a:lvl3pPr>
            <a:lvl4pPr algn="l">
              <a:defRPr sz="1350" b="0">
                <a:solidFill>
                  <a:srgbClr val="087A55"/>
                </a:solidFill>
                <a:latin typeface="Arial"/>
                <a:ea typeface="Arial"/>
                <a:cs typeface="Arial"/>
              </a:defRPr>
            </a:lvl4pPr>
            <a:lvl5pPr algn="l">
              <a:defRPr sz="1350" b="0">
                <a:solidFill>
                  <a:srgbClr val="087A55"/>
                </a:solidFill>
                <a:latin typeface="Arial"/>
                <a:ea typeface="Arial"/>
                <a:cs typeface="Arial"/>
              </a:defRPr>
            </a:lvl5pPr>
            <a:lvl6pPr algn="l">
              <a:defRPr sz="1350" b="0">
                <a:solidFill>
                  <a:srgbClr val="087A55"/>
                </a:solidFill>
                <a:latin typeface="Arial"/>
                <a:ea typeface="Arial"/>
                <a:cs typeface="Arial"/>
              </a:defRPr>
            </a:lvl6pPr>
            <a:lvl7pPr algn="l">
              <a:defRPr sz="1350" b="0">
                <a:solidFill>
                  <a:srgbClr val="087A55"/>
                </a:solidFill>
                <a:latin typeface="Arial"/>
                <a:ea typeface="Arial"/>
                <a:cs typeface="Arial"/>
              </a:defRPr>
            </a:lvl7pPr>
            <a:lvl8pPr algn="l">
              <a:defRPr sz="1350" b="0">
                <a:solidFill>
                  <a:srgbClr val="087A55"/>
                </a:solidFill>
                <a:latin typeface="Arial"/>
                <a:ea typeface="Arial"/>
                <a:cs typeface="Arial"/>
              </a:defRPr>
            </a:lvl8pPr>
            <a:lvl9pPr algn="l">
              <a:defRPr sz="1350" b="0">
                <a:solidFill>
                  <a:srgbClr val="087A55"/>
                </a:solidFill>
                <a:latin typeface="Arial"/>
                <a:ea typeface="Arial"/>
                <a:cs typeface="Arial"/>
              </a:defRPr>
            </a:lvl9pPr>
          </a:lstStyle>
          <a:p xmlns:a="http://schemas.openxmlformats.org/drawingml/2006/main">
            <a:pPr algn="l">
              <a:defRPr sz="1350" b="0">
                <a:solidFill>
                  <a:srgbClr val="087A55"/>
                </a:solidFill>
                <a:latin typeface="Arial"/>
                <a:ea typeface="Arial"/>
                <a:cs typeface="Arial"/>
              </a:defRPr>
            </a:pPr>
            <a:r>
              <a:rPr sz="1350" b="0">
                <a:solidFill>
                  <a:srgbClr val="087A55"/>
                </a:solidFill>
                <a:latin typeface="Arial"/>
                <a:ea typeface="Arial"/>
                <a:cs typeface="Arial"/>
              </a:rPr>
              <a:t>✓  Understand</a:t>
            </a:r>
          </a:p>
        </p:txBody>
      </p:sp>
      <p:sp>
        <p:nvSpPr>
          <p:cNvPr id="13" name="s3-Phase Prepare">
            <a:extLst xmlns:a="http://schemas.openxmlformats.org/drawingml/2006/main">
              <a:ext uri="{FF2B5EF4-FFF2-40B4-BE49-F238E27FC236}">
                <a16:creationId xmlns:a16="http://schemas.microsoft.com/office/drawing/2014/main" id="{BC0DCF94-E119-4279-B7A0-9EA49F2DFC2A}"/>
              </a:ext>
            </a:extLst>
          </p:cNvPr>
          <p:cNvSpPr>
            <a:spLocks xmlns:a="http://schemas.openxmlformats.org/drawingml/2006/main" noGrp="1"/>
          </p:cNvSpPr>
          <p:nvPr/>
        </p:nvSpPr>
        <p:spPr>
          <a:xfrm xmlns:a="http://schemas.openxmlformats.org/drawingml/2006/main">
            <a:off x="2867025"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55EEF"/>
                </a:solidFill>
                <a:latin typeface="Arial"/>
                <a:ea typeface="Arial"/>
                <a:cs typeface="Arial"/>
              </a:defRPr>
            </a:defPPr>
            <a:lvl1pPr algn="l">
              <a:defRPr sz="1350" b="1">
                <a:solidFill>
                  <a:srgbClr val="155EEF"/>
                </a:solidFill>
                <a:latin typeface="Arial"/>
                <a:ea typeface="Arial"/>
                <a:cs typeface="Arial"/>
              </a:defRPr>
            </a:lvl1pPr>
            <a:lvl2pPr algn="l">
              <a:defRPr sz="1350" b="1">
                <a:solidFill>
                  <a:srgbClr val="155EEF"/>
                </a:solidFill>
                <a:latin typeface="Arial"/>
                <a:ea typeface="Arial"/>
                <a:cs typeface="Arial"/>
              </a:defRPr>
            </a:lvl2pPr>
            <a:lvl3pPr algn="l">
              <a:defRPr sz="1350" b="1">
                <a:solidFill>
                  <a:srgbClr val="155EEF"/>
                </a:solidFill>
                <a:latin typeface="Arial"/>
                <a:ea typeface="Arial"/>
                <a:cs typeface="Arial"/>
              </a:defRPr>
            </a:lvl3pPr>
            <a:lvl4pPr algn="l">
              <a:defRPr sz="1350" b="1">
                <a:solidFill>
                  <a:srgbClr val="155EEF"/>
                </a:solidFill>
                <a:latin typeface="Arial"/>
                <a:ea typeface="Arial"/>
                <a:cs typeface="Arial"/>
              </a:defRPr>
            </a:lvl4pPr>
            <a:lvl5pPr algn="l">
              <a:defRPr sz="1350" b="1">
                <a:solidFill>
                  <a:srgbClr val="155EEF"/>
                </a:solidFill>
                <a:latin typeface="Arial"/>
                <a:ea typeface="Arial"/>
                <a:cs typeface="Arial"/>
              </a:defRPr>
            </a:lvl5pPr>
            <a:lvl6pPr algn="l">
              <a:defRPr sz="1350" b="1">
                <a:solidFill>
                  <a:srgbClr val="155EEF"/>
                </a:solidFill>
                <a:latin typeface="Arial"/>
                <a:ea typeface="Arial"/>
                <a:cs typeface="Arial"/>
              </a:defRPr>
            </a:lvl6pPr>
            <a:lvl7pPr algn="l">
              <a:defRPr sz="1350" b="1">
                <a:solidFill>
                  <a:srgbClr val="155EEF"/>
                </a:solidFill>
                <a:latin typeface="Arial"/>
                <a:ea typeface="Arial"/>
                <a:cs typeface="Arial"/>
              </a:defRPr>
            </a:lvl7pPr>
            <a:lvl8pPr algn="l">
              <a:defRPr sz="1350" b="1">
                <a:solidFill>
                  <a:srgbClr val="155EEF"/>
                </a:solidFill>
                <a:latin typeface="Arial"/>
                <a:ea typeface="Arial"/>
                <a:cs typeface="Arial"/>
              </a:defRPr>
            </a:lvl8pPr>
            <a:lvl9pPr algn="l">
              <a:defRPr sz="1350" b="1">
                <a:solidFill>
                  <a:srgbClr val="155EEF"/>
                </a:solidFill>
                <a:latin typeface="Arial"/>
                <a:ea typeface="Arial"/>
                <a:cs typeface="Arial"/>
              </a:defRPr>
            </a:lvl9pPr>
          </a:lstStyle>
          <a:p xmlns:a="http://schemas.openxmlformats.org/drawingml/2006/main">
            <a:pPr algn="l">
              <a:defRPr sz="1350" b="1">
                <a:solidFill>
                  <a:srgbClr val="155EEF"/>
                </a:solidFill>
                <a:latin typeface="Arial"/>
                <a:ea typeface="Arial"/>
                <a:cs typeface="Arial"/>
              </a:defRPr>
            </a:pPr>
            <a:r>
              <a:rPr sz="1350" b="1">
                <a:solidFill>
                  <a:srgbClr val="155EEF"/>
                </a:solidFill>
                <a:latin typeface="Arial"/>
                <a:ea typeface="Arial"/>
                <a:cs typeface="Arial"/>
              </a:rPr>
              <a:t>Prepare</a:t>
            </a:r>
          </a:p>
        </p:txBody>
      </p:sp>
      <p:sp>
        <p:nvSpPr>
          <p:cNvPr id="14" name="s3-Current phase underline">
            <a:extLst xmlns:a="http://schemas.openxmlformats.org/drawingml/2006/main">
              <a:ext uri="{FF2B5EF4-FFF2-40B4-BE49-F238E27FC236}">
                <a16:creationId xmlns:a16="http://schemas.microsoft.com/office/drawing/2014/main" id="{82A11D14-871E-4AB9-9032-AA6B6A953E33}"/>
              </a:ext>
            </a:extLst>
          </p:cNvPr>
          <p:cNvSpPr>
            <a:spLocks xmlns:a="http://schemas.openxmlformats.org/drawingml/2006/main" noGrp="1"/>
          </p:cNvSpPr>
          <p:nvPr/>
        </p:nvSpPr>
        <p:spPr>
          <a:xfrm xmlns:a="http://schemas.openxmlformats.org/drawingml/2006/main">
            <a:off x="2867025" y="2628900"/>
            <a:ext cx="1857375" cy="28575"/>
          </a:xfrm>
          <a:prstGeom xmlns:a="http://schemas.openxmlformats.org/drawingml/2006/main" prst="rect">
            <a:avLst/>
          </a:prstGeom>
          <a:solidFill xmlns:a="http://schemas.openxmlformats.org/drawingml/2006/main">
            <a:srgbClr val="155EEF"/>
          </a:solidFill>
          <a:ln xmlns:a="http://schemas.openxmlformats.org/drawingml/2006/main" w="0">
            <a:noFill/>
            <a:prstDash val="solid"/>
          </a:ln>
        </p:spPr>
      </p:sp>
      <p:sp>
        <p:nvSpPr>
          <p:cNvPr id="15" name="s3-Phase Move">
            <a:extLst xmlns:a="http://schemas.openxmlformats.org/drawingml/2006/main">
              <a:ext uri="{FF2B5EF4-FFF2-40B4-BE49-F238E27FC236}">
                <a16:creationId xmlns:a16="http://schemas.microsoft.com/office/drawing/2014/main" id="{0C14238B-E443-49A4-8521-C54049BA83E7}"/>
              </a:ext>
            </a:extLst>
          </p:cNvPr>
          <p:cNvSpPr>
            <a:spLocks xmlns:a="http://schemas.openxmlformats.org/drawingml/2006/main" noGrp="1"/>
          </p:cNvSpPr>
          <p:nvPr/>
        </p:nvSpPr>
        <p:spPr>
          <a:xfrm xmlns:a="http://schemas.openxmlformats.org/drawingml/2006/main">
            <a:off x="4972050"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4748B"/>
                </a:solidFill>
                <a:latin typeface="Arial"/>
                <a:ea typeface="Arial"/>
                <a:cs typeface="Arial"/>
              </a:defRPr>
            </a:defPPr>
            <a:lvl1pPr algn="l">
              <a:defRPr sz="1350" b="0">
                <a:solidFill>
                  <a:srgbClr val="64748B"/>
                </a:solidFill>
                <a:latin typeface="Arial"/>
                <a:ea typeface="Arial"/>
                <a:cs typeface="Arial"/>
              </a:defRPr>
            </a:lvl1pPr>
            <a:lvl2pPr algn="l">
              <a:defRPr sz="1350" b="0">
                <a:solidFill>
                  <a:srgbClr val="64748B"/>
                </a:solidFill>
                <a:latin typeface="Arial"/>
                <a:ea typeface="Arial"/>
                <a:cs typeface="Arial"/>
              </a:defRPr>
            </a:lvl2pPr>
            <a:lvl3pPr algn="l">
              <a:defRPr sz="1350" b="0">
                <a:solidFill>
                  <a:srgbClr val="64748B"/>
                </a:solidFill>
                <a:latin typeface="Arial"/>
                <a:ea typeface="Arial"/>
                <a:cs typeface="Arial"/>
              </a:defRPr>
            </a:lvl3pPr>
            <a:lvl4pPr algn="l">
              <a:defRPr sz="1350" b="0">
                <a:solidFill>
                  <a:srgbClr val="64748B"/>
                </a:solidFill>
                <a:latin typeface="Arial"/>
                <a:ea typeface="Arial"/>
                <a:cs typeface="Arial"/>
              </a:defRPr>
            </a:lvl4pPr>
            <a:lvl5pPr algn="l">
              <a:defRPr sz="1350" b="0">
                <a:solidFill>
                  <a:srgbClr val="64748B"/>
                </a:solidFill>
                <a:latin typeface="Arial"/>
                <a:ea typeface="Arial"/>
                <a:cs typeface="Arial"/>
              </a:defRPr>
            </a:lvl5pPr>
            <a:lvl6pPr algn="l">
              <a:defRPr sz="1350" b="0">
                <a:solidFill>
                  <a:srgbClr val="64748B"/>
                </a:solidFill>
                <a:latin typeface="Arial"/>
                <a:ea typeface="Arial"/>
                <a:cs typeface="Arial"/>
              </a:defRPr>
            </a:lvl6pPr>
            <a:lvl7pPr algn="l">
              <a:defRPr sz="1350" b="0">
                <a:solidFill>
                  <a:srgbClr val="64748B"/>
                </a:solidFill>
                <a:latin typeface="Arial"/>
                <a:ea typeface="Arial"/>
                <a:cs typeface="Arial"/>
              </a:defRPr>
            </a:lvl7pPr>
            <a:lvl8pPr algn="l">
              <a:defRPr sz="1350" b="0">
                <a:solidFill>
                  <a:srgbClr val="64748B"/>
                </a:solidFill>
                <a:latin typeface="Arial"/>
                <a:ea typeface="Arial"/>
                <a:cs typeface="Arial"/>
              </a:defRPr>
            </a:lvl8pPr>
            <a:lvl9pPr algn="l">
              <a:defRPr sz="1350" b="0">
                <a:solidFill>
                  <a:srgbClr val="64748B"/>
                </a:solidFill>
                <a:latin typeface="Arial"/>
                <a:ea typeface="Arial"/>
                <a:cs typeface="Arial"/>
              </a:defRPr>
            </a:lvl9pPr>
          </a:lstStyle>
          <a:p xmlns:a="http://schemas.openxmlformats.org/drawingml/2006/main">
            <a:pPr algn="l">
              <a:defRPr sz="1350" b="0">
                <a:solidFill>
                  <a:srgbClr val="64748B"/>
                </a:solidFill>
                <a:latin typeface="Arial"/>
                <a:ea typeface="Arial"/>
                <a:cs typeface="Arial"/>
              </a:defRPr>
            </a:pPr>
            <a:r>
              <a:rPr sz="1350" b="0">
                <a:solidFill>
                  <a:srgbClr val="64748B"/>
                </a:solidFill>
                <a:latin typeface="Arial"/>
                <a:ea typeface="Arial"/>
                <a:cs typeface="Arial"/>
              </a:rPr>
              <a:t>Move</a:t>
            </a:r>
          </a:p>
        </p:txBody>
      </p:sp>
      <p:sp>
        <p:nvSpPr>
          <p:cNvPr id="16" name="s3-Phase Verify">
            <a:extLst xmlns:a="http://schemas.openxmlformats.org/drawingml/2006/main">
              <a:ext uri="{FF2B5EF4-FFF2-40B4-BE49-F238E27FC236}">
                <a16:creationId xmlns:a16="http://schemas.microsoft.com/office/drawing/2014/main" id="{80107318-9147-4B2F-8DD7-AE9E2021E981}"/>
              </a:ext>
            </a:extLst>
          </p:cNvPr>
          <p:cNvSpPr>
            <a:spLocks xmlns:a="http://schemas.openxmlformats.org/drawingml/2006/main" noGrp="1"/>
          </p:cNvSpPr>
          <p:nvPr/>
        </p:nvSpPr>
        <p:spPr>
          <a:xfrm xmlns:a="http://schemas.openxmlformats.org/drawingml/2006/main">
            <a:off x="7077075"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4748B"/>
                </a:solidFill>
                <a:latin typeface="Arial"/>
                <a:ea typeface="Arial"/>
                <a:cs typeface="Arial"/>
              </a:defRPr>
            </a:defPPr>
            <a:lvl1pPr algn="l">
              <a:defRPr sz="1350" b="0">
                <a:solidFill>
                  <a:srgbClr val="64748B"/>
                </a:solidFill>
                <a:latin typeface="Arial"/>
                <a:ea typeface="Arial"/>
                <a:cs typeface="Arial"/>
              </a:defRPr>
            </a:lvl1pPr>
            <a:lvl2pPr algn="l">
              <a:defRPr sz="1350" b="0">
                <a:solidFill>
                  <a:srgbClr val="64748B"/>
                </a:solidFill>
                <a:latin typeface="Arial"/>
                <a:ea typeface="Arial"/>
                <a:cs typeface="Arial"/>
              </a:defRPr>
            </a:lvl2pPr>
            <a:lvl3pPr algn="l">
              <a:defRPr sz="1350" b="0">
                <a:solidFill>
                  <a:srgbClr val="64748B"/>
                </a:solidFill>
                <a:latin typeface="Arial"/>
                <a:ea typeface="Arial"/>
                <a:cs typeface="Arial"/>
              </a:defRPr>
            </a:lvl3pPr>
            <a:lvl4pPr algn="l">
              <a:defRPr sz="1350" b="0">
                <a:solidFill>
                  <a:srgbClr val="64748B"/>
                </a:solidFill>
                <a:latin typeface="Arial"/>
                <a:ea typeface="Arial"/>
                <a:cs typeface="Arial"/>
              </a:defRPr>
            </a:lvl4pPr>
            <a:lvl5pPr algn="l">
              <a:defRPr sz="1350" b="0">
                <a:solidFill>
                  <a:srgbClr val="64748B"/>
                </a:solidFill>
                <a:latin typeface="Arial"/>
                <a:ea typeface="Arial"/>
                <a:cs typeface="Arial"/>
              </a:defRPr>
            </a:lvl5pPr>
            <a:lvl6pPr algn="l">
              <a:defRPr sz="1350" b="0">
                <a:solidFill>
                  <a:srgbClr val="64748B"/>
                </a:solidFill>
                <a:latin typeface="Arial"/>
                <a:ea typeface="Arial"/>
                <a:cs typeface="Arial"/>
              </a:defRPr>
            </a:lvl6pPr>
            <a:lvl7pPr algn="l">
              <a:defRPr sz="1350" b="0">
                <a:solidFill>
                  <a:srgbClr val="64748B"/>
                </a:solidFill>
                <a:latin typeface="Arial"/>
                <a:ea typeface="Arial"/>
                <a:cs typeface="Arial"/>
              </a:defRPr>
            </a:lvl7pPr>
            <a:lvl8pPr algn="l">
              <a:defRPr sz="1350" b="0">
                <a:solidFill>
                  <a:srgbClr val="64748B"/>
                </a:solidFill>
                <a:latin typeface="Arial"/>
                <a:ea typeface="Arial"/>
                <a:cs typeface="Arial"/>
              </a:defRPr>
            </a:lvl8pPr>
            <a:lvl9pPr algn="l">
              <a:defRPr sz="1350" b="0">
                <a:solidFill>
                  <a:srgbClr val="64748B"/>
                </a:solidFill>
                <a:latin typeface="Arial"/>
                <a:ea typeface="Arial"/>
                <a:cs typeface="Arial"/>
              </a:defRPr>
            </a:lvl9pPr>
          </a:lstStyle>
          <a:p xmlns:a="http://schemas.openxmlformats.org/drawingml/2006/main">
            <a:pPr algn="l">
              <a:defRPr sz="1350" b="0">
                <a:solidFill>
                  <a:srgbClr val="64748B"/>
                </a:solidFill>
                <a:latin typeface="Arial"/>
                <a:ea typeface="Arial"/>
                <a:cs typeface="Arial"/>
              </a:defRPr>
            </a:pPr>
            <a:r>
              <a:rPr sz="1350" b="0">
                <a:solidFill>
                  <a:srgbClr val="64748B"/>
                </a:solidFill>
                <a:latin typeface="Arial"/>
                <a:ea typeface="Arial"/>
                <a:cs typeface="Arial"/>
              </a:rPr>
              <a:t>Verify</a:t>
            </a:r>
          </a:p>
        </p:txBody>
      </p:sp>
      <p:sp>
        <p:nvSpPr>
          <p:cNvPr id="17" name="s3-Phase Start">
            <a:extLst xmlns:a="http://schemas.openxmlformats.org/drawingml/2006/main">
              <a:ext uri="{FF2B5EF4-FFF2-40B4-BE49-F238E27FC236}">
                <a16:creationId xmlns:a16="http://schemas.microsoft.com/office/drawing/2014/main" id="{73CF29ED-D8B3-4734-BA54-271B6BC8C047}"/>
              </a:ext>
            </a:extLst>
          </p:cNvPr>
          <p:cNvSpPr>
            <a:spLocks xmlns:a="http://schemas.openxmlformats.org/drawingml/2006/main" noGrp="1"/>
          </p:cNvSpPr>
          <p:nvPr/>
        </p:nvSpPr>
        <p:spPr>
          <a:xfrm xmlns:a="http://schemas.openxmlformats.org/drawingml/2006/main">
            <a:off x="9182100"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4748B"/>
                </a:solidFill>
                <a:latin typeface="Arial"/>
                <a:ea typeface="Arial"/>
                <a:cs typeface="Arial"/>
              </a:defRPr>
            </a:defPPr>
            <a:lvl1pPr algn="l">
              <a:defRPr sz="1350" b="0">
                <a:solidFill>
                  <a:srgbClr val="64748B"/>
                </a:solidFill>
                <a:latin typeface="Arial"/>
                <a:ea typeface="Arial"/>
                <a:cs typeface="Arial"/>
              </a:defRPr>
            </a:lvl1pPr>
            <a:lvl2pPr algn="l">
              <a:defRPr sz="1350" b="0">
                <a:solidFill>
                  <a:srgbClr val="64748B"/>
                </a:solidFill>
                <a:latin typeface="Arial"/>
                <a:ea typeface="Arial"/>
                <a:cs typeface="Arial"/>
              </a:defRPr>
            </a:lvl2pPr>
            <a:lvl3pPr algn="l">
              <a:defRPr sz="1350" b="0">
                <a:solidFill>
                  <a:srgbClr val="64748B"/>
                </a:solidFill>
                <a:latin typeface="Arial"/>
                <a:ea typeface="Arial"/>
                <a:cs typeface="Arial"/>
              </a:defRPr>
            </a:lvl3pPr>
            <a:lvl4pPr algn="l">
              <a:defRPr sz="1350" b="0">
                <a:solidFill>
                  <a:srgbClr val="64748B"/>
                </a:solidFill>
                <a:latin typeface="Arial"/>
                <a:ea typeface="Arial"/>
                <a:cs typeface="Arial"/>
              </a:defRPr>
            </a:lvl4pPr>
            <a:lvl5pPr algn="l">
              <a:defRPr sz="1350" b="0">
                <a:solidFill>
                  <a:srgbClr val="64748B"/>
                </a:solidFill>
                <a:latin typeface="Arial"/>
                <a:ea typeface="Arial"/>
                <a:cs typeface="Arial"/>
              </a:defRPr>
            </a:lvl5pPr>
            <a:lvl6pPr algn="l">
              <a:defRPr sz="1350" b="0">
                <a:solidFill>
                  <a:srgbClr val="64748B"/>
                </a:solidFill>
                <a:latin typeface="Arial"/>
                <a:ea typeface="Arial"/>
                <a:cs typeface="Arial"/>
              </a:defRPr>
            </a:lvl6pPr>
            <a:lvl7pPr algn="l">
              <a:defRPr sz="1350" b="0">
                <a:solidFill>
                  <a:srgbClr val="64748B"/>
                </a:solidFill>
                <a:latin typeface="Arial"/>
                <a:ea typeface="Arial"/>
                <a:cs typeface="Arial"/>
              </a:defRPr>
            </a:lvl7pPr>
            <a:lvl8pPr algn="l">
              <a:defRPr sz="1350" b="0">
                <a:solidFill>
                  <a:srgbClr val="64748B"/>
                </a:solidFill>
                <a:latin typeface="Arial"/>
                <a:ea typeface="Arial"/>
                <a:cs typeface="Arial"/>
              </a:defRPr>
            </a:lvl8pPr>
            <a:lvl9pPr algn="l">
              <a:defRPr sz="1350" b="0">
                <a:solidFill>
                  <a:srgbClr val="64748B"/>
                </a:solidFill>
                <a:latin typeface="Arial"/>
                <a:ea typeface="Arial"/>
                <a:cs typeface="Arial"/>
              </a:defRPr>
            </a:lvl9pPr>
          </a:lstStyle>
          <a:p xmlns:a="http://schemas.openxmlformats.org/drawingml/2006/main">
            <a:pPr algn="l">
              <a:defRPr sz="1350" b="0">
                <a:solidFill>
                  <a:srgbClr val="64748B"/>
                </a:solidFill>
                <a:latin typeface="Arial"/>
                <a:ea typeface="Arial"/>
                <a:cs typeface="Arial"/>
              </a:defRPr>
            </a:pPr>
            <a:r>
              <a:rPr sz="1350" b="0">
                <a:solidFill>
                  <a:srgbClr val="64748B"/>
                </a:solidFill>
                <a:latin typeface="Arial"/>
                <a:ea typeface="Arial"/>
                <a:cs typeface="Arial"/>
              </a:rPr>
              <a:t>Start</a:t>
            </a:r>
          </a:p>
        </p:txBody>
      </p:sp>
      <p:cxnSp>
        <p:nvCxnSpPr>
          <p:cNvPr id="18" name="s3-App footer divider">
            <a:extLst xmlns:a="http://schemas.openxmlformats.org/drawingml/2006/main">
              <a:ext uri="{FF2B5EF4-FFF2-40B4-BE49-F238E27FC236}">
                <a16:creationId xmlns:a16="http://schemas.microsoft.com/office/drawing/2014/main" id="{E923D7F5-6DC2-4FA4-A0AD-435ACFAB240E}"/>
              </a:ext>
            </a:extLst>
          </p:cNvPr>
          <p:cNvCxnSpPr/>
          <p:nvPr/>
        </p:nvCxnSpPr>
        <p:spPr>
          <a:xfrm xmlns:a="http://schemas.openxmlformats.org/drawingml/2006/main" flipH="0" flipV="0">
            <a:off x="762000" y="7343775"/>
            <a:ext cx="10553700" cy="0"/>
          </a:xfrm>
          <a:prstGeom xmlns:a="http://schemas.openxmlformats.org/drawingml/2006/main" prst="straightConnector1">
            <a:avLst/>
          </a:prstGeom>
          <a:ln xmlns:a="http://schemas.openxmlformats.org/drawingml/2006/main" w="9525">
            <a:solidFill>
              <a:srgbClr val="D8E0EB"/>
            </a:solidFill>
            <a:tailEnd type="none" w="sm" len="sm"/>
          </a:ln>
        </p:spPr>
      </p:cxnSp>
      <p:sp>
        <p:nvSpPr>
          <p:cNvPr id="19" name="s3-Synthetic scope">
            <a:extLst xmlns:a="http://schemas.openxmlformats.org/drawingml/2006/main">
              <a:ext uri="{FF2B5EF4-FFF2-40B4-BE49-F238E27FC236}">
                <a16:creationId xmlns:a16="http://schemas.microsoft.com/office/drawing/2014/main" id="{615B7691-144F-45CC-8A76-9EAA0CA177D2}"/>
              </a:ext>
            </a:extLst>
          </p:cNvPr>
          <p:cNvSpPr>
            <a:spLocks xmlns:a="http://schemas.openxmlformats.org/drawingml/2006/main" noGrp="1"/>
          </p:cNvSpPr>
          <p:nvPr/>
        </p:nvSpPr>
        <p:spPr>
          <a:xfrm xmlns:a="http://schemas.openxmlformats.org/drawingml/2006/main">
            <a:off x="762000" y="7458075"/>
            <a:ext cx="10553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4748B"/>
                </a:solidFill>
                <a:latin typeface="Arial"/>
                <a:ea typeface="Arial"/>
                <a:cs typeface="Arial"/>
              </a:defRPr>
            </a:defPPr>
            <a:lvl1pPr algn="l">
              <a:defRPr sz="1200" b="0">
                <a:solidFill>
                  <a:srgbClr val="64748B"/>
                </a:solidFill>
                <a:latin typeface="Arial"/>
                <a:ea typeface="Arial"/>
                <a:cs typeface="Arial"/>
              </a:defRPr>
            </a:lvl1pPr>
            <a:lvl2pPr algn="l">
              <a:defRPr sz="1200" b="0">
                <a:solidFill>
                  <a:srgbClr val="64748B"/>
                </a:solidFill>
                <a:latin typeface="Arial"/>
                <a:ea typeface="Arial"/>
                <a:cs typeface="Arial"/>
              </a:defRPr>
            </a:lvl2pPr>
            <a:lvl3pPr algn="l">
              <a:defRPr sz="1200" b="0">
                <a:solidFill>
                  <a:srgbClr val="64748B"/>
                </a:solidFill>
                <a:latin typeface="Arial"/>
                <a:ea typeface="Arial"/>
                <a:cs typeface="Arial"/>
              </a:defRPr>
            </a:lvl3pPr>
            <a:lvl4pPr algn="l">
              <a:defRPr sz="1200" b="0">
                <a:solidFill>
                  <a:srgbClr val="64748B"/>
                </a:solidFill>
                <a:latin typeface="Arial"/>
                <a:ea typeface="Arial"/>
                <a:cs typeface="Arial"/>
              </a:defRPr>
            </a:lvl4pPr>
            <a:lvl5pPr algn="l">
              <a:defRPr sz="1200" b="0">
                <a:solidFill>
                  <a:srgbClr val="64748B"/>
                </a:solidFill>
                <a:latin typeface="Arial"/>
                <a:ea typeface="Arial"/>
                <a:cs typeface="Arial"/>
              </a:defRPr>
            </a:lvl5pPr>
            <a:lvl6pPr algn="l">
              <a:defRPr sz="1200" b="0">
                <a:solidFill>
                  <a:srgbClr val="64748B"/>
                </a:solidFill>
                <a:latin typeface="Arial"/>
                <a:ea typeface="Arial"/>
                <a:cs typeface="Arial"/>
              </a:defRPr>
            </a:lvl6pPr>
            <a:lvl7pPr algn="l">
              <a:defRPr sz="1200" b="0">
                <a:solidFill>
                  <a:srgbClr val="64748B"/>
                </a:solidFill>
                <a:latin typeface="Arial"/>
                <a:ea typeface="Arial"/>
                <a:cs typeface="Arial"/>
              </a:defRPr>
            </a:lvl7pPr>
            <a:lvl8pPr algn="l">
              <a:defRPr sz="1200" b="0">
                <a:solidFill>
                  <a:srgbClr val="64748B"/>
                </a:solidFill>
                <a:latin typeface="Arial"/>
                <a:ea typeface="Arial"/>
                <a:cs typeface="Arial"/>
              </a:defRPr>
            </a:lvl8pPr>
            <a:lvl9pPr algn="l">
              <a:defRPr sz="1200" b="0">
                <a:solidFill>
                  <a:srgbClr val="64748B"/>
                </a:solidFill>
                <a:latin typeface="Arial"/>
                <a:ea typeface="Arial"/>
                <a:cs typeface="Arial"/>
              </a:defRPr>
            </a:lvl9pPr>
          </a:lstStyle>
          <a:p xmlns:a="http://schemas.openxmlformats.org/drawingml/2006/main">
            <a:pPr algn="l">
              <a:defRPr sz="1200" b="0">
                <a:solidFill>
                  <a:srgbClr val="64748B"/>
                </a:solidFill>
                <a:latin typeface="Arial"/>
                <a:ea typeface="Arial"/>
                <a:cs typeface="Arial"/>
              </a:defRPr>
            </a:pPr>
            <a:r>
              <a:rPr sz="1200" b="0">
                <a:solidFill>
                  <a:srgbClr val="64748B"/>
                </a:solidFill>
                <a:latin typeface="Arial"/>
                <a:ea typeface="Arial"/>
                <a:cs typeface="Arial"/>
              </a:rPr>
              <a:t>Synthetic demonstration. No live accounting-provider connection.</a:t>
            </a:r>
          </a:p>
        </p:txBody>
      </p:sp>
      <p:sp>
        <p:nvSpPr>
          <p:cNvPr id="20" name="s3-Business outcome">
            <a:extLst xmlns:a="http://schemas.openxmlformats.org/drawingml/2006/main">
              <a:ext uri="{FF2B5EF4-FFF2-40B4-BE49-F238E27FC236}">
                <a16:creationId xmlns:a16="http://schemas.microsoft.com/office/drawing/2014/main" id="{D5DD80C7-34CF-4792-9247-4BBDAA9BEC6C}"/>
              </a:ext>
            </a:extLst>
          </p:cNvPr>
          <p:cNvSpPr>
            <a:spLocks xmlns:a="http://schemas.openxmlformats.org/drawingml/2006/main" noGrp="1"/>
          </p:cNvSpPr>
          <p:nvPr/>
        </p:nvSpPr>
        <p:spPr>
          <a:xfrm xmlns:a="http://schemas.openxmlformats.org/drawingml/2006/main">
            <a:off x="419100" y="8067675"/>
            <a:ext cx="1440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243F"/>
                </a:solidFill>
                <a:latin typeface="Arial"/>
                <a:ea typeface="Arial"/>
                <a:cs typeface="Arial"/>
              </a:defRPr>
            </a:defPPr>
            <a:lvl1pPr algn="l">
              <a:defRPr sz="1800" b="1">
                <a:solidFill>
                  <a:srgbClr val="17243F"/>
                </a:solidFill>
                <a:latin typeface="Arial"/>
                <a:ea typeface="Arial"/>
                <a:cs typeface="Arial"/>
              </a:defRPr>
            </a:lvl1pPr>
            <a:lvl2pPr algn="l">
              <a:defRPr sz="1800" b="1">
                <a:solidFill>
                  <a:srgbClr val="17243F"/>
                </a:solidFill>
                <a:latin typeface="Arial"/>
                <a:ea typeface="Arial"/>
                <a:cs typeface="Arial"/>
              </a:defRPr>
            </a:lvl2pPr>
            <a:lvl3pPr algn="l">
              <a:defRPr sz="1800" b="1">
                <a:solidFill>
                  <a:srgbClr val="17243F"/>
                </a:solidFill>
                <a:latin typeface="Arial"/>
                <a:ea typeface="Arial"/>
                <a:cs typeface="Arial"/>
              </a:defRPr>
            </a:lvl3pPr>
            <a:lvl4pPr algn="l">
              <a:defRPr sz="1800" b="1">
                <a:solidFill>
                  <a:srgbClr val="17243F"/>
                </a:solidFill>
                <a:latin typeface="Arial"/>
                <a:ea typeface="Arial"/>
                <a:cs typeface="Arial"/>
              </a:defRPr>
            </a:lvl4pPr>
            <a:lvl5pPr algn="l">
              <a:defRPr sz="1800" b="1">
                <a:solidFill>
                  <a:srgbClr val="17243F"/>
                </a:solidFill>
                <a:latin typeface="Arial"/>
                <a:ea typeface="Arial"/>
                <a:cs typeface="Arial"/>
              </a:defRPr>
            </a:lvl5pPr>
            <a:lvl6pPr algn="l">
              <a:defRPr sz="1800" b="1">
                <a:solidFill>
                  <a:srgbClr val="17243F"/>
                </a:solidFill>
                <a:latin typeface="Arial"/>
                <a:ea typeface="Arial"/>
                <a:cs typeface="Arial"/>
              </a:defRPr>
            </a:lvl6pPr>
            <a:lvl7pPr algn="l">
              <a:defRPr sz="1800" b="1">
                <a:solidFill>
                  <a:srgbClr val="17243F"/>
                </a:solidFill>
                <a:latin typeface="Arial"/>
                <a:ea typeface="Arial"/>
                <a:cs typeface="Arial"/>
              </a:defRPr>
            </a:lvl7pPr>
            <a:lvl8pPr algn="l">
              <a:defRPr sz="1800" b="1">
                <a:solidFill>
                  <a:srgbClr val="17243F"/>
                </a:solidFill>
                <a:latin typeface="Arial"/>
                <a:ea typeface="Arial"/>
                <a:cs typeface="Arial"/>
              </a:defRPr>
            </a:lvl8pPr>
            <a:lvl9pPr algn="l">
              <a:defRPr sz="1800" b="1">
                <a:solidFill>
                  <a:srgbClr val="17243F"/>
                </a:solidFill>
                <a:latin typeface="Arial"/>
                <a:ea typeface="Arial"/>
                <a:cs typeface="Arial"/>
              </a:defRPr>
            </a:lvl9pPr>
          </a:lstStyle>
          <a:p xmlns:a="http://schemas.openxmlformats.org/drawingml/2006/main">
            <a:pPr algn="l">
              <a:defRPr sz="1800" b="1">
                <a:solidFill>
                  <a:srgbClr val="17243F"/>
                </a:solidFill>
                <a:latin typeface="Arial"/>
                <a:ea typeface="Arial"/>
                <a:cs typeface="Arial"/>
              </a:defRPr>
            </a:pPr>
            <a:r>
              <a:rPr sz="1800" b="1">
                <a:solidFill>
                  <a:srgbClr val="17243F"/>
                </a:solidFill>
                <a:latin typeface="Arial"/>
                <a:ea typeface="Arial"/>
                <a:cs typeface="Arial"/>
              </a:rPr>
              <a:t>Recommendations stay separate from the accountant’s recorded decision.</a:t>
            </a:r>
          </a:p>
        </p:txBody>
      </p:sp>
      <p:sp>
        <p:nvSpPr>
          <p:cNvPr id="21" name="s3-Screen title">
            <a:extLst xmlns:a="http://schemas.openxmlformats.org/drawingml/2006/main">
              <a:ext uri="{FF2B5EF4-FFF2-40B4-BE49-F238E27FC236}">
                <a16:creationId xmlns:a16="http://schemas.microsoft.com/office/drawing/2014/main" id="{7F61FB3C-A6A4-48CE-B795-B30B34A06AB1}"/>
              </a:ext>
            </a:extLst>
          </p:cNvPr>
          <p:cNvSpPr>
            <a:spLocks xmlns:a="http://schemas.openxmlformats.org/drawingml/2006/main" noGrp="1"/>
          </p:cNvSpPr>
          <p:nvPr/>
        </p:nvSpPr>
        <p:spPr>
          <a:xfrm xmlns:a="http://schemas.openxmlformats.org/drawingml/2006/main">
            <a:off x="762000" y="2895600"/>
            <a:ext cx="1057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11827"/>
                </a:solidFill>
                <a:latin typeface="Arial"/>
                <a:ea typeface="Arial"/>
                <a:cs typeface="Arial"/>
              </a:defRPr>
            </a:defPPr>
            <a:lvl1pPr algn="l">
              <a:defRPr sz="2325" b="1">
                <a:solidFill>
                  <a:srgbClr val="111827"/>
                </a:solidFill>
                <a:latin typeface="Arial"/>
                <a:ea typeface="Arial"/>
                <a:cs typeface="Arial"/>
              </a:defRPr>
            </a:lvl1pPr>
            <a:lvl2pPr algn="l">
              <a:defRPr sz="2325" b="1">
                <a:solidFill>
                  <a:srgbClr val="111827"/>
                </a:solidFill>
                <a:latin typeface="Arial"/>
                <a:ea typeface="Arial"/>
                <a:cs typeface="Arial"/>
              </a:defRPr>
            </a:lvl2pPr>
            <a:lvl3pPr algn="l">
              <a:defRPr sz="2325" b="1">
                <a:solidFill>
                  <a:srgbClr val="111827"/>
                </a:solidFill>
                <a:latin typeface="Arial"/>
                <a:ea typeface="Arial"/>
                <a:cs typeface="Arial"/>
              </a:defRPr>
            </a:lvl3pPr>
            <a:lvl4pPr algn="l">
              <a:defRPr sz="2325" b="1">
                <a:solidFill>
                  <a:srgbClr val="111827"/>
                </a:solidFill>
                <a:latin typeface="Arial"/>
                <a:ea typeface="Arial"/>
                <a:cs typeface="Arial"/>
              </a:defRPr>
            </a:lvl4pPr>
            <a:lvl5pPr algn="l">
              <a:defRPr sz="2325" b="1">
                <a:solidFill>
                  <a:srgbClr val="111827"/>
                </a:solidFill>
                <a:latin typeface="Arial"/>
                <a:ea typeface="Arial"/>
                <a:cs typeface="Arial"/>
              </a:defRPr>
            </a:lvl5pPr>
            <a:lvl6pPr algn="l">
              <a:defRPr sz="2325" b="1">
                <a:solidFill>
                  <a:srgbClr val="111827"/>
                </a:solidFill>
                <a:latin typeface="Arial"/>
                <a:ea typeface="Arial"/>
                <a:cs typeface="Arial"/>
              </a:defRPr>
            </a:lvl6pPr>
            <a:lvl7pPr algn="l">
              <a:defRPr sz="2325" b="1">
                <a:solidFill>
                  <a:srgbClr val="111827"/>
                </a:solidFill>
                <a:latin typeface="Arial"/>
                <a:ea typeface="Arial"/>
                <a:cs typeface="Arial"/>
              </a:defRPr>
            </a:lvl7pPr>
            <a:lvl8pPr algn="l">
              <a:defRPr sz="2325" b="1">
                <a:solidFill>
                  <a:srgbClr val="111827"/>
                </a:solidFill>
                <a:latin typeface="Arial"/>
                <a:ea typeface="Arial"/>
                <a:cs typeface="Arial"/>
              </a:defRPr>
            </a:lvl8pPr>
            <a:lvl9pPr algn="l">
              <a:defRPr sz="2325" b="1">
                <a:solidFill>
                  <a:srgbClr val="111827"/>
                </a:solidFill>
                <a:latin typeface="Arial"/>
                <a:ea typeface="Arial"/>
                <a:cs typeface="Arial"/>
              </a:defRPr>
            </a:lvl9pPr>
          </a:lstStyle>
          <a:p xmlns:a="http://schemas.openxmlformats.org/drawingml/2006/main">
            <a:pPr algn="l">
              <a:defRPr sz="2325" b="1">
                <a:solidFill>
                  <a:srgbClr val="111827"/>
                </a:solidFill>
                <a:latin typeface="Arial"/>
                <a:ea typeface="Arial"/>
                <a:cs typeface="Arial"/>
              </a:defRPr>
            </a:pPr>
            <a:r>
              <a:rPr sz="2325" b="1">
                <a:solidFill>
                  <a:srgbClr val="111827"/>
                </a:solidFill>
                <a:latin typeface="Arial"/>
                <a:ea typeface="Arial"/>
                <a:cs typeface="Arial"/>
              </a:rPr>
              <a:t>Choose where your records go</a:t>
            </a:r>
          </a:p>
        </p:txBody>
      </p:sp>
      <p:sp>
        <p:nvSpPr>
          <p:cNvPr id="22" name="s3-Screen subtitle">
            <a:extLst xmlns:a="http://schemas.openxmlformats.org/drawingml/2006/main">
              <a:ext uri="{FF2B5EF4-FFF2-40B4-BE49-F238E27FC236}">
                <a16:creationId xmlns:a16="http://schemas.microsoft.com/office/drawing/2014/main" id="{7E1AFB1E-DA6A-46F3-83FE-4313B8997BB0}"/>
              </a:ext>
            </a:extLst>
          </p:cNvPr>
          <p:cNvSpPr>
            <a:spLocks xmlns:a="http://schemas.openxmlformats.org/drawingml/2006/main" noGrp="1"/>
          </p:cNvSpPr>
          <p:nvPr/>
        </p:nvSpPr>
        <p:spPr>
          <a:xfrm xmlns:a="http://schemas.openxmlformats.org/drawingml/2006/main">
            <a:off x="762000" y="33813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75569"/>
                </a:solidFill>
                <a:latin typeface="Arial"/>
                <a:ea typeface="Arial"/>
                <a:cs typeface="Arial"/>
              </a:defRPr>
            </a:defPPr>
            <a:lvl1pPr algn="l">
              <a:defRPr sz="1425" b="0">
                <a:solidFill>
                  <a:srgbClr val="475569"/>
                </a:solidFill>
                <a:latin typeface="Arial"/>
                <a:ea typeface="Arial"/>
                <a:cs typeface="Arial"/>
              </a:defRPr>
            </a:lvl1pPr>
            <a:lvl2pPr algn="l">
              <a:defRPr sz="1425" b="0">
                <a:solidFill>
                  <a:srgbClr val="475569"/>
                </a:solidFill>
                <a:latin typeface="Arial"/>
                <a:ea typeface="Arial"/>
                <a:cs typeface="Arial"/>
              </a:defRPr>
            </a:lvl2pPr>
            <a:lvl3pPr algn="l">
              <a:defRPr sz="1425" b="0">
                <a:solidFill>
                  <a:srgbClr val="475569"/>
                </a:solidFill>
                <a:latin typeface="Arial"/>
                <a:ea typeface="Arial"/>
                <a:cs typeface="Arial"/>
              </a:defRPr>
            </a:lvl3pPr>
            <a:lvl4pPr algn="l">
              <a:defRPr sz="1425" b="0">
                <a:solidFill>
                  <a:srgbClr val="475569"/>
                </a:solidFill>
                <a:latin typeface="Arial"/>
                <a:ea typeface="Arial"/>
                <a:cs typeface="Arial"/>
              </a:defRPr>
            </a:lvl4pPr>
            <a:lvl5pPr algn="l">
              <a:defRPr sz="1425" b="0">
                <a:solidFill>
                  <a:srgbClr val="475569"/>
                </a:solidFill>
                <a:latin typeface="Arial"/>
                <a:ea typeface="Arial"/>
                <a:cs typeface="Arial"/>
              </a:defRPr>
            </a:lvl5pPr>
            <a:lvl6pPr algn="l">
              <a:defRPr sz="1425" b="0">
                <a:solidFill>
                  <a:srgbClr val="475569"/>
                </a:solidFill>
                <a:latin typeface="Arial"/>
                <a:ea typeface="Arial"/>
                <a:cs typeface="Arial"/>
              </a:defRPr>
            </a:lvl6pPr>
            <a:lvl7pPr algn="l">
              <a:defRPr sz="1425" b="0">
                <a:solidFill>
                  <a:srgbClr val="475569"/>
                </a:solidFill>
                <a:latin typeface="Arial"/>
                <a:ea typeface="Arial"/>
                <a:cs typeface="Arial"/>
              </a:defRPr>
            </a:lvl7pPr>
            <a:lvl8pPr algn="l">
              <a:defRPr sz="1425" b="0">
                <a:solidFill>
                  <a:srgbClr val="475569"/>
                </a:solidFill>
                <a:latin typeface="Arial"/>
                <a:ea typeface="Arial"/>
                <a:cs typeface="Arial"/>
              </a:defRPr>
            </a:lvl8pPr>
            <a:lvl9pPr algn="l">
              <a:defRPr sz="1425" b="0">
                <a:solidFill>
                  <a:srgbClr val="475569"/>
                </a:solidFill>
                <a:latin typeface="Arial"/>
                <a:ea typeface="Arial"/>
                <a:cs typeface="Arial"/>
              </a:defRPr>
            </a:lvl9pPr>
          </a:lstStyle>
          <a:p xmlns:a="http://schemas.openxmlformats.org/drawingml/2006/main">
            <a:pPr algn="l">
              <a:defRPr sz="1425" b="0">
                <a:solidFill>
                  <a:srgbClr val="475569"/>
                </a:solidFill>
                <a:latin typeface="Arial"/>
                <a:ea typeface="Arial"/>
                <a:cs typeface="Arial"/>
              </a:defRPr>
            </a:pPr>
            <a:r>
              <a:rPr sz="1425" b="0">
                <a:solidFill>
                  <a:srgbClr val="475569"/>
                </a:solidFill>
                <a:latin typeface="Arial"/>
                <a:ea typeface="Arial"/>
                <a:cs typeface="Arial"/>
              </a:rPr>
              <a:t>Review the evidence, confirm each mapping, then approve the current plan.</a:t>
            </a:r>
          </a:p>
        </p:txBody>
      </p:sp>
      <p:sp>
        <p:nvSpPr>
          <p:cNvPr id="23" name="s3-Field label Mapping queue · 12 pending">
            <a:extLst xmlns:a="http://schemas.openxmlformats.org/drawingml/2006/main">
              <a:ext uri="{FF2B5EF4-FFF2-40B4-BE49-F238E27FC236}">
                <a16:creationId xmlns:a16="http://schemas.microsoft.com/office/drawing/2014/main" id="{493C87FE-73EA-4404-A242-44E811FF1674}"/>
              </a:ext>
            </a:extLst>
          </p:cNvPr>
          <p:cNvSpPr>
            <a:spLocks xmlns:a="http://schemas.openxmlformats.org/drawingml/2006/main" noGrp="1"/>
          </p:cNvSpPr>
          <p:nvPr/>
        </p:nvSpPr>
        <p:spPr>
          <a:xfrm xmlns:a="http://schemas.openxmlformats.org/drawingml/2006/main">
            <a:off x="762000" y="3819525"/>
            <a:ext cx="657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475569"/>
                </a:solidFill>
                <a:latin typeface="Arial"/>
                <a:ea typeface="Arial"/>
                <a:cs typeface="Arial"/>
              </a:defRPr>
            </a:defPPr>
            <a:lvl1pPr algn="l">
              <a:defRPr sz="1350" b="1">
                <a:solidFill>
                  <a:srgbClr val="475569"/>
                </a:solidFill>
                <a:latin typeface="Arial"/>
                <a:ea typeface="Arial"/>
                <a:cs typeface="Arial"/>
              </a:defRPr>
            </a:lvl1pPr>
            <a:lvl2pPr algn="l">
              <a:defRPr sz="1350" b="1">
                <a:solidFill>
                  <a:srgbClr val="475569"/>
                </a:solidFill>
                <a:latin typeface="Arial"/>
                <a:ea typeface="Arial"/>
                <a:cs typeface="Arial"/>
              </a:defRPr>
            </a:lvl2pPr>
            <a:lvl3pPr algn="l">
              <a:defRPr sz="1350" b="1">
                <a:solidFill>
                  <a:srgbClr val="475569"/>
                </a:solidFill>
                <a:latin typeface="Arial"/>
                <a:ea typeface="Arial"/>
                <a:cs typeface="Arial"/>
              </a:defRPr>
            </a:lvl3pPr>
            <a:lvl4pPr algn="l">
              <a:defRPr sz="1350" b="1">
                <a:solidFill>
                  <a:srgbClr val="475569"/>
                </a:solidFill>
                <a:latin typeface="Arial"/>
                <a:ea typeface="Arial"/>
                <a:cs typeface="Arial"/>
              </a:defRPr>
            </a:lvl4pPr>
            <a:lvl5pPr algn="l">
              <a:defRPr sz="1350" b="1">
                <a:solidFill>
                  <a:srgbClr val="475569"/>
                </a:solidFill>
                <a:latin typeface="Arial"/>
                <a:ea typeface="Arial"/>
                <a:cs typeface="Arial"/>
              </a:defRPr>
            </a:lvl5pPr>
            <a:lvl6pPr algn="l">
              <a:defRPr sz="1350" b="1">
                <a:solidFill>
                  <a:srgbClr val="475569"/>
                </a:solidFill>
                <a:latin typeface="Arial"/>
                <a:ea typeface="Arial"/>
                <a:cs typeface="Arial"/>
              </a:defRPr>
            </a:lvl6pPr>
            <a:lvl7pPr algn="l">
              <a:defRPr sz="1350" b="1">
                <a:solidFill>
                  <a:srgbClr val="475569"/>
                </a:solidFill>
                <a:latin typeface="Arial"/>
                <a:ea typeface="Arial"/>
                <a:cs typeface="Arial"/>
              </a:defRPr>
            </a:lvl7pPr>
            <a:lvl8pPr algn="l">
              <a:defRPr sz="1350" b="1">
                <a:solidFill>
                  <a:srgbClr val="475569"/>
                </a:solidFill>
                <a:latin typeface="Arial"/>
                <a:ea typeface="Arial"/>
                <a:cs typeface="Arial"/>
              </a:defRPr>
            </a:lvl8pPr>
            <a:lvl9pPr algn="l">
              <a:defRPr sz="1350" b="1">
                <a:solidFill>
                  <a:srgbClr val="475569"/>
                </a:solidFill>
                <a:latin typeface="Arial"/>
                <a:ea typeface="Arial"/>
                <a:cs typeface="Arial"/>
              </a:defRPr>
            </a:lvl9pPr>
          </a:lstStyle>
          <a:p xmlns:a="http://schemas.openxmlformats.org/drawingml/2006/main">
            <a:pPr algn="l">
              <a:defRPr sz="1350" b="1">
                <a:solidFill>
                  <a:srgbClr val="475569"/>
                </a:solidFill>
                <a:latin typeface="Arial"/>
                <a:ea typeface="Arial"/>
                <a:cs typeface="Arial"/>
              </a:defRPr>
            </a:pPr>
            <a:r>
              <a:rPr sz="1350" b="1">
                <a:solidFill>
                  <a:srgbClr val="475569"/>
                </a:solidFill>
                <a:latin typeface="Arial"/>
                <a:ea typeface="Arial"/>
                <a:cs typeface="Arial"/>
              </a:rPr>
              <a:t>Mapping queue · 12 pending</a:t>
            </a:r>
          </a:p>
        </p:txBody>
      </p:sp>
      <p:sp>
        <p:nvSpPr>
          <p:cNvPr id="24" name="s3-Field Mapping queue · 12 pending">
            <a:extLst xmlns:a="http://schemas.openxmlformats.org/drawingml/2006/main">
              <a:ext uri="{FF2B5EF4-FFF2-40B4-BE49-F238E27FC236}">
                <a16:creationId xmlns:a16="http://schemas.microsoft.com/office/drawing/2014/main" id="{96DBEE15-1684-44F9-9AE2-40ABF741BB4F}"/>
              </a:ext>
            </a:extLst>
          </p:cNvPr>
          <p:cNvSpPr>
            <a:spLocks xmlns:a="http://schemas.openxmlformats.org/drawingml/2006/main" noGrp="1"/>
          </p:cNvSpPr>
          <p:nvPr/>
        </p:nvSpPr>
        <p:spPr>
          <a:xfrm xmlns:a="http://schemas.openxmlformats.org/drawingml/2006/main">
            <a:off x="762000" y="4114800"/>
            <a:ext cx="6572250" cy="447675"/>
          </a:xfrm>
          <a:prstGeom xmlns:a="http://schemas.openxmlformats.org/drawingml/2006/main" prst="roundRect">
            <a:avLst>
              <a:gd name="adj" fmla="val 17021"/>
            </a:avLst>
          </a:prstGeom>
          <a:solidFill xmlns:a="http://schemas.openxmlformats.org/drawingml/2006/main">
            <a:srgbClr val="FFFFFF"/>
          </a:solidFill>
          <a:ln xmlns:a="http://schemas.openxmlformats.org/drawingml/2006/main" w="9525">
            <a:solidFill>
              <a:srgbClr val="D8E0EB"/>
            </a:solidFill>
            <a:prstDash val="solid"/>
          </a:ln>
        </p:spPr>
      </p:sp>
      <p:sp>
        <p:nvSpPr>
          <p:cNvPr id="25" name="s3-Field value Mapping queue · 12 pending">
            <a:extLst xmlns:a="http://schemas.openxmlformats.org/drawingml/2006/main">
              <a:ext uri="{FF2B5EF4-FFF2-40B4-BE49-F238E27FC236}">
                <a16:creationId xmlns:a16="http://schemas.microsoft.com/office/drawing/2014/main" id="{2C4D414C-05BF-47F8-9B2D-AA31A1BE0671}"/>
              </a:ext>
            </a:extLst>
          </p:cNvPr>
          <p:cNvSpPr>
            <a:spLocks xmlns:a="http://schemas.openxmlformats.org/drawingml/2006/main" noGrp="1"/>
          </p:cNvSpPr>
          <p:nvPr/>
        </p:nvSpPr>
        <p:spPr>
          <a:xfrm xmlns:a="http://schemas.openxmlformats.org/drawingml/2006/main">
            <a:off x="895350" y="4238625"/>
            <a:ext cx="614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11827"/>
                </a:solidFill>
                <a:latin typeface="Arial"/>
                <a:ea typeface="Arial"/>
                <a:cs typeface="Arial"/>
              </a:defRPr>
            </a:defPPr>
            <a:lvl1pPr algn="l">
              <a:defRPr sz="1500" b="0">
                <a:solidFill>
                  <a:srgbClr val="111827"/>
                </a:solidFill>
                <a:latin typeface="Arial"/>
                <a:ea typeface="Arial"/>
                <a:cs typeface="Arial"/>
              </a:defRPr>
            </a:lvl1pPr>
            <a:lvl2pPr algn="l">
              <a:defRPr sz="1500" b="0">
                <a:solidFill>
                  <a:srgbClr val="111827"/>
                </a:solidFill>
                <a:latin typeface="Arial"/>
                <a:ea typeface="Arial"/>
                <a:cs typeface="Arial"/>
              </a:defRPr>
            </a:lvl2pPr>
            <a:lvl3pPr algn="l">
              <a:defRPr sz="1500" b="0">
                <a:solidFill>
                  <a:srgbClr val="111827"/>
                </a:solidFill>
                <a:latin typeface="Arial"/>
                <a:ea typeface="Arial"/>
                <a:cs typeface="Arial"/>
              </a:defRPr>
            </a:lvl3pPr>
            <a:lvl4pPr algn="l">
              <a:defRPr sz="1500" b="0">
                <a:solidFill>
                  <a:srgbClr val="111827"/>
                </a:solidFill>
                <a:latin typeface="Arial"/>
                <a:ea typeface="Arial"/>
                <a:cs typeface="Arial"/>
              </a:defRPr>
            </a:lvl4pPr>
            <a:lvl5pPr algn="l">
              <a:defRPr sz="1500" b="0">
                <a:solidFill>
                  <a:srgbClr val="111827"/>
                </a:solidFill>
                <a:latin typeface="Arial"/>
                <a:ea typeface="Arial"/>
                <a:cs typeface="Arial"/>
              </a:defRPr>
            </a:lvl5pPr>
            <a:lvl6pPr algn="l">
              <a:defRPr sz="1500" b="0">
                <a:solidFill>
                  <a:srgbClr val="111827"/>
                </a:solidFill>
                <a:latin typeface="Arial"/>
                <a:ea typeface="Arial"/>
                <a:cs typeface="Arial"/>
              </a:defRPr>
            </a:lvl6pPr>
            <a:lvl7pPr algn="l">
              <a:defRPr sz="1500" b="0">
                <a:solidFill>
                  <a:srgbClr val="111827"/>
                </a:solidFill>
                <a:latin typeface="Arial"/>
                <a:ea typeface="Arial"/>
                <a:cs typeface="Arial"/>
              </a:defRPr>
            </a:lvl7pPr>
            <a:lvl8pPr algn="l">
              <a:defRPr sz="1500" b="0">
                <a:solidFill>
                  <a:srgbClr val="111827"/>
                </a:solidFill>
                <a:latin typeface="Arial"/>
                <a:ea typeface="Arial"/>
                <a:cs typeface="Arial"/>
              </a:defRPr>
            </a:lvl8pPr>
            <a:lvl9pPr algn="l">
              <a:defRPr sz="1500" b="0">
                <a:solidFill>
                  <a:srgbClr val="111827"/>
                </a:solidFill>
                <a:latin typeface="Arial"/>
                <a:ea typeface="Arial"/>
                <a:cs typeface="Arial"/>
              </a:defRPr>
            </a:lvl9pPr>
          </a:lstStyle>
          <a:p xmlns:a="http://schemas.openxmlformats.org/drawingml/2006/main">
            <a:pPr algn="l">
              <a:defRPr sz="1500" b="0">
                <a:solidFill>
                  <a:srgbClr val="111827"/>
                </a:solidFill>
                <a:latin typeface="Arial"/>
                <a:ea typeface="Arial"/>
                <a:cs typeface="Arial"/>
              </a:defRPr>
            </a:pPr>
            <a:r>
              <a:rPr sz="1500" b="0">
                <a:solidFill>
                  <a:srgbClr val="111827"/>
                </a:solidFill>
                <a:latin typeface="Arial"/>
                <a:ea typeface="Arial"/>
                <a:cs typeface="Arial"/>
              </a:rPr>
              <a:t>3. 1200 · Misc Clearing</a:t>
            </a:r>
          </a:p>
        </p:txBody>
      </p:sp>
      <p:cxnSp>
        <p:nvCxnSpPr>
          <p:cNvPr id="26" name="s3-Field chevron Mapping queue · 12 pending left">
            <a:extLst xmlns:a="http://schemas.openxmlformats.org/drawingml/2006/main">
              <a:ext uri="{FF2B5EF4-FFF2-40B4-BE49-F238E27FC236}">
                <a16:creationId xmlns:a16="http://schemas.microsoft.com/office/drawing/2014/main" id="{9813F817-5977-4A00-A74B-32551583164B}"/>
              </a:ext>
            </a:extLst>
          </p:cNvPr>
          <p:cNvCxnSpPr/>
          <p:nvPr/>
        </p:nvCxnSpPr>
        <p:spPr>
          <a:xfrm xmlns:a="http://schemas.openxmlformats.org/drawingml/2006/main" flipH="0" flipV="0">
            <a:off x="7096125" y="4305300"/>
            <a:ext cx="47625" cy="47625"/>
          </a:xfrm>
          <a:prstGeom xmlns:a="http://schemas.openxmlformats.org/drawingml/2006/main" prst="straightConnector1">
            <a:avLst/>
          </a:prstGeom>
          <a:ln xmlns:a="http://schemas.openxmlformats.org/drawingml/2006/main" w="14288">
            <a:solidFill>
              <a:srgbClr val="64748B"/>
            </a:solidFill>
            <a:tailEnd type="none" w="sm" len="sm"/>
          </a:ln>
        </p:spPr>
      </p:cxnSp>
      <p:cxnSp>
        <p:nvCxnSpPr>
          <p:cNvPr id="27" name="s3-Field chevron Mapping queue · 12 pending right">
            <a:extLst xmlns:a="http://schemas.openxmlformats.org/drawingml/2006/main">
              <a:ext uri="{FF2B5EF4-FFF2-40B4-BE49-F238E27FC236}">
                <a16:creationId xmlns:a16="http://schemas.microsoft.com/office/drawing/2014/main" id="{549266C4-52E1-4040-929A-E9138A2F54A6}"/>
              </a:ext>
            </a:extLst>
          </p:cNvPr>
          <p:cNvCxnSpPr/>
          <p:nvPr/>
        </p:nvCxnSpPr>
        <p:spPr>
          <a:xfrm xmlns:a="http://schemas.openxmlformats.org/drawingml/2006/main" flipH="0" flipV="1">
            <a:off x="7143750" y="4305300"/>
            <a:ext cx="47625" cy="47625"/>
          </a:xfrm>
          <a:prstGeom xmlns:a="http://schemas.openxmlformats.org/drawingml/2006/main" prst="straightConnector1">
            <a:avLst/>
          </a:prstGeom>
          <a:ln xmlns:a="http://schemas.openxmlformats.org/drawingml/2006/main" w="14288">
            <a:solidFill>
              <a:srgbClr val="64748B"/>
            </a:solidFill>
            <a:tailEnd type="none" w="sm" len="sm"/>
          </a:ln>
        </p:spPr>
      </p:cxnSp>
      <p:sp>
        <p:nvSpPr>
          <p:cNvPr id="28" name="s3-Selected mapping">
            <a:extLst xmlns:a="http://schemas.openxmlformats.org/drawingml/2006/main">
              <a:ext uri="{FF2B5EF4-FFF2-40B4-BE49-F238E27FC236}">
                <a16:creationId xmlns:a16="http://schemas.microsoft.com/office/drawing/2014/main" id="{FF984F86-4AD9-4AE4-A160-E2D8A140FEFA}"/>
              </a:ext>
            </a:extLst>
          </p:cNvPr>
          <p:cNvSpPr>
            <a:spLocks xmlns:a="http://schemas.openxmlformats.org/drawingml/2006/main" noGrp="1"/>
          </p:cNvSpPr>
          <p:nvPr/>
        </p:nvSpPr>
        <p:spPr>
          <a:xfrm xmlns:a="http://schemas.openxmlformats.org/drawingml/2006/main">
            <a:off x="762000" y="4762500"/>
            <a:ext cx="6572250" cy="1666875"/>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9525">
            <a:solidFill>
              <a:srgbClr val="D8E0EB"/>
            </a:solidFill>
            <a:prstDash val="solid"/>
          </a:ln>
        </p:spPr>
      </p:sp>
      <p:sp>
        <p:nvSpPr>
          <p:cNvPr id="29" name="s3-Source label">
            <a:extLst xmlns:a="http://schemas.openxmlformats.org/drawingml/2006/main">
              <a:ext uri="{FF2B5EF4-FFF2-40B4-BE49-F238E27FC236}">
                <a16:creationId xmlns:a16="http://schemas.microsoft.com/office/drawing/2014/main" id="{6DBA533D-7B14-4679-A6F1-431D849A28AB}"/>
              </a:ext>
            </a:extLst>
          </p:cNvPr>
          <p:cNvSpPr>
            <a:spLocks xmlns:a="http://schemas.openxmlformats.org/drawingml/2006/main" noGrp="1"/>
          </p:cNvSpPr>
          <p:nvPr/>
        </p:nvSpPr>
        <p:spPr>
          <a:xfrm xmlns:a="http://schemas.openxmlformats.org/drawingml/2006/main">
            <a:off x="952500" y="4905375"/>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64748B"/>
                </a:solidFill>
                <a:latin typeface="Arial"/>
                <a:ea typeface="Arial"/>
                <a:cs typeface="Arial"/>
              </a:defRPr>
            </a:defPPr>
            <a:lvl1pPr algn="l">
              <a:defRPr sz="1125" b="1">
                <a:solidFill>
                  <a:srgbClr val="64748B"/>
                </a:solidFill>
                <a:latin typeface="Arial"/>
                <a:ea typeface="Arial"/>
                <a:cs typeface="Arial"/>
              </a:defRPr>
            </a:lvl1pPr>
            <a:lvl2pPr algn="l">
              <a:defRPr sz="1125" b="1">
                <a:solidFill>
                  <a:srgbClr val="64748B"/>
                </a:solidFill>
                <a:latin typeface="Arial"/>
                <a:ea typeface="Arial"/>
                <a:cs typeface="Arial"/>
              </a:defRPr>
            </a:lvl2pPr>
            <a:lvl3pPr algn="l">
              <a:defRPr sz="1125" b="1">
                <a:solidFill>
                  <a:srgbClr val="64748B"/>
                </a:solidFill>
                <a:latin typeface="Arial"/>
                <a:ea typeface="Arial"/>
                <a:cs typeface="Arial"/>
              </a:defRPr>
            </a:lvl3pPr>
            <a:lvl4pPr algn="l">
              <a:defRPr sz="1125" b="1">
                <a:solidFill>
                  <a:srgbClr val="64748B"/>
                </a:solidFill>
                <a:latin typeface="Arial"/>
                <a:ea typeface="Arial"/>
                <a:cs typeface="Arial"/>
              </a:defRPr>
            </a:lvl4pPr>
            <a:lvl5pPr algn="l">
              <a:defRPr sz="1125" b="1">
                <a:solidFill>
                  <a:srgbClr val="64748B"/>
                </a:solidFill>
                <a:latin typeface="Arial"/>
                <a:ea typeface="Arial"/>
                <a:cs typeface="Arial"/>
              </a:defRPr>
            </a:lvl5pPr>
            <a:lvl6pPr algn="l">
              <a:defRPr sz="1125" b="1">
                <a:solidFill>
                  <a:srgbClr val="64748B"/>
                </a:solidFill>
                <a:latin typeface="Arial"/>
                <a:ea typeface="Arial"/>
                <a:cs typeface="Arial"/>
              </a:defRPr>
            </a:lvl6pPr>
            <a:lvl7pPr algn="l">
              <a:defRPr sz="1125" b="1">
                <a:solidFill>
                  <a:srgbClr val="64748B"/>
                </a:solidFill>
                <a:latin typeface="Arial"/>
                <a:ea typeface="Arial"/>
                <a:cs typeface="Arial"/>
              </a:defRPr>
            </a:lvl7pPr>
            <a:lvl8pPr algn="l">
              <a:defRPr sz="1125" b="1">
                <a:solidFill>
                  <a:srgbClr val="64748B"/>
                </a:solidFill>
                <a:latin typeface="Arial"/>
                <a:ea typeface="Arial"/>
                <a:cs typeface="Arial"/>
              </a:defRPr>
            </a:lvl8pPr>
            <a:lvl9pPr algn="l">
              <a:defRPr sz="1125" b="1">
                <a:solidFill>
                  <a:srgbClr val="64748B"/>
                </a:solidFill>
                <a:latin typeface="Arial"/>
                <a:ea typeface="Arial"/>
                <a:cs typeface="Arial"/>
              </a:defRPr>
            </a:lvl9pPr>
          </a:lstStyle>
          <a:p xmlns:a="http://schemas.openxmlformats.org/drawingml/2006/main">
            <a:pPr algn="l">
              <a:defRPr sz="1125" b="1">
                <a:solidFill>
                  <a:srgbClr val="64748B"/>
                </a:solidFill>
                <a:latin typeface="Arial"/>
                <a:ea typeface="Arial"/>
                <a:cs typeface="Arial"/>
              </a:defRPr>
            </a:pPr>
            <a:r>
              <a:rPr sz="1125" b="1">
                <a:solidFill>
                  <a:srgbClr val="64748B"/>
                </a:solidFill>
                <a:latin typeface="Arial"/>
                <a:ea typeface="Arial"/>
                <a:cs typeface="Arial"/>
              </a:rPr>
              <a:t>SOURCE ACCOUNT</a:t>
            </a:r>
          </a:p>
        </p:txBody>
      </p:sp>
      <p:sp>
        <p:nvSpPr>
          <p:cNvPr id="30" name="s3-Destination label">
            <a:extLst xmlns:a="http://schemas.openxmlformats.org/drawingml/2006/main">
              <a:ext uri="{FF2B5EF4-FFF2-40B4-BE49-F238E27FC236}">
                <a16:creationId xmlns:a16="http://schemas.microsoft.com/office/drawing/2014/main" id="{F4951EC0-6100-4DC1-AA6B-89D66250F3D9}"/>
              </a:ext>
            </a:extLst>
          </p:cNvPr>
          <p:cNvSpPr>
            <a:spLocks xmlns:a="http://schemas.openxmlformats.org/drawingml/2006/main" noGrp="1"/>
          </p:cNvSpPr>
          <p:nvPr/>
        </p:nvSpPr>
        <p:spPr>
          <a:xfrm xmlns:a="http://schemas.openxmlformats.org/drawingml/2006/main">
            <a:off x="4057650" y="4905375"/>
            <a:ext cx="3086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64748B"/>
                </a:solidFill>
                <a:latin typeface="Arial"/>
                <a:ea typeface="Arial"/>
                <a:cs typeface="Arial"/>
              </a:defRPr>
            </a:defPPr>
            <a:lvl1pPr algn="l">
              <a:defRPr sz="1125" b="1">
                <a:solidFill>
                  <a:srgbClr val="64748B"/>
                </a:solidFill>
                <a:latin typeface="Arial"/>
                <a:ea typeface="Arial"/>
                <a:cs typeface="Arial"/>
              </a:defRPr>
            </a:lvl1pPr>
            <a:lvl2pPr algn="l">
              <a:defRPr sz="1125" b="1">
                <a:solidFill>
                  <a:srgbClr val="64748B"/>
                </a:solidFill>
                <a:latin typeface="Arial"/>
                <a:ea typeface="Arial"/>
                <a:cs typeface="Arial"/>
              </a:defRPr>
            </a:lvl2pPr>
            <a:lvl3pPr algn="l">
              <a:defRPr sz="1125" b="1">
                <a:solidFill>
                  <a:srgbClr val="64748B"/>
                </a:solidFill>
                <a:latin typeface="Arial"/>
                <a:ea typeface="Arial"/>
                <a:cs typeface="Arial"/>
              </a:defRPr>
            </a:lvl3pPr>
            <a:lvl4pPr algn="l">
              <a:defRPr sz="1125" b="1">
                <a:solidFill>
                  <a:srgbClr val="64748B"/>
                </a:solidFill>
                <a:latin typeface="Arial"/>
                <a:ea typeface="Arial"/>
                <a:cs typeface="Arial"/>
              </a:defRPr>
            </a:lvl4pPr>
            <a:lvl5pPr algn="l">
              <a:defRPr sz="1125" b="1">
                <a:solidFill>
                  <a:srgbClr val="64748B"/>
                </a:solidFill>
                <a:latin typeface="Arial"/>
                <a:ea typeface="Arial"/>
                <a:cs typeface="Arial"/>
              </a:defRPr>
            </a:lvl5pPr>
            <a:lvl6pPr algn="l">
              <a:defRPr sz="1125" b="1">
                <a:solidFill>
                  <a:srgbClr val="64748B"/>
                </a:solidFill>
                <a:latin typeface="Arial"/>
                <a:ea typeface="Arial"/>
                <a:cs typeface="Arial"/>
              </a:defRPr>
            </a:lvl6pPr>
            <a:lvl7pPr algn="l">
              <a:defRPr sz="1125" b="1">
                <a:solidFill>
                  <a:srgbClr val="64748B"/>
                </a:solidFill>
                <a:latin typeface="Arial"/>
                <a:ea typeface="Arial"/>
                <a:cs typeface="Arial"/>
              </a:defRPr>
            </a:lvl7pPr>
            <a:lvl8pPr algn="l">
              <a:defRPr sz="1125" b="1">
                <a:solidFill>
                  <a:srgbClr val="64748B"/>
                </a:solidFill>
                <a:latin typeface="Arial"/>
                <a:ea typeface="Arial"/>
                <a:cs typeface="Arial"/>
              </a:defRPr>
            </a:lvl8pPr>
            <a:lvl9pPr algn="l">
              <a:defRPr sz="1125" b="1">
                <a:solidFill>
                  <a:srgbClr val="64748B"/>
                </a:solidFill>
                <a:latin typeface="Arial"/>
                <a:ea typeface="Arial"/>
                <a:cs typeface="Arial"/>
              </a:defRPr>
            </a:lvl9pPr>
          </a:lstStyle>
          <a:p xmlns:a="http://schemas.openxmlformats.org/drawingml/2006/main">
            <a:pPr algn="l">
              <a:defRPr sz="1125" b="1">
                <a:solidFill>
                  <a:srgbClr val="64748B"/>
                </a:solidFill>
                <a:latin typeface="Arial"/>
                <a:ea typeface="Arial"/>
                <a:cs typeface="Arial"/>
              </a:defRPr>
            </a:pPr>
            <a:r>
              <a:rPr sz="1125" b="1">
                <a:solidFill>
                  <a:srgbClr val="64748B"/>
                </a:solidFill>
                <a:latin typeface="Arial"/>
                <a:ea typeface="Arial"/>
                <a:cs typeface="Arial"/>
              </a:rPr>
              <a:t>PROPOSED DESTINATION</a:t>
            </a:r>
          </a:p>
        </p:txBody>
      </p:sp>
      <p:sp>
        <p:nvSpPr>
          <p:cNvPr id="31" name="s3-Source account">
            <a:extLst xmlns:a="http://schemas.openxmlformats.org/drawingml/2006/main">
              <a:ext uri="{FF2B5EF4-FFF2-40B4-BE49-F238E27FC236}">
                <a16:creationId xmlns:a16="http://schemas.microsoft.com/office/drawing/2014/main" id="{8800A891-EC9A-40E6-8848-BDDA2CAC3909}"/>
              </a:ext>
            </a:extLst>
          </p:cNvPr>
          <p:cNvSpPr>
            <a:spLocks xmlns:a="http://schemas.openxmlformats.org/drawingml/2006/main" noGrp="1"/>
          </p:cNvSpPr>
          <p:nvPr/>
        </p:nvSpPr>
        <p:spPr>
          <a:xfrm xmlns:a="http://schemas.openxmlformats.org/drawingml/2006/main">
            <a:off x="952500" y="5229225"/>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11827"/>
                </a:solidFill>
                <a:latin typeface="Arial"/>
                <a:ea typeface="Arial"/>
                <a:cs typeface="Arial"/>
              </a:defRPr>
            </a:defPPr>
            <a:lvl1pPr algn="l">
              <a:defRPr sz="1725" b="1">
                <a:solidFill>
                  <a:srgbClr val="111827"/>
                </a:solidFill>
                <a:latin typeface="Arial"/>
                <a:ea typeface="Arial"/>
                <a:cs typeface="Arial"/>
              </a:defRPr>
            </a:lvl1pPr>
            <a:lvl2pPr algn="l">
              <a:defRPr sz="1725" b="1">
                <a:solidFill>
                  <a:srgbClr val="111827"/>
                </a:solidFill>
                <a:latin typeface="Arial"/>
                <a:ea typeface="Arial"/>
                <a:cs typeface="Arial"/>
              </a:defRPr>
            </a:lvl2pPr>
            <a:lvl3pPr algn="l">
              <a:defRPr sz="1725" b="1">
                <a:solidFill>
                  <a:srgbClr val="111827"/>
                </a:solidFill>
                <a:latin typeface="Arial"/>
                <a:ea typeface="Arial"/>
                <a:cs typeface="Arial"/>
              </a:defRPr>
            </a:lvl3pPr>
            <a:lvl4pPr algn="l">
              <a:defRPr sz="1725" b="1">
                <a:solidFill>
                  <a:srgbClr val="111827"/>
                </a:solidFill>
                <a:latin typeface="Arial"/>
                <a:ea typeface="Arial"/>
                <a:cs typeface="Arial"/>
              </a:defRPr>
            </a:lvl4pPr>
            <a:lvl5pPr algn="l">
              <a:defRPr sz="1725" b="1">
                <a:solidFill>
                  <a:srgbClr val="111827"/>
                </a:solidFill>
                <a:latin typeface="Arial"/>
                <a:ea typeface="Arial"/>
                <a:cs typeface="Arial"/>
              </a:defRPr>
            </a:lvl5pPr>
            <a:lvl6pPr algn="l">
              <a:defRPr sz="1725" b="1">
                <a:solidFill>
                  <a:srgbClr val="111827"/>
                </a:solidFill>
                <a:latin typeface="Arial"/>
                <a:ea typeface="Arial"/>
                <a:cs typeface="Arial"/>
              </a:defRPr>
            </a:lvl6pPr>
            <a:lvl7pPr algn="l">
              <a:defRPr sz="1725" b="1">
                <a:solidFill>
                  <a:srgbClr val="111827"/>
                </a:solidFill>
                <a:latin typeface="Arial"/>
                <a:ea typeface="Arial"/>
                <a:cs typeface="Arial"/>
              </a:defRPr>
            </a:lvl7pPr>
            <a:lvl8pPr algn="l">
              <a:defRPr sz="1725" b="1">
                <a:solidFill>
                  <a:srgbClr val="111827"/>
                </a:solidFill>
                <a:latin typeface="Arial"/>
                <a:ea typeface="Arial"/>
                <a:cs typeface="Arial"/>
              </a:defRPr>
            </a:lvl8pPr>
            <a:lvl9pPr algn="l">
              <a:defRPr sz="1725" b="1">
                <a:solidFill>
                  <a:srgbClr val="111827"/>
                </a:solidFill>
                <a:latin typeface="Arial"/>
                <a:ea typeface="Arial"/>
                <a:cs typeface="Arial"/>
              </a:defRPr>
            </a:lvl9pPr>
          </a:lstStyle>
          <a:p xmlns:a="http://schemas.openxmlformats.org/drawingml/2006/main">
            <a:pPr algn="l">
              <a:defRPr sz="1725" b="1">
                <a:solidFill>
                  <a:srgbClr val="111827"/>
                </a:solidFill>
                <a:latin typeface="Arial"/>
                <a:ea typeface="Arial"/>
                <a:cs typeface="Arial"/>
              </a:defRPr>
            </a:pPr>
            <a:r>
              <a:rPr sz="1725" b="1">
                <a:solidFill>
                  <a:srgbClr val="111827"/>
                </a:solidFill>
                <a:latin typeface="Arial"/>
                <a:ea typeface="Arial"/>
                <a:cs typeface="Arial"/>
              </a:rPr>
              <a:t>1200 · Misc Clearing</a:t>
            </a:r>
          </a:p>
        </p:txBody>
      </p:sp>
      <p:sp>
        <p:nvSpPr>
          <p:cNvPr id="32" name="s3-Destination account">
            <a:extLst xmlns:a="http://schemas.openxmlformats.org/drawingml/2006/main">
              <a:ext uri="{FF2B5EF4-FFF2-40B4-BE49-F238E27FC236}">
                <a16:creationId xmlns:a16="http://schemas.microsoft.com/office/drawing/2014/main" id="{01CC7163-0196-4564-848F-1D33167E06E9}"/>
              </a:ext>
            </a:extLst>
          </p:cNvPr>
          <p:cNvSpPr>
            <a:spLocks xmlns:a="http://schemas.openxmlformats.org/drawingml/2006/main" noGrp="1"/>
          </p:cNvSpPr>
          <p:nvPr/>
        </p:nvSpPr>
        <p:spPr>
          <a:xfrm xmlns:a="http://schemas.openxmlformats.org/drawingml/2006/main">
            <a:off x="4057650" y="5229225"/>
            <a:ext cx="3086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11827"/>
                </a:solidFill>
                <a:latin typeface="Arial"/>
                <a:ea typeface="Arial"/>
                <a:cs typeface="Arial"/>
              </a:defRPr>
            </a:defPPr>
            <a:lvl1pPr algn="l">
              <a:defRPr sz="1725" b="1">
                <a:solidFill>
                  <a:srgbClr val="111827"/>
                </a:solidFill>
                <a:latin typeface="Arial"/>
                <a:ea typeface="Arial"/>
                <a:cs typeface="Arial"/>
              </a:defRPr>
            </a:lvl1pPr>
            <a:lvl2pPr algn="l">
              <a:defRPr sz="1725" b="1">
                <a:solidFill>
                  <a:srgbClr val="111827"/>
                </a:solidFill>
                <a:latin typeface="Arial"/>
                <a:ea typeface="Arial"/>
                <a:cs typeface="Arial"/>
              </a:defRPr>
            </a:lvl2pPr>
            <a:lvl3pPr algn="l">
              <a:defRPr sz="1725" b="1">
                <a:solidFill>
                  <a:srgbClr val="111827"/>
                </a:solidFill>
                <a:latin typeface="Arial"/>
                <a:ea typeface="Arial"/>
                <a:cs typeface="Arial"/>
              </a:defRPr>
            </a:lvl3pPr>
            <a:lvl4pPr algn="l">
              <a:defRPr sz="1725" b="1">
                <a:solidFill>
                  <a:srgbClr val="111827"/>
                </a:solidFill>
                <a:latin typeface="Arial"/>
                <a:ea typeface="Arial"/>
                <a:cs typeface="Arial"/>
              </a:defRPr>
            </a:lvl4pPr>
            <a:lvl5pPr algn="l">
              <a:defRPr sz="1725" b="1">
                <a:solidFill>
                  <a:srgbClr val="111827"/>
                </a:solidFill>
                <a:latin typeface="Arial"/>
                <a:ea typeface="Arial"/>
                <a:cs typeface="Arial"/>
              </a:defRPr>
            </a:lvl5pPr>
            <a:lvl6pPr algn="l">
              <a:defRPr sz="1725" b="1">
                <a:solidFill>
                  <a:srgbClr val="111827"/>
                </a:solidFill>
                <a:latin typeface="Arial"/>
                <a:ea typeface="Arial"/>
                <a:cs typeface="Arial"/>
              </a:defRPr>
            </a:lvl6pPr>
            <a:lvl7pPr algn="l">
              <a:defRPr sz="1725" b="1">
                <a:solidFill>
                  <a:srgbClr val="111827"/>
                </a:solidFill>
                <a:latin typeface="Arial"/>
                <a:ea typeface="Arial"/>
                <a:cs typeface="Arial"/>
              </a:defRPr>
            </a:lvl7pPr>
            <a:lvl8pPr algn="l">
              <a:defRPr sz="1725" b="1">
                <a:solidFill>
                  <a:srgbClr val="111827"/>
                </a:solidFill>
                <a:latin typeface="Arial"/>
                <a:ea typeface="Arial"/>
                <a:cs typeface="Arial"/>
              </a:defRPr>
            </a:lvl8pPr>
            <a:lvl9pPr algn="l">
              <a:defRPr sz="1725" b="1">
                <a:solidFill>
                  <a:srgbClr val="111827"/>
                </a:solidFill>
                <a:latin typeface="Arial"/>
                <a:ea typeface="Arial"/>
                <a:cs typeface="Arial"/>
              </a:defRPr>
            </a:lvl9pPr>
          </a:lstStyle>
          <a:p xmlns:a="http://schemas.openxmlformats.org/drawingml/2006/main">
            <a:pPr algn="l">
              <a:defRPr sz="1725" b="1">
                <a:solidFill>
                  <a:srgbClr val="111827"/>
                </a:solidFill>
                <a:latin typeface="Arial"/>
                <a:ea typeface="Arial"/>
                <a:cs typeface="Arial"/>
              </a:defRPr>
            </a:pPr>
            <a:r>
              <a:rPr sz="1725" b="1">
                <a:solidFill>
                  <a:srgbClr val="111827"/>
                </a:solidFill>
                <a:latin typeface="Arial"/>
                <a:ea typeface="Arial"/>
                <a:cs typeface="Arial"/>
              </a:rPr>
              <a:t>Other Current Asset</a:t>
            </a:r>
          </a:p>
        </p:txBody>
      </p:sp>
      <p:sp>
        <p:nvSpPr>
          <p:cNvPr id="33" name="s3-Mapping score">
            <a:extLst xmlns:a="http://schemas.openxmlformats.org/drawingml/2006/main">
              <a:ext uri="{FF2B5EF4-FFF2-40B4-BE49-F238E27FC236}">
                <a16:creationId xmlns:a16="http://schemas.microsoft.com/office/drawing/2014/main" id="{E1C0165E-AFF3-489B-9063-AFF9A30DC1B2}"/>
              </a:ext>
            </a:extLst>
          </p:cNvPr>
          <p:cNvSpPr>
            <a:spLocks xmlns:a="http://schemas.openxmlformats.org/drawingml/2006/main" noGrp="1"/>
          </p:cNvSpPr>
          <p:nvPr/>
        </p:nvSpPr>
        <p:spPr>
          <a:xfrm xmlns:a="http://schemas.openxmlformats.org/drawingml/2006/main">
            <a:off x="952500" y="5695950"/>
            <a:ext cx="619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A15C00"/>
                </a:solidFill>
                <a:latin typeface="Arial"/>
                <a:ea typeface="Arial"/>
                <a:cs typeface="Arial"/>
              </a:defRPr>
            </a:defPPr>
            <a:lvl1pPr algn="l">
              <a:defRPr sz="1350" b="1">
                <a:solidFill>
                  <a:srgbClr val="A15C00"/>
                </a:solidFill>
                <a:latin typeface="Arial"/>
                <a:ea typeface="Arial"/>
                <a:cs typeface="Arial"/>
              </a:defRPr>
            </a:lvl1pPr>
            <a:lvl2pPr algn="l">
              <a:defRPr sz="1350" b="1">
                <a:solidFill>
                  <a:srgbClr val="A15C00"/>
                </a:solidFill>
                <a:latin typeface="Arial"/>
                <a:ea typeface="Arial"/>
                <a:cs typeface="Arial"/>
              </a:defRPr>
            </a:lvl2pPr>
            <a:lvl3pPr algn="l">
              <a:defRPr sz="1350" b="1">
                <a:solidFill>
                  <a:srgbClr val="A15C00"/>
                </a:solidFill>
                <a:latin typeface="Arial"/>
                <a:ea typeface="Arial"/>
                <a:cs typeface="Arial"/>
              </a:defRPr>
            </a:lvl3pPr>
            <a:lvl4pPr algn="l">
              <a:defRPr sz="1350" b="1">
                <a:solidFill>
                  <a:srgbClr val="A15C00"/>
                </a:solidFill>
                <a:latin typeface="Arial"/>
                <a:ea typeface="Arial"/>
                <a:cs typeface="Arial"/>
              </a:defRPr>
            </a:lvl4pPr>
            <a:lvl5pPr algn="l">
              <a:defRPr sz="1350" b="1">
                <a:solidFill>
                  <a:srgbClr val="A15C00"/>
                </a:solidFill>
                <a:latin typeface="Arial"/>
                <a:ea typeface="Arial"/>
                <a:cs typeface="Arial"/>
              </a:defRPr>
            </a:lvl5pPr>
            <a:lvl6pPr algn="l">
              <a:defRPr sz="1350" b="1">
                <a:solidFill>
                  <a:srgbClr val="A15C00"/>
                </a:solidFill>
                <a:latin typeface="Arial"/>
                <a:ea typeface="Arial"/>
                <a:cs typeface="Arial"/>
              </a:defRPr>
            </a:lvl6pPr>
            <a:lvl7pPr algn="l">
              <a:defRPr sz="1350" b="1">
                <a:solidFill>
                  <a:srgbClr val="A15C00"/>
                </a:solidFill>
                <a:latin typeface="Arial"/>
                <a:ea typeface="Arial"/>
                <a:cs typeface="Arial"/>
              </a:defRPr>
            </a:lvl7pPr>
            <a:lvl8pPr algn="l">
              <a:defRPr sz="1350" b="1">
                <a:solidFill>
                  <a:srgbClr val="A15C00"/>
                </a:solidFill>
                <a:latin typeface="Arial"/>
                <a:ea typeface="Arial"/>
                <a:cs typeface="Arial"/>
              </a:defRPr>
            </a:lvl8pPr>
            <a:lvl9pPr algn="l">
              <a:defRPr sz="1350" b="1">
                <a:solidFill>
                  <a:srgbClr val="A15C00"/>
                </a:solidFill>
                <a:latin typeface="Arial"/>
                <a:ea typeface="Arial"/>
                <a:cs typeface="Arial"/>
              </a:defRPr>
            </a:lvl9pPr>
          </a:lstStyle>
          <a:p xmlns:a="http://schemas.openxmlformats.org/drawingml/2006/main">
            <a:pPr algn="l">
              <a:defRPr sz="1350" b="1">
                <a:solidFill>
                  <a:srgbClr val="A15C00"/>
                </a:solidFill>
                <a:latin typeface="Arial"/>
                <a:ea typeface="Arial"/>
                <a:cs typeface="Arial"/>
              </a:defRPr>
            </a:pPr>
            <a:r>
              <a:rPr sz="1350" b="1">
                <a:solidFill>
                  <a:srgbClr val="A15C00"/>
                </a:solidFill>
                <a:latin typeface="Arial"/>
                <a:ea typeface="Arial"/>
                <a:cs typeface="Arial"/>
              </a:rPr>
              <a:t>76% policy confidence · medium risk · needs accountant review</a:t>
            </a:r>
          </a:p>
        </p:txBody>
      </p:sp>
      <p:sp>
        <p:nvSpPr>
          <p:cNvPr id="34" name="s3-Score limitation">
            <a:extLst xmlns:a="http://schemas.openxmlformats.org/drawingml/2006/main">
              <a:ext uri="{FF2B5EF4-FFF2-40B4-BE49-F238E27FC236}">
                <a16:creationId xmlns:a16="http://schemas.microsoft.com/office/drawing/2014/main" id="{F4751356-6284-41FA-A6E1-151A8A01BFFA}"/>
              </a:ext>
            </a:extLst>
          </p:cNvPr>
          <p:cNvSpPr>
            <a:spLocks xmlns:a="http://schemas.openxmlformats.org/drawingml/2006/main" noGrp="1"/>
          </p:cNvSpPr>
          <p:nvPr/>
        </p:nvSpPr>
        <p:spPr>
          <a:xfrm xmlns:a="http://schemas.openxmlformats.org/drawingml/2006/main">
            <a:off x="952500" y="6086475"/>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475569"/>
                </a:solidFill>
                <a:latin typeface="Arial"/>
                <a:ea typeface="Arial"/>
                <a:cs typeface="Arial"/>
              </a:defRPr>
            </a:defPPr>
            <a:lvl1pPr algn="l">
              <a:defRPr sz="1275" b="0">
                <a:solidFill>
                  <a:srgbClr val="475569"/>
                </a:solidFill>
                <a:latin typeface="Arial"/>
                <a:ea typeface="Arial"/>
                <a:cs typeface="Arial"/>
              </a:defRPr>
            </a:lvl1pPr>
            <a:lvl2pPr algn="l">
              <a:defRPr sz="1275" b="0">
                <a:solidFill>
                  <a:srgbClr val="475569"/>
                </a:solidFill>
                <a:latin typeface="Arial"/>
                <a:ea typeface="Arial"/>
                <a:cs typeface="Arial"/>
              </a:defRPr>
            </a:lvl2pPr>
            <a:lvl3pPr algn="l">
              <a:defRPr sz="1275" b="0">
                <a:solidFill>
                  <a:srgbClr val="475569"/>
                </a:solidFill>
                <a:latin typeface="Arial"/>
                <a:ea typeface="Arial"/>
                <a:cs typeface="Arial"/>
              </a:defRPr>
            </a:lvl3pPr>
            <a:lvl4pPr algn="l">
              <a:defRPr sz="1275" b="0">
                <a:solidFill>
                  <a:srgbClr val="475569"/>
                </a:solidFill>
                <a:latin typeface="Arial"/>
                <a:ea typeface="Arial"/>
                <a:cs typeface="Arial"/>
              </a:defRPr>
            </a:lvl4pPr>
            <a:lvl5pPr algn="l">
              <a:defRPr sz="1275" b="0">
                <a:solidFill>
                  <a:srgbClr val="475569"/>
                </a:solidFill>
                <a:latin typeface="Arial"/>
                <a:ea typeface="Arial"/>
                <a:cs typeface="Arial"/>
              </a:defRPr>
            </a:lvl5pPr>
            <a:lvl6pPr algn="l">
              <a:defRPr sz="1275" b="0">
                <a:solidFill>
                  <a:srgbClr val="475569"/>
                </a:solidFill>
                <a:latin typeface="Arial"/>
                <a:ea typeface="Arial"/>
                <a:cs typeface="Arial"/>
              </a:defRPr>
            </a:lvl6pPr>
            <a:lvl7pPr algn="l">
              <a:defRPr sz="1275" b="0">
                <a:solidFill>
                  <a:srgbClr val="475569"/>
                </a:solidFill>
                <a:latin typeface="Arial"/>
                <a:ea typeface="Arial"/>
                <a:cs typeface="Arial"/>
              </a:defRPr>
            </a:lvl7pPr>
            <a:lvl8pPr algn="l">
              <a:defRPr sz="1275" b="0">
                <a:solidFill>
                  <a:srgbClr val="475569"/>
                </a:solidFill>
                <a:latin typeface="Arial"/>
                <a:ea typeface="Arial"/>
                <a:cs typeface="Arial"/>
              </a:defRPr>
            </a:lvl8pPr>
            <a:lvl9pPr algn="l">
              <a:defRPr sz="1275" b="0">
                <a:solidFill>
                  <a:srgbClr val="475569"/>
                </a:solidFill>
                <a:latin typeface="Arial"/>
                <a:ea typeface="Arial"/>
                <a:cs typeface="Arial"/>
              </a:defRPr>
            </a:lvl9pPr>
          </a:lstStyle>
          <a:p xmlns:a="http://schemas.openxmlformats.org/drawingml/2006/main">
            <a:pPr algn="l">
              <a:defRPr sz="1275" b="0">
                <a:solidFill>
                  <a:srgbClr val="475569"/>
                </a:solidFill>
                <a:latin typeface="Arial"/>
                <a:ea typeface="Arial"/>
                <a:cs typeface="Arial"/>
              </a:defRPr>
            </a:pPr>
            <a:r>
              <a:rPr sz="1275" b="0">
                <a:solidFill>
                  <a:srgbClr val="475569"/>
                </a:solidFill>
                <a:latin typeface="Arial"/>
                <a:ea typeface="Arial"/>
                <a:cs typeface="Arial"/>
              </a:rPr>
              <a:t>Policy score is not model accuracy or permission to apply a mapping.</a:t>
            </a:r>
          </a:p>
        </p:txBody>
      </p:sp>
      <p:sp>
        <p:nvSpPr>
          <p:cNvPr id="35" name="s3-Button Review Evidence">
            <a:extLst xmlns:a="http://schemas.openxmlformats.org/drawingml/2006/main">
              <a:ext uri="{FF2B5EF4-FFF2-40B4-BE49-F238E27FC236}">
                <a16:creationId xmlns:a16="http://schemas.microsoft.com/office/drawing/2014/main" id="{B806EEB6-98C5-444A-B937-EB19F1EB6C6D}"/>
              </a:ext>
            </a:extLst>
          </p:cNvPr>
          <p:cNvSpPr>
            <a:spLocks xmlns:a="http://schemas.openxmlformats.org/drawingml/2006/main" noGrp="1"/>
          </p:cNvSpPr>
          <p:nvPr/>
        </p:nvSpPr>
        <p:spPr>
          <a:xfrm xmlns:a="http://schemas.openxmlformats.org/drawingml/2006/main">
            <a:off x="762000" y="6686550"/>
            <a:ext cx="2124075" cy="438150"/>
          </a:xfrm>
          <a:prstGeom xmlns:a="http://schemas.openxmlformats.org/drawingml/2006/main" prst="roundRect">
            <a:avLst>
              <a:gd name="adj" fmla="val 17391"/>
            </a:avLst>
          </a:prstGeom>
          <a:solidFill xmlns:a="http://schemas.openxmlformats.org/drawingml/2006/main">
            <a:srgbClr val="155EEF"/>
          </a:solidFill>
          <a:ln xmlns:a="http://schemas.openxmlformats.org/drawingml/2006/main" w="0">
            <a:noFill/>
            <a:prstDash val="solid"/>
          </a:ln>
        </p:spPr>
      </p:sp>
      <p:sp>
        <p:nvSpPr>
          <p:cNvPr id="36" name="s3-Button label Review Evidence">
            <a:extLst xmlns:a="http://schemas.openxmlformats.org/drawingml/2006/main">
              <a:ext uri="{FF2B5EF4-FFF2-40B4-BE49-F238E27FC236}">
                <a16:creationId xmlns:a16="http://schemas.microsoft.com/office/drawing/2014/main" id="{8F669442-C772-4B5A-9D1F-650BA34B79F8}"/>
              </a:ext>
            </a:extLst>
          </p:cNvPr>
          <p:cNvSpPr>
            <a:spLocks xmlns:a="http://schemas.openxmlformats.org/drawingml/2006/main" noGrp="1"/>
          </p:cNvSpPr>
          <p:nvPr/>
        </p:nvSpPr>
        <p:spPr>
          <a:xfrm xmlns:a="http://schemas.openxmlformats.org/drawingml/2006/main">
            <a:off x="895350" y="6743700"/>
            <a:ext cx="1857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FFFFFF"/>
                </a:solidFill>
                <a:latin typeface="Arial"/>
                <a:ea typeface="Arial"/>
                <a:cs typeface="Arial"/>
              </a:defRPr>
            </a:defPPr>
            <a:lvl1pPr algn="ctr">
              <a:defRPr sz="1425" b="1">
                <a:solidFill>
                  <a:srgbClr val="FFFFFF"/>
                </a:solidFill>
                <a:latin typeface="Arial"/>
                <a:ea typeface="Arial"/>
                <a:cs typeface="Arial"/>
              </a:defRPr>
            </a:lvl1pPr>
            <a:lvl2pPr algn="ctr">
              <a:defRPr sz="1425" b="1">
                <a:solidFill>
                  <a:srgbClr val="FFFFFF"/>
                </a:solidFill>
                <a:latin typeface="Arial"/>
                <a:ea typeface="Arial"/>
                <a:cs typeface="Arial"/>
              </a:defRPr>
            </a:lvl2pPr>
            <a:lvl3pPr algn="ctr">
              <a:defRPr sz="1425" b="1">
                <a:solidFill>
                  <a:srgbClr val="FFFFFF"/>
                </a:solidFill>
                <a:latin typeface="Arial"/>
                <a:ea typeface="Arial"/>
                <a:cs typeface="Arial"/>
              </a:defRPr>
            </a:lvl3pPr>
            <a:lvl4pPr algn="ctr">
              <a:defRPr sz="1425" b="1">
                <a:solidFill>
                  <a:srgbClr val="FFFFFF"/>
                </a:solidFill>
                <a:latin typeface="Arial"/>
                <a:ea typeface="Arial"/>
                <a:cs typeface="Arial"/>
              </a:defRPr>
            </a:lvl4pPr>
            <a:lvl5pPr algn="ctr">
              <a:defRPr sz="1425" b="1">
                <a:solidFill>
                  <a:srgbClr val="FFFFFF"/>
                </a:solidFill>
                <a:latin typeface="Arial"/>
                <a:ea typeface="Arial"/>
                <a:cs typeface="Arial"/>
              </a:defRPr>
            </a:lvl5pPr>
            <a:lvl6pPr algn="ctr">
              <a:defRPr sz="1425" b="1">
                <a:solidFill>
                  <a:srgbClr val="FFFFFF"/>
                </a:solidFill>
                <a:latin typeface="Arial"/>
                <a:ea typeface="Arial"/>
                <a:cs typeface="Arial"/>
              </a:defRPr>
            </a:lvl6pPr>
            <a:lvl7pPr algn="ctr">
              <a:defRPr sz="1425" b="1">
                <a:solidFill>
                  <a:srgbClr val="FFFFFF"/>
                </a:solidFill>
                <a:latin typeface="Arial"/>
                <a:ea typeface="Arial"/>
                <a:cs typeface="Arial"/>
              </a:defRPr>
            </a:lvl7pPr>
            <a:lvl8pPr algn="ctr">
              <a:defRPr sz="1425" b="1">
                <a:solidFill>
                  <a:srgbClr val="FFFFFF"/>
                </a:solidFill>
                <a:latin typeface="Arial"/>
                <a:ea typeface="Arial"/>
                <a:cs typeface="Arial"/>
              </a:defRPr>
            </a:lvl8pPr>
            <a:lvl9pPr algn="ctr">
              <a:defRPr sz="1425" b="1">
                <a:solidFill>
                  <a:srgbClr val="FFFFFF"/>
                </a:solidFill>
                <a:latin typeface="Arial"/>
                <a:ea typeface="Arial"/>
                <a:cs typeface="Arial"/>
              </a:defRPr>
            </a:lvl9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Review Evidence</a:t>
            </a:r>
          </a:p>
        </p:txBody>
      </p:sp>
      <p:sp>
        <p:nvSpPr>
          <p:cNvPr id="37" name="s3-Button Edit Mapping">
            <a:extLst xmlns:a="http://schemas.openxmlformats.org/drawingml/2006/main">
              <a:ext uri="{FF2B5EF4-FFF2-40B4-BE49-F238E27FC236}">
                <a16:creationId xmlns:a16="http://schemas.microsoft.com/office/drawing/2014/main" id="{85B4A054-2D5E-4E12-96D9-FFEE9C260DAA}"/>
              </a:ext>
            </a:extLst>
          </p:cNvPr>
          <p:cNvSpPr>
            <a:spLocks xmlns:a="http://schemas.openxmlformats.org/drawingml/2006/main" noGrp="1"/>
          </p:cNvSpPr>
          <p:nvPr/>
        </p:nvSpPr>
        <p:spPr>
          <a:xfrm xmlns:a="http://schemas.openxmlformats.org/drawingml/2006/main">
            <a:off x="3038475" y="6686550"/>
            <a:ext cx="1819275"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8E0EB"/>
            </a:solidFill>
            <a:prstDash val="solid"/>
          </a:ln>
        </p:spPr>
      </p:sp>
      <p:sp>
        <p:nvSpPr>
          <p:cNvPr id="38" name="s3-Button label Edit Mapping">
            <a:extLst xmlns:a="http://schemas.openxmlformats.org/drawingml/2006/main">
              <a:ext uri="{FF2B5EF4-FFF2-40B4-BE49-F238E27FC236}">
                <a16:creationId xmlns:a16="http://schemas.microsoft.com/office/drawing/2014/main" id="{936E588B-320C-4714-AFC8-6B1634DF3654}"/>
              </a:ext>
            </a:extLst>
          </p:cNvPr>
          <p:cNvSpPr>
            <a:spLocks xmlns:a="http://schemas.openxmlformats.org/drawingml/2006/main" noGrp="1"/>
          </p:cNvSpPr>
          <p:nvPr/>
        </p:nvSpPr>
        <p:spPr>
          <a:xfrm xmlns:a="http://schemas.openxmlformats.org/drawingml/2006/main">
            <a:off x="3171825" y="6743700"/>
            <a:ext cx="1552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11827"/>
                </a:solidFill>
                <a:latin typeface="Arial"/>
                <a:ea typeface="Arial"/>
                <a:cs typeface="Arial"/>
              </a:defRPr>
            </a:defPPr>
            <a:lvl1pPr algn="ctr">
              <a:defRPr sz="1425" b="1">
                <a:solidFill>
                  <a:srgbClr val="111827"/>
                </a:solidFill>
                <a:latin typeface="Arial"/>
                <a:ea typeface="Arial"/>
                <a:cs typeface="Arial"/>
              </a:defRPr>
            </a:lvl1pPr>
            <a:lvl2pPr algn="ctr">
              <a:defRPr sz="1425" b="1">
                <a:solidFill>
                  <a:srgbClr val="111827"/>
                </a:solidFill>
                <a:latin typeface="Arial"/>
                <a:ea typeface="Arial"/>
                <a:cs typeface="Arial"/>
              </a:defRPr>
            </a:lvl2pPr>
            <a:lvl3pPr algn="ctr">
              <a:defRPr sz="1425" b="1">
                <a:solidFill>
                  <a:srgbClr val="111827"/>
                </a:solidFill>
                <a:latin typeface="Arial"/>
                <a:ea typeface="Arial"/>
                <a:cs typeface="Arial"/>
              </a:defRPr>
            </a:lvl3pPr>
            <a:lvl4pPr algn="ctr">
              <a:defRPr sz="1425" b="1">
                <a:solidFill>
                  <a:srgbClr val="111827"/>
                </a:solidFill>
                <a:latin typeface="Arial"/>
                <a:ea typeface="Arial"/>
                <a:cs typeface="Arial"/>
              </a:defRPr>
            </a:lvl4pPr>
            <a:lvl5pPr algn="ctr">
              <a:defRPr sz="1425" b="1">
                <a:solidFill>
                  <a:srgbClr val="111827"/>
                </a:solidFill>
                <a:latin typeface="Arial"/>
                <a:ea typeface="Arial"/>
                <a:cs typeface="Arial"/>
              </a:defRPr>
            </a:lvl5pPr>
            <a:lvl6pPr algn="ctr">
              <a:defRPr sz="1425" b="1">
                <a:solidFill>
                  <a:srgbClr val="111827"/>
                </a:solidFill>
                <a:latin typeface="Arial"/>
                <a:ea typeface="Arial"/>
                <a:cs typeface="Arial"/>
              </a:defRPr>
            </a:lvl6pPr>
            <a:lvl7pPr algn="ctr">
              <a:defRPr sz="1425" b="1">
                <a:solidFill>
                  <a:srgbClr val="111827"/>
                </a:solidFill>
                <a:latin typeface="Arial"/>
                <a:ea typeface="Arial"/>
                <a:cs typeface="Arial"/>
              </a:defRPr>
            </a:lvl7pPr>
            <a:lvl8pPr algn="ctr">
              <a:defRPr sz="1425" b="1">
                <a:solidFill>
                  <a:srgbClr val="111827"/>
                </a:solidFill>
                <a:latin typeface="Arial"/>
                <a:ea typeface="Arial"/>
                <a:cs typeface="Arial"/>
              </a:defRPr>
            </a:lvl8pPr>
            <a:lvl9pPr algn="ctr">
              <a:defRPr sz="1425" b="1">
                <a:solidFill>
                  <a:srgbClr val="111827"/>
                </a:solidFill>
                <a:latin typeface="Arial"/>
                <a:ea typeface="Arial"/>
                <a:cs typeface="Arial"/>
              </a:defRPr>
            </a:lvl9pPr>
          </a:lstStyle>
          <a:p xmlns:a="http://schemas.openxmlformats.org/drawingml/2006/main">
            <a:pPr algn="ctr">
              <a:defRPr sz="1425" b="1">
                <a:solidFill>
                  <a:srgbClr val="111827"/>
                </a:solidFill>
                <a:latin typeface="Arial"/>
                <a:ea typeface="Arial"/>
                <a:cs typeface="Arial"/>
              </a:defRPr>
            </a:pPr>
            <a:r>
              <a:rPr sz="1425" b="1">
                <a:solidFill>
                  <a:srgbClr val="111827"/>
                </a:solidFill>
                <a:latin typeface="Arial"/>
                <a:ea typeface="Arial"/>
                <a:cs typeface="Arial"/>
              </a:rPr>
              <a:t>Edit Mapping</a:t>
            </a:r>
          </a:p>
        </p:txBody>
      </p:sp>
      <p:sp>
        <p:nvSpPr>
          <p:cNvPr id="39" name="s3-Button Approve Plan">
            <a:extLst xmlns:a="http://schemas.openxmlformats.org/drawingml/2006/main">
              <a:ext uri="{FF2B5EF4-FFF2-40B4-BE49-F238E27FC236}">
                <a16:creationId xmlns:a16="http://schemas.microsoft.com/office/drawing/2014/main" id="{BCF744DA-290C-4E92-8B9C-4DEB6143CA52}"/>
              </a:ext>
            </a:extLst>
          </p:cNvPr>
          <p:cNvSpPr>
            <a:spLocks xmlns:a="http://schemas.openxmlformats.org/drawingml/2006/main" noGrp="1"/>
          </p:cNvSpPr>
          <p:nvPr/>
        </p:nvSpPr>
        <p:spPr>
          <a:xfrm xmlns:a="http://schemas.openxmlformats.org/drawingml/2006/main">
            <a:off x="5048250" y="6686550"/>
            <a:ext cx="2286000" cy="438150"/>
          </a:xfrm>
          <a:prstGeom xmlns:a="http://schemas.openxmlformats.org/drawingml/2006/main" prst="roundRect">
            <a:avLst>
              <a:gd name="adj" fmla="val 17391"/>
            </a:avLst>
          </a:prstGeom>
          <a:solidFill xmlns:a="http://schemas.openxmlformats.org/drawingml/2006/main">
            <a:srgbClr val="EDF1F5"/>
          </a:solidFill>
          <a:ln xmlns:a="http://schemas.openxmlformats.org/drawingml/2006/main" w="0">
            <a:noFill/>
            <a:prstDash val="solid"/>
          </a:ln>
        </p:spPr>
      </p:sp>
      <p:sp>
        <p:nvSpPr>
          <p:cNvPr id="40" name="s3-Button label Approve Plan">
            <a:extLst xmlns:a="http://schemas.openxmlformats.org/drawingml/2006/main">
              <a:ext uri="{FF2B5EF4-FFF2-40B4-BE49-F238E27FC236}">
                <a16:creationId xmlns:a16="http://schemas.microsoft.com/office/drawing/2014/main" id="{9A69AE74-4F0D-48D4-A316-E69154F4677D}"/>
              </a:ext>
            </a:extLst>
          </p:cNvPr>
          <p:cNvSpPr>
            <a:spLocks xmlns:a="http://schemas.openxmlformats.org/drawingml/2006/main" noGrp="1"/>
          </p:cNvSpPr>
          <p:nvPr/>
        </p:nvSpPr>
        <p:spPr>
          <a:xfrm xmlns:a="http://schemas.openxmlformats.org/drawingml/2006/main">
            <a:off x="5181600" y="674370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64748B"/>
                </a:solidFill>
                <a:latin typeface="Arial"/>
                <a:ea typeface="Arial"/>
                <a:cs typeface="Arial"/>
              </a:defRPr>
            </a:defPPr>
            <a:lvl1pPr algn="ctr">
              <a:defRPr sz="1425" b="1">
                <a:solidFill>
                  <a:srgbClr val="64748B"/>
                </a:solidFill>
                <a:latin typeface="Arial"/>
                <a:ea typeface="Arial"/>
                <a:cs typeface="Arial"/>
              </a:defRPr>
            </a:lvl1pPr>
            <a:lvl2pPr algn="ctr">
              <a:defRPr sz="1425" b="1">
                <a:solidFill>
                  <a:srgbClr val="64748B"/>
                </a:solidFill>
                <a:latin typeface="Arial"/>
                <a:ea typeface="Arial"/>
                <a:cs typeface="Arial"/>
              </a:defRPr>
            </a:lvl2pPr>
            <a:lvl3pPr algn="ctr">
              <a:defRPr sz="1425" b="1">
                <a:solidFill>
                  <a:srgbClr val="64748B"/>
                </a:solidFill>
                <a:latin typeface="Arial"/>
                <a:ea typeface="Arial"/>
                <a:cs typeface="Arial"/>
              </a:defRPr>
            </a:lvl3pPr>
            <a:lvl4pPr algn="ctr">
              <a:defRPr sz="1425" b="1">
                <a:solidFill>
                  <a:srgbClr val="64748B"/>
                </a:solidFill>
                <a:latin typeface="Arial"/>
                <a:ea typeface="Arial"/>
                <a:cs typeface="Arial"/>
              </a:defRPr>
            </a:lvl4pPr>
            <a:lvl5pPr algn="ctr">
              <a:defRPr sz="1425" b="1">
                <a:solidFill>
                  <a:srgbClr val="64748B"/>
                </a:solidFill>
                <a:latin typeface="Arial"/>
                <a:ea typeface="Arial"/>
                <a:cs typeface="Arial"/>
              </a:defRPr>
            </a:lvl5pPr>
            <a:lvl6pPr algn="ctr">
              <a:defRPr sz="1425" b="1">
                <a:solidFill>
                  <a:srgbClr val="64748B"/>
                </a:solidFill>
                <a:latin typeface="Arial"/>
                <a:ea typeface="Arial"/>
                <a:cs typeface="Arial"/>
              </a:defRPr>
            </a:lvl6pPr>
            <a:lvl7pPr algn="ctr">
              <a:defRPr sz="1425" b="1">
                <a:solidFill>
                  <a:srgbClr val="64748B"/>
                </a:solidFill>
                <a:latin typeface="Arial"/>
                <a:ea typeface="Arial"/>
                <a:cs typeface="Arial"/>
              </a:defRPr>
            </a:lvl7pPr>
            <a:lvl8pPr algn="ctr">
              <a:defRPr sz="1425" b="1">
                <a:solidFill>
                  <a:srgbClr val="64748B"/>
                </a:solidFill>
                <a:latin typeface="Arial"/>
                <a:ea typeface="Arial"/>
                <a:cs typeface="Arial"/>
              </a:defRPr>
            </a:lvl8pPr>
            <a:lvl9pPr algn="ctr">
              <a:defRPr sz="1425" b="1">
                <a:solidFill>
                  <a:srgbClr val="64748B"/>
                </a:solidFill>
                <a:latin typeface="Arial"/>
                <a:ea typeface="Arial"/>
                <a:cs typeface="Arial"/>
              </a:defRPr>
            </a:lvl9pPr>
          </a:lstStyle>
          <a:p xmlns:a="http://schemas.openxmlformats.org/drawingml/2006/main">
            <a:pPr algn="ctr">
              <a:defRPr sz="1425" b="1">
                <a:solidFill>
                  <a:srgbClr val="64748B"/>
                </a:solidFill>
                <a:latin typeface="Arial"/>
                <a:ea typeface="Arial"/>
                <a:cs typeface="Arial"/>
              </a:defRPr>
            </a:pPr>
            <a:r>
              <a:rPr sz="1425" b="1">
                <a:solidFill>
                  <a:srgbClr val="64748B"/>
                </a:solidFill>
                <a:latin typeface="Arial"/>
                <a:ea typeface="Arial"/>
                <a:cs typeface="Arial"/>
              </a:rPr>
              <a:t>Approve Plan</a:t>
            </a:r>
          </a:p>
        </p:txBody>
      </p:sp>
      <p:sp>
        <p:nvSpPr>
          <p:cNvPr id="41" name="s3-Independent review">
            <a:extLst xmlns:a="http://schemas.openxmlformats.org/drawingml/2006/main">
              <a:ext uri="{FF2B5EF4-FFF2-40B4-BE49-F238E27FC236}">
                <a16:creationId xmlns:a16="http://schemas.microsoft.com/office/drawing/2014/main" id="{56EB5ED2-909A-4F78-A12D-260458ECD311}"/>
              </a:ext>
            </a:extLst>
          </p:cNvPr>
          <p:cNvSpPr>
            <a:spLocks xmlns:a="http://schemas.openxmlformats.org/drawingml/2006/main" noGrp="1"/>
          </p:cNvSpPr>
          <p:nvPr/>
        </p:nvSpPr>
        <p:spPr>
          <a:xfrm xmlns:a="http://schemas.openxmlformats.org/drawingml/2006/main">
            <a:off x="7667625" y="3819525"/>
            <a:ext cx="3648075" cy="3181350"/>
          </a:xfrm>
          <a:prstGeom xmlns:a="http://schemas.openxmlformats.org/drawingml/2006/main" prst="roundRect">
            <a:avLst>
              <a:gd name="adj" fmla="val 2395"/>
            </a:avLst>
          </a:prstGeom>
          <a:solidFill xmlns:a="http://schemas.openxmlformats.org/drawingml/2006/main">
            <a:srgbClr val="FFFFFF"/>
          </a:solidFill>
          <a:ln xmlns:a="http://schemas.openxmlformats.org/drawingml/2006/main" w="9525">
            <a:solidFill>
              <a:srgbClr val="D8E0EB"/>
            </a:solidFill>
            <a:prstDash val="solid"/>
          </a:ln>
        </p:spPr>
      </p:sp>
      <p:sp>
        <p:nvSpPr>
          <p:cNvPr id="42" name="s3-Reviewer title">
            <a:extLst xmlns:a="http://schemas.openxmlformats.org/drawingml/2006/main">
              <a:ext uri="{FF2B5EF4-FFF2-40B4-BE49-F238E27FC236}">
                <a16:creationId xmlns:a16="http://schemas.microsoft.com/office/drawing/2014/main" id="{96F639DF-F1DC-495C-A921-89B5379EC34E}"/>
              </a:ext>
            </a:extLst>
          </p:cNvPr>
          <p:cNvSpPr>
            <a:spLocks xmlns:a="http://schemas.openxmlformats.org/drawingml/2006/main" noGrp="1"/>
          </p:cNvSpPr>
          <p:nvPr/>
        </p:nvSpPr>
        <p:spPr>
          <a:xfrm xmlns:a="http://schemas.openxmlformats.org/drawingml/2006/main">
            <a:off x="7858125" y="4000500"/>
            <a:ext cx="32670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11827"/>
                </a:solidFill>
                <a:latin typeface="Arial"/>
                <a:ea typeface="Arial"/>
                <a:cs typeface="Arial"/>
              </a:defRPr>
            </a:defPPr>
            <a:lvl1pPr algn="l">
              <a:defRPr sz="1725" b="1">
                <a:solidFill>
                  <a:srgbClr val="111827"/>
                </a:solidFill>
                <a:latin typeface="Arial"/>
                <a:ea typeface="Arial"/>
                <a:cs typeface="Arial"/>
              </a:defRPr>
            </a:lvl1pPr>
            <a:lvl2pPr algn="l">
              <a:defRPr sz="1725" b="1">
                <a:solidFill>
                  <a:srgbClr val="111827"/>
                </a:solidFill>
                <a:latin typeface="Arial"/>
                <a:ea typeface="Arial"/>
                <a:cs typeface="Arial"/>
              </a:defRPr>
            </a:lvl2pPr>
            <a:lvl3pPr algn="l">
              <a:defRPr sz="1725" b="1">
                <a:solidFill>
                  <a:srgbClr val="111827"/>
                </a:solidFill>
                <a:latin typeface="Arial"/>
                <a:ea typeface="Arial"/>
                <a:cs typeface="Arial"/>
              </a:defRPr>
            </a:lvl3pPr>
            <a:lvl4pPr algn="l">
              <a:defRPr sz="1725" b="1">
                <a:solidFill>
                  <a:srgbClr val="111827"/>
                </a:solidFill>
                <a:latin typeface="Arial"/>
                <a:ea typeface="Arial"/>
                <a:cs typeface="Arial"/>
              </a:defRPr>
            </a:lvl4pPr>
            <a:lvl5pPr algn="l">
              <a:defRPr sz="1725" b="1">
                <a:solidFill>
                  <a:srgbClr val="111827"/>
                </a:solidFill>
                <a:latin typeface="Arial"/>
                <a:ea typeface="Arial"/>
                <a:cs typeface="Arial"/>
              </a:defRPr>
            </a:lvl5pPr>
            <a:lvl6pPr algn="l">
              <a:defRPr sz="1725" b="1">
                <a:solidFill>
                  <a:srgbClr val="111827"/>
                </a:solidFill>
                <a:latin typeface="Arial"/>
                <a:ea typeface="Arial"/>
                <a:cs typeface="Arial"/>
              </a:defRPr>
            </a:lvl6pPr>
            <a:lvl7pPr algn="l">
              <a:defRPr sz="1725" b="1">
                <a:solidFill>
                  <a:srgbClr val="111827"/>
                </a:solidFill>
                <a:latin typeface="Arial"/>
                <a:ea typeface="Arial"/>
                <a:cs typeface="Arial"/>
              </a:defRPr>
            </a:lvl7pPr>
            <a:lvl8pPr algn="l">
              <a:defRPr sz="1725" b="1">
                <a:solidFill>
                  <a:srgbClr val="111827"/>
                </a:solidFill>
                <a:latin typeface="Arial"/>
                <a:ea typeface="Arial"/>
                <a:cs typeface="Arial"/>
              </a:defRPr>
            </a:lvl8pPr>
            <a:lvl9pPr algn="l">
              <a:defRPr sz="1725" b="1">
                <a:solidFill>
                  <a:srgbClr val="111827"/>
                </a:solidFill>
                <a:latin typeface="Arial"/>
                <a:ea typeface="Arial"/>
                <a:cs typeface="Arial"/>
              </a:defRPr>
            </a:lvl9pPr>
          </a:lstStyle>
          <a:p xmlns:a="http://schemas.openxmlformats.org/drawingml/2006/main">
            <a:pPr algn="l">
              <a:defRPr sz="1725" b="1">
                <a:solidFill>
                  <a:srgbClr val="111827"/>
                </a:solidFill>
                <a:latin typeface="Arial"/>
                <a:ea typeface="Arial"/>
                <a:cs typeface="Arial"/>
              </a:defRPr>
            </a:pPr>
            <a:r>
              <a:rPr sz="1725" b="1">
                <a:solidFill>
                  <a:srgbClr val="111827"/>
                </a:solidFill>
                <a:latin typeface="Arial"/>
                <a:ea typeface="Arial"/>
                <a:cs typeface="Arial"/>
              </a:rPr>
              <a:t>Independent Reviewer</a:t>
            </a:r>
          </a:p>
        </p:txBody>
      </p:sp>
      <p:sp>
        <p:nvSpPr>
          <p:cNvPr id="43" name="s3-Status CHALLENGED">
            <a:extLst xmlns:a="http://schemas.openxmlformats.org/drawingml/2006/main">
              <a:ext uri="{FF2B5EF4-FFF2-40B4-BE49-F238E27FC236}">
                <a16:creationId xmlns:a16="http://schemas.microsoft.com/office/drawing/2014/main" id="{DA252550-264F-4792-86A5-FC14C0C47CF9}"/>
              </a:ext>
            </a:extLst>
          </p:cNvPr>
          <p:cNvSpPr>
            <a:spLocks xmlns:a="http://schemas.openxmlformats.org/drawingml/2006/main" noGrp="1"/>
          </p:cNvSpPr>
          <p:nvPr/>
        </p:nvSpPr>
        <p:spPr>
          <a:xfrm xmlns:a="http://schemas.openxmlformats.org/drawingml/2006/main">
            <a:off x="7858125" y="4410075"/>
            <a:ext cx="1524000" cy="295275"/>
          </a:xfrm>
          <a:prstGeom xmlns:a="http://schemas.openxmlformats.org/drawingml/2006/main" prst="roundRect">
            <a:avLst>
              <a:gd name="adj" fmla="val 25806"/>
            </a:avLst>
          </a:prstGeom>
          <a:solidFill xmlns:a="http://schemas.openxmlformats.org/drawingml/2006/main">
            <a:srgbClr val="FFF4D6"/>
          </a:solidFill>
          <a:ln xmlns:a="http://schemas.openxmlformats.org/drawingml/2006/main" w="0">
            <a:noFill/>
            <a:prstDash val="solid"/>
          </a:ln>
        </p:spPr>
      </p:sp>
      <p:sp>
        <p:nvSpPr>
          <p:cNvPr id="44" name="s3-Status label CHALLENGED">
            <a:extLst xmlns:a="http://schemas.openxmlformats.org/drawingml/2006/main">
              <a:ext uri="{FF2B5EF4-FFF2-40B4-BE49-F238E27FC236}">
                <a16:creationId xmlns:a16="http://schemas.microsoft.com/office/drawing/2014/main" id="{56EA0B3E-324B-4E14-8D59-78202307A285}"/>
              </a:ext>
            </a:extLst>
          </p:cNvPr>
          <p:cNvSpPr>
            <a:spLocks xmlns:a="http://schemas.openxmlformats.org/drawingml/2006/main" noGrp="1"/>
          </p:cNvSpPr>
          <p:nvPr/>
        </p:nvSpPr>
        <p:spPr>
          <a:xfrm xmlns:a="http://schemas.openxmlformats.org/drawingml/2006/main">
            <a:off x="7953375" y="4457700"/>
            <a:ext cx="1333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00" b="1">
                <a:solidFill>
                  <a:srgbClr val="A15C00"/>
                </a:solidFill>
                <a:latin typeface="Arial"/>
                <a:ea typeface="Arial"/>
                <a:cs typeface="Arial"/>
              </a:defRPr>
            </a:defPPr>
            <a:lvl1pPr algn="ctr">
              <a:defRPr sz="1200" b="1">
                <a:solidFill>
                  <a:srgbClr val="A15C00"/>
                </a:solidFill>
                <a:latin typeface="Arial"/>
                <a:ea typeface="Arial"/>
                <a:cs typeface="Arial"/>
              </a:defRPr>
            </a:lvl1pPr>
            <a:lvl2pPr algn="ctr">
              <a:defRPr sz="1200" b="1">
                <a:solidFill>
                  <a:srgbClr val="A15C00"/>
                </a:solidFill>
                <a:latin typeface="Arial"/>
                <a:ea typeface="Arial"/>
                <a:cs typeface="Arial"/>
              </a:defRPr>
            </a:lvl2pPr>
            <a:lvl3pPr algn="ctr">
              <a:defRPr sz="1200" b="1">
                <a:solidFill>
                  <a:srgbClr val="A15C00"/>
                </a:solidFill>
                <a:latin typeface="Arial"/>
                <a:ea typeface="Arial"/>
                <a:cs typeface="Arial"/>
              </a:defRPr>
            </a:lvl3pPr>
            <a:lvl4pPr algn="ctr">
              <a:defRPr sz="1200" b="1">
                <a:solidFill>
                  <a:srgbClr val="A15C00"/>
                </a:solidFill>
                <a:latin typeface="Arial"/>
                <a:ea typeface="Arial"/>
                <a:cs typeface="Arial"/>
              </a:defRPr>
            </a:lvl4pPr>
            <a:lvl5pPr algn="ctr">
              <a:defRPr sz="1200" b="1">
                <a:solidFill>
                  <a:srgbClr val="A15C00"/>
                </a:solidFill>
                <a:latin typeface="Arial"/>
                <a:ea typeface="Arial"/>
                <a:cs typeface="Arial"/>
              </a:defRPr>
            </a:lvl5pPr>
            <a:lvl6pPr algn="ctr">
              <a:defRPr sz="1200" b="1">
                <a:solidFill>
                  <a:srgbClr val="A15C00"/>
                </a:solidFill>
                <a:latin typeface="Arial"/>
                <a:ea typeface="Arial"/>
                <a:cs typeface="Arial"/>
              </a:defRPr>
            </a:lvl6pPr>
            <a:lvl7pPr algn="ctr">
              <a:defRPr sz="1200" b="1">
                <a:solidFill>
                  <a:srgbClr val="A15C00"/>
                </a:solidFill>
                <a:latin typeface="Arial"/>
                <a:ea typeface="Arial"/>
                <a:cs typeface="Arial"/>
              </a:defRPr>
            </a:lvl7pPr>
            <a:lvl8pPr algn="ctr">
              <a:defRPr sz="1200" b="1">
                <a:solidFill>
                  <a:srgbClr val="A15C00"/>
                </a:solidFill>
                <a:latin typeface="Arial"/>
                <a:ea typeface="Arial"/>
                <a:cs typeface="Arial"/>
              </a:defRPr>
            </a:lvl8pPr>
            <a:lvl9pPr algn="ctr">
              <a:defRPr sz="1200" b="1">
                <a:solidFill>
                  <a:srgbClr val="A15C00"/>
                </a:solidFill>
                <a:latin typeface="Arial"/>
                <a:ea typeface="Arial"/>
                <a:cs typeface="Arial"/>
              </a:defRPr>
            </a:lvl9pPr>
          </a:lstStyle>
          <a:p xmlns:a="http://schemas.openxmlformats.org/drawingml/2006/main">
            <a:pPr algn="ctr">
              <a:defRPr sz="1200" b="1">
                <a:solidFill>
                  <a:srgbClr val="A15C00"/>
                </a:solidFill>
                <a:latin typeface="Arial"/>
                <a:ea typeface="Arial"/>
                <a:cs typeface="Arial"/>
              </a:defRPr>
            </a:pPr>
            <a:r>
              <a:rPr sz="1200" b="1">
                <a:solidFill>
                  <a:srgbClr val="A15C00"/>
                </a:solidFill>
                <a:latin typeface="Arial"/>
                <a:ea typeface="Arial"/>
                <a:cs typeface="Arial"/>
              </a:rPr>
              <a:t>CHALLENGED</a:t>
            </a:r>
          </a:p>
        </p:txBody>
      </p:sp>
      <p:sp>
        <p:nvSpPr>
          <p:cNvPr id="45" name="s3-Reviewer evidence">
            <a:extLst xmlns:a="http://schemas.openxmlformats.org/drawingml/2006/main">
              <a:ext uri="{FF2B5EF4-FFF2-40B4-BE49-F238E27FC236}">
                <a16:creationId xmlns:a16="http://schemas.microsoft.com/office/drawing/2014/main" id="{4ED4BF1C-62AA-480B-B3BD-10F063BD02E8}"/>
              </a:ext>
            </a:extLst>
          </p:cNvPr>
          <p:cNvSpPr>
            <a:spLocks xmlns:a="http://schemas.openxmlformats.org/drawingml/2006/main" noGrp="1"/>
          </p:cNvSpPr>
          <p:nvPr/>
        </p:nvSpPr>
        <p:spPr>
          <a:xfrm xmlns:a="http://schemas.openxmlformats.org/drawingml/2006/main">
            <a:off x="7858125" y="4867275"/>
            <a:ext cx="32670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11827"/>
                </a:solidFill>
                <a:latin typeface="Arial"/>
                <a:ea typeface="Arial"/>
                <a:cs typeface="Arial"/>
              </a:defRPr>
            </a:defPPr>
            <a:lvl1pPr algn="l">
              <a:defRPr sz="1500" b="0">
                <a:solidFill>
                  <a:srgbClr val="111827"/>
                </a:solidFill>
                <a:latin typeface="Arial"/>
                <a:ea typeface="Arial"/>
                <a:cs typeface="Arial"/>
              </a:defRPr>
            </a:lvl1pPr>
            <a:lvl2pPr algn="l">
              <a:defRPr sz="1500" b="0">
                <a:solidFill>
                  <a:srgbClr val="111827"/>
                </a:solidFill>
                <a:latin typeface="Arial"/>
                <a:ea typeface="Arial"/>
                <a:cs typeface="Arial"/>
              </a:defRPr>
            </a:lvl2pPr>
            <a:lvl3pPr algn="l">
              <a:defRPr sz="1500" b="0">
                <a:solidFill>
                  <a:srgbClr val="111827"/>
                </a:solidFill>
                <a:latin typeface="Arial"/>
                <a:ea typeface="Arial"/>
                <a:cs typeface="Arial"/>
              </a:defRPr>
            </a:lvl3pPr>
            <a:lvl4pPr algn="l">
              <a:defRPr sz="1500" b="0">
                <a:solidFill>
                  <a:srgbClr val="111827"/>
                </a:solidFill>
                <a:latin typeface="Arial"/>
                <a:ea typeface="Arial"/>
                <a:cs typeface="Arial"/>
              </a:defRPr>
            </a:lvl4pPr>
            <a:lvl5pPr algn="l">
              <a:defRPr sz="1500" b="0">
                <a:solidFill>
                  <a:srgbClr val="111827"/>
                </a:solidFill>
                <a:latin typeface="Arial"/>
                <a:ea typeface="Arial"/>
                <a:cs typeface="Arial"/>
              </a:defRPr>
            </a:lvl5pPr>
            <a:lvl6pPr algn="l">
              <a:defRPr sz="1500" b="0">
                <a:solidFill>
                  <a:srgbClr val="111827"/>
                </a:solidFill>
                <a:latin typeface="Arial"/>
                <a:ea typeface="Arial"/>
                <a:cs typeface="Arial"/>
              </a:defRPr>
            </a:lvl6pPr>
            <a:lvl7pPr algn="l">
              <a:defRPr sz="1500" b="0">
                <a:solidFill>
                  <a:srgbClr val="111827"/>
                </a:solidFill>
                <a:latin typeface="Arial"/>
                <a:ea typeface="Arial"/>
                <a:cs typeface="Arial"/>
              </a:defRPr>
            </a:lvl7pPr>
            <a:lvl8pPr algn="l">
              <a:defRPr sz="1500" b="0">
                <a:solidFill>
                  <a:srgbClr val="111827"/>
                </a:solidFill>
                <a:latin typeface="Arial"/>
                <a:ea typeface="Arial"/>
                <a:cs typeface="Arial"/>
              </a:defRPr>
            </a:lvl8pPr>
            <a:lvl9pPr algn="l">
              <a:defRPr sz="1500" b="0">
                <a:solidFill>
                  <a:srgbClr val="111827"/>
                </a:solidFill>
                <a:latin typeface="Arial"/>
                <a:ea typeface="Arial"/>
                <a:cs typeface="Arial"/>
              </a:defRPr>
            </a:lvl9pPr>
          </a:lstStyle>
          <a:p xmlns:a="http://schemas.openxmlformats.org/drawingml/2006/main">
            <a:pPr algn="l">
              <a:defRPr sz="1500" b="0">
                <a:solidFill>
                  <a:srgbClr val="111827"/>
                </a:solidFill>
                <a:latin typeface="Arial"/>
                <a:ea typeface="Arial"/>
                <a:cs typeface="Arial"/>
              </a:defRPr>
            </a:pPr>
            <a:r>
              <a:rPr sz="1500" b="0">
                <a:solidFill>
                  <a:srgbClr val="111827"/>
                </a:solidFill>
                <a:latin typeface="Arial"/>
                <a:ea typeface="Arial"/>
                <a:cs typeface="Arial"/>
              </a:rPr>
              <a:t>Account purpose and</a:t>
            </a:r>
          </a:p>
          <a:p xmlns:a="http://schemas.openxmlformats.org/drawingml/2006/main">
            <a:pPr algn="l">
              <a:defRPr sz="1500" b="0">
                <a:solidFill>
                  <a:srgbClr val="111827"/>
                </a:solidFill>
                <a:latin typeface="Arial"/>
                <a:ea typeface="Arial"/>
                <a:cs typeface="Arial"/>
              </a:defRPr>
            </a:pPr>
            <a:r>
              <a:rPr sz="1500" b="0">
                <a:solidFill>
                  <a:srgbClr val="111827"/>
                </a:solidFill>
                <a:latin typeface="Arial"/>
                <a:ea typeface="Arial"/>
                <a:cs typeface="Arial"/>
              </a:rPr>
              <a:t>settlement history are missing.</a:t>
            </a:r>
          </a:p>
          <a:p xmlns:a="http://schemas.openxmlformats.org/drawingml/2006/main">
            <a:pPr algn="l">
              <a:defRPr sz="1500" b="0">
                <a:solidFill>
                  <a:srgbClr val="111827"/>
                </a:solidFill>
                <a:latin typeface="Arial"/>
                <a:ea typeface="Arial"/>
                <a:cs typeface="Arial"/>
              </a:defRPr>
            </a:pPr>
            <a:r>
              <a:rPr sz="1500" b="0">
                <a:solidFill>
                  <a:srgbClr val="111827"/>
                </a:solidFill>
                <a:latin typeface="Arial"/>
                <a:ea typeface="Arial"/>
                <a:cs typeface="Arial"/>
              </a:rPr>
              <a:t>A compatible account class</a:t>
            </a:r>
          </a:p>
          <a:p xmlns:a="http://schemas.openxmlformats.org/drawingml/2006/main">
            <a:pPr algn="l">
              <a:defRPr sz="1500" b="0">
                <a:solidFill>
                  <a:srgbClr val="111827"/>
                </a:solidFill>
                <a:latin typeface="Arial"/>
                <a:ea typeface="Arial"/>
                <a:cs typeface="Arial"/>
              </a:defRPr>
            </a:pPr>
            <a:r>
              <a:rPr sz="1500" b="0">
                <a:solidFill>
                  <a:srgbClr val="111827"/>
                </a:solidFill>
                <a:latin typeface="Arial"/>
                <a:ea typeface="Arial"/>
                <a:cs typeface="Arial"/>
              </a:rPr>
              <a:t>does not establish its purpose.</a:t>
            </a:r>
          </a:p>
        </p:txBody>
      </p:sp>
      <p:sp>
        <p:nvSpPr>
          <p:cNvPr id="46" name="s3-Reviewer next action">
            <a:extLst xmlns:a="http://schemas.openxmlformats.org/drawingml/2006/main">
              <a:ext uri="{FF2B5EF4-FFF2-40B4-BE49-F238E27FC236}">
                <a16:creationId xmlns:a16="http://schemas.microsoft.com/office/drawing/2014/main" id="{ACB22B8B-77EB-4188-AA3F-16AAC2D94EAF}"/>
              </a:ext>
            </a:extLst>
          </p:cNvPr>
          <p:cNvSpPr>
            <a:spLocks xmlns:a="http://schemas.openxmlformats.org/drawingml/2006/main" noGrp="1"/>
          </p:cNvSpPr>
          <p:nvPr/>
        </p:nvSpPr>
        <p:spPr>
          <a:xfrm xmlns:a="http://schemas.openxmlformats.org/drawingml/2006/main">
            <a:off x="7858125" y="6019800"/>
            <a:ext cx="32670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Next: inspect source evidence.</a:t>
            </a:r>
          </a:p>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0 of 12 mappings reviewed.</a:t>
            </a:r>
          </a:p>
        </p:txBody>
      </p:sp>
      <p:sp>
        <p:nvSpPr>
          <p:cNvPr id="47" name="s3-Reviewer runtime">
            <a:extLst xmlns:a="http://schemas.openxmlformats.org/drawingml/2006/main">
              <a:ext uri="{FF2B5EF4-FFF2-40B4-BE49-F238E27FC236}">
                <a16:creationId xmlns:a16="http://schemas.microsoft.com/office/drawing/2014/main" id="{08808861-AA42-47FB-ADC2-947F838C72A3}"/>
              </a:ext>
            </a:extLst>
          </p:cNvPr>
          <p:cNvSpPr>
            <a:spLocks xmlns:a="http://schemas.openxmlformats.org/drawingml/2006/main" noGrp="1"/>
          </p:cNvSpPr>
          <p:nvPr/>
        </p:nvSpPr>
        <p:spPr>
          <a:xfrm xmlns:a="http://schemas.openxmlformats.org/drawingml/2006/main">
            <a:off x="7858125" y="6724650"/>
            <a:ext cx="32670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5448C8"/>
                </a:solidFill>
                <a:latin typeface="Arial"/>
                <a:ea typeface="Arial"/>
                <a:cs typeface="Arial"/>
              </a:defRPr>
            </a:defPPr>
            <a:lvl1pPr algn="l">
              <a:defRPr sz="1200" b="1">
                <a:solidFill>
                  <a:srgbClr val="5448C8"/>
                </a:solidFill>
                <a:latin typeface="Arial"/>
                <a:ea typeface="Arial"/>
                <a:cs typeface="Arial"/>
              </a:defRPr>
            </a:lvl1pPr>
            <a:lvl2pPr algn="l">
              <a:defRPr sz="1200" b="1">
                <a:solidFill>
                  <a:srgbClr val="5448C8"/>
                </a:solidFill>
                <a:latin typeface="Arial"/>
                <a:ea typeface="Arial"/>
                <a:cs typeface="Arial"/>
              </a:defRPr>
            </a:lvl2pPr>
            <a:lvl3pPr algn="l">
              <a:defRPr sz="1200" b="1">
                <a:solidFill>
                  <a:srgbClr val="5448C8"/>
                </a:solidFill>
                <a:latin typeface="Arial"/>
                <a:ea typeface="Arial"/>
                <a:cs typeface="Arial"/>
              </a:defRPr>
            </a:lvl3pPr>
            <a:lvl4pPr algn="l">
              <a:defRPr sz="1200" b="1">
                <a:solidFill>
                  <a:srgbClr val="5448C8"/>
                </a:solidFill>
                <a:latin typeface="Arial"/>
                <a:ea typeface="Arial"/>
                <a:cs typeface="Arial"/>
              </a:defRPr>
            </a:lvl4pPr>
            <a:lvl5pPr algn="l">
              <a:defRPr sz="1200" b="1">
                <a:solidFill>
                  <a:srgbClr val="5448C8"/>
                </a:solidFill>
                <a:latin typeface="Arial"/>
                <a:ea typeface="Arial"/>
                <a:cs typeface="Arial"/>
              </a:defRPr>
            </a:lvl5pPr>
            <a:lvl6pPr algn="l">
              <a:defRPr sz="1200" b="1">
                <a:solidFill>
                  <a:srgbClr val="5448C8"/>
                </a:solidFill>
                <a:latin typeface="Arial"/>
                <a:ea typeface="Arial"/>
                <a:cs typeface="Arial"/>
              </a:defRPr>
            </a:lvl6pPr>
            <a:lvl7pPr algn="l">
              <a:defRPr sz="1200" b="1">
                <a:solidFill>
                  <a:srgbClr val="5448C8"/>
                </a:solidFill>
                <a:latin typeface="Arial"/>
                <a:ea typeface="Arial"/>
                <a:cs typeface="Arial"/>
              </a:defRPr>
            </a:lvl7pPr>
            <a:lvl8pPr algn="l">
              <a:defRPr sz="1200" b="1">
                <a:solidFill>
                  <a:srgbClr val="5448C8"/>
                </a:solidFill>
                <a:latin typeface="Arial"/>
                <a:ea typeface="Arial"/>
                <a:cs typeface="Arial"/>
              </a:defRPr>
            </a:lvl8pPr>
            <a:lvl9pPr algn="l">
              <a:defRPr sz="1200" b="1">
                <a:solidFill>
                  <a:srgbClr val="5448C8"/>
                </a:solidFill>
                <a:latin typeface="Arial"/>
                <a:ea typeface="Arial"/>
                <a:cs typeface="Arial"/>
              </a:defRPr>
            </a:lvl9pPr>
          </a:lstStyle>
          <a:p xmlns:a="http://schemas.openxmlformats.org/drawingml/2006/main">
            <a:pPr algn="l">
              <a:defRPr sz="1200" b="1">
                <a:solidFill>
                  <a:srgbClr val="5448C8"/>
                </a:solidFill>
                <a:latin typeface="Arial"/>
                <a:ea typeface="Arial"/>
                <a:cs typeface="Arial"/>
              </a:defRPr>
            </a:pPr>
            <a:r>
              <a:rPr sz="1200" b="1">
                <a:solidFill>
                  <a:srgbClr val="5448C8"/>
                </a:solidFill>
                <a:latin typeface="Arial"/>
                <a:ea typeface="Arial"/>
                <a:cs typeface="Arial"/>
              </a:rPr>
              <a:t>Partial: deterministic fallback; no live AI.</a:t>
            </a:r>
          </a:p>
        </p:txBody>
      </p:sp>
      <p:sp>
        <p:nvSpPr>
          <p:cNvPr id="48" name="s3-Rail problem label">
            <a:extLst xmlns:a="http://schemas.openxmlformats.org/drawingml/2006/main">
              <a:ext uri="{FF2B5EF4-FFF2-40B4-BE49-F238E27FC236}">
                <a16:creationId xmlns:a16="http://schemas.microsoft.com/office/drawing/2014/main" id="{179FB7B0-6446-4CB5-8B56-E08875410CDE}"/>
              </a:ext>
            </a:extLst>
          </p:cNvPr>
          <p:cNvSpPr>
            <a:spLocks xmlns:a="http://schemas.openxmlformats.org/drawingml/2006/main" noGrp="1"/>
          </p:cNvSpPr>
          <p:nvPr/>
        </p:nvSpPr>
        <p:spPr>
          <a:xfrm xmlns:a="http://schemas.openxmlformats.org/drawingml/2006/main">
            <a:off x="12001500" y="1943100"/>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64748B"/>
                </a:solidFill>
                <a:latin typeface="Arial"/>
                <a:ea typeface="Arial"/>
                <a:cs typeface="Arial"/>
              </a:defRPr>
            </a:defPPr>
            <a:lvl1pPr algn="l">
              <a:defRPr sz="1200" b="1">
                <a:solidFill>
                  <a:srgbClr val="64748B"/>
                </a:solidFill>
                <a:latin typeface="Arial"/>
                <a:ea typeface="Arial"/>
                <a:cs typeface="Arial"/>
              </a:defRPr>
            </a:lvl1pPr>
            <a:lvl2pPr algn="l">
              <a:defRPr sz="1200" b="1">
                <a:solidFill>
                  <a:srgbClr val="64748B"/>
                </a:solidFill>
                <a:latin typeface="Arial"/>
                <a:ea typeface="Arial"/>
                <a:cs typeface="Arial"/>
              </a:defRPr>
            </a:lvl2pPr>
            <a:lvl3pPr algn="l">
              <a:defRPr sz="1200" b="1">
                <a:solidFill>
                  <a:srgbClr val="64748B"/>
                </a:solidFill>
                <a:latin typeface="Arial"/>
                <a:ea typeface="Arial"/>
                <a:cs typeface="Arial"/>
              </a:defRPr>
            </a:lvl3pPr>
            <a:lvl4pPr algn="l">
              <a:defRPr sz="1200" b="1">
                <a:solidFill>
                  <a:srgbClr val="64748B"/>
                </a:solidFill>
                <a:latin typeface="Arial"/>
                <a:ea typeface="Arial"/>
                <a:cs typeface="Arial"/>
              </a:defRPr>
            </a:lvl4pPr>
            <a:lvl5pPr algn="l">
              <a:defRPr sz="1200" b="1">
                <a:solidFill>
                  <a:srgbClr val="64748B"/>
                </a:solidFill>
                <a:latin typeface="Arial"/>
                <a:ea typeface="Arial"/>
                <a:cs typeface="Arial"/>
              </a:defRPr>
            </a:lvl5pPr>
            <a:lvl6pPr algn="l">
              <a:defRPr sz="1200" b="1">
                <a:solidFill>
                  <a:srgbClr val="64748B"/>
                </a:solidFill>
                <a:latin typeface="Arial"/>
                <a:ea typeface="Arial"/>
                <a:cs typeface="Arial"/>
              </a:defRPr>
            </a:lvl6pPr>
            <a:lvl7pPr algn="l">
              <a:defRPr sz="1200" b="1">
                <a:solidFill>
                  <a:srgbClr val="64748B"/>
                </a:solidFill>
                <a:latin typeface="Arial"/>
                <a:ea typeface="Arial"/>
                <a:cs typeface="Arial"/>
              </a:defRPr>
            </a:lvl7pPr>
            <a:lvl8pPr algn="l">
              <a:defRPr sz="1200" b="1">
                <a:solidFill>
                  <a:srgbClr val="64748B"/>
                </a:solidFill>
                <a:latin typeface="Arial"/>
                <a:ea typeface="Arial"/>
                <a:cs typeface="Arial"/>
              </a:defRPr>
            </a:lvl8pPr>
            <a:lvl9pPr algn="l">
              <a:defRPr sz="1200" b="1">
                <a:solidFill>
                  <a:srgbClr val="64748B"/>
                </a:solidFill>
                <a:latin typeface="Arial"/>
                <a:ea typeface="Arial"/>
                <a:cs typeface="Arial"/>
              </a:defRPr>
            </a:lvl9pPr>
          </a:lstStyle>
          <a:p xmlns:a="http://schemas.openxmlformats.org/drawingml/2006/main">
            <a:pPr algn="l">
              <a:defRPr sz="1200" b="1">
                <a:solidFill>
                  <a:srgbClr val="64748B"/>
                </a:solidFill>
                <a:latin typeface="Arial"/>
                <a:ea typeface="Arial"/>
                <a:cs typeface="Arial"/>
              </a:defRPr>
            </a:pPr>
            <a:r>
              <a:rPr sz="1200" b="1">
                <a:solidFill>
                  <a:srgbClr val="64748B"/>
                </a:solidFill>
                <a:latin typeface="Arial"/>
                <a:ea typeface="Arial"/>
                <a:cs typeface="Arial"/>
              </a:rPr>
              <a:t>CUSTOMER NEED</a:t>
            </a:r>
          </a:p>
        </p:txBody>
      </p:sp>
      <p:sp>
        <p:nvSpPr>
          <p:cNvPr id="49" name="s3-Rail problem title">
            <a:extLst xmlns:a="http://schemas.openxmlformats.org/drawingml/2006/main">
              <a:ext uri="{FF2B5EF4-FFF2-40B4-BE49-F238E27FC236}">
                <a16:creationId xmlns:a16="http://schemas.microsoft.com/office/drawing/2014/main" id="{4A25582F-30A6-4C34-82C8-C36AA4F1A902}"/>
              </a:ext>
            </a:extLst>
          </p:cNvPr>
          <p:cNvSpPr>
            <a:spLocks xmlns:a="http://schemas.openxmlformats.org/drawingml/2006/main" noGrp="1"/>
          </p:cNvSpPr>
          <p:nvPr/>
        </p:nvSpPr>
        <p:spPr>
          <a:xfrm xmlns:a="http://schemas.openxmlformats.org/drawingml/2006/main">
            <a:off x="12001500" y="2286000"/>
            <a:ext cx="28194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243F"/>
                </a:solidFill>
                <a:latin typeface="Arial"/>
                <a:ea typeface="Arial"/>
                <a:cs typeface="Arial"/>
              </a:defRPr>
            </a:defPPr>
            <a:lvl1pPr algn="l">
              <a:defRPr sz="2100" b="1">
                <a:solidFill>
                  <a:srgbClr val="17243F"/>
                </a:solidFill>
                <a:latin typeface="Arial"/>
                <a:ea typeface="Arial"/>
                <a:cs typeface="Arial"/>
              </a:defRPr>
            </a:lvl1pPr>
            <a:lvl2pPr algn="l">
              <a:defRPr sz="2100" b="1">
                <a:solidFill>
                  <a:srgbClr val="17243F"/>
                </a:solidFill>
                <a:latin typeface="Arial"/>
                <a:ea typeface="Arial"/>
                <a:cs typeface="Arial"/>
              </a:defRPr>
            </a:lvl2pPr>
            <a:lvl3pPr algn="l">
              <a:defRPr sz="2100" b="1">
                <a:solidFill>
                  <a:srgbClr val="17243F"/>
                </a:solidFill>
                <a:latin typeface="Arial"/>
                <a:ea typeface="Arial"/>
                <a:cs typeface="Arial"/>
              </a:defRPr>
            </a:lvl3pPr>
            <a:lvl4pPr algn="l">
              <a:defRPr sz="2100" b="1">
                <a:solidFill>
                  <a:srgbClr val="17243F"/>
                </a:solidFill>
                <a:latin typeface="Arial"/>
                <a:ea typeface="Arial"/>
                <a:cs typeface="Arial"/>
              </a:defRPr>
            </a:lvl4pPr>
            <a:lvl5pPr algn="l">
              <a:defRPr sz="2100" b="1">
                <a:solidFill>
                  <a:srgbClr val="17243F"/>
                </a:solidFill>
                <a:latin typeface="Arial"/>
                <a:ea typeface="Arial"/>
                <a:cs typeface="Arial"/>
              </a:defRPr>
            </a:lvl5pPr>
            <a:lvl6pPr algn="l">
              <a:defRPr sz="2100" b="1">
                <a:solidFill>
                  <a:srgbClr val="17243F"/>
                </a:solidFill>
                <a:latin typeface="Arial"/>
                <a:ea typeface="Arial"/>
                <a:cs typeface="Arial"/>
              </a:defRPr>
            </a:lvl6pPr>
            <a:lvl7pPr algn="l">
              <a:defRPr sz="2100" b="1">
                <a:solidFill>
                  <a:srgbClr val="17243F"/>
                </a:solidFill>
                <a:latin typeface="Arial"/>
                <a:ea typeface="Arial"/>
                <a:cs typeface="Arial"/>
              </a:defRPr>
            </a:lvl7pPr>
            <a:lvl8pPr algn="l">
              <a:defRPr sz="2100" b="1">
                <a:solidFill>
                  <a:srgbClr val="17243F"/>
                </a:solidFill>
                <a:latin typeface="Arial"/>
                <a:ea typeface="Arial"/>
                <a:cs typeface="Arial"/>
              </a:defRPr>
            </a:lvl8pPr>
            <a:lvl9pPr algn="l">
              <a:defRPr sz="2100" b="1">
                <a:solidFill>
                  <a:srgbClr val="17243F"/>
                </a:solidFill>
                <a:latin typeface="Arial"/>
                <a:ea typeface="Arial"/>
                <a:cs typeface="Arial"/>
              </a:defRPr>
            </a:lvl9pPr>
          </a:lstStyle>
          <a:p xmlns:a="http://schemas.openxmlformats.org/drawingml/2006/main">
            <a:pPr algn="l">
              <a:defRPr sz="2100" b="1">
                <a:solidFill>
                  <a:srgbClr val="17243F"/>
                </a:solidFill>
                <a:latin typeface="Arial"/>
                <a:ea typeface="Arial"/>
                <a:cs typeface="Arial"/>
              </a:defRPr>
            </a:pPr>
            <a:r>
              <a:rPr sz="2100" b="1">
                <a:solidFill>
                  <a:srgbClr val="17243F"/>
                </a:solidFill>
                <a:latin typeface="Arial"/>
                <a:ea typeface="Arial"/>
                <a:cs typeface="Arial"/>
              </a:rPr>
              <a:t>Keep judgment</a:t>
            </a:r>
          </a:p>
          <a:p xmlns:a="http://schemas.openxmlformats.org/drawingml/2006/main">
            <a:pPr algn="l">
              <a:defRPr sz="2100" b="1">
                <a:solidFill>
                  <a:srgbClr val="17243F"/>
                </a:solidFill>
                <a:latin typeface="Arial"/>
                <a:ea typeface="Arial"/>
                <a:cs typeface="Arial"/>
              </a:defRPr>
            </a:pPr>
            <a:r>
              <a:rPr sz="2100" b="1">
                <a:solidFill>
                  <a:srgbClr val="17243F"/>
                </a:solidFill>
                <a:latin typeface="Arial"/>
                <a:ea typeface="Arial"/>
                <a:cs typeface="Arial"/>
              </a:rPr>
              <a:t>with the accountant.</a:t>
            </a:r>
          </a:p>
        </p:txBody>
      </p:sp>
      <p:sp>
        <p:nvSpPr>
          <p:cNvPr id="50" name="s3-Rail problem body">
            <a:extLst xmlns:a="http://schemas.openxmlformats.org/drawingml/2006/main">
              <a:ext uri="{FF2B5EF4-FFF2-40B4-BE49-F238E27FC236}">
                <a16:creationId xmlns:a16="http://schemas.microsoft.com/office/drawing/2014/main" id="{7861731B-7316-4F47-BDCC-EB011E27DAEF}"/>
              </a:ext>
            </a:extLst>
          </p:cNvPr>
          <p:cNvSpPr>
            <a:spLocks xmlns:a="http://schemas.openxmlformats.org/drawingml/2006/main" noGrp="1"/>
          </p:cNvSpPr>
          <p:nvPr/>
        </p:nvSpPr>
        <p:spPr>
          <a:xfrm xmlns:a="http://schemas.openxmlformats.org/drawingml/2006/main">
            <a:off x="12001500" y="3152775"/>
            <a:ext cx="2819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75569"/>
                </a:solidFill>
                <a:latin typeface="Arial"/>
                <a:ea typeface="Arial"/>
                <a:cs typeface="Arial"/>
              </a:defRPr>
            </a:defPPr>
            <a:lvl1pPr algn="l">
              <a:defRPr sz="1500" b="0">
                <a:solidFill>
                  <a:srgbClr val="475569"/>
                </a:solidFill>
                <a:latin typeface="Arial"/>
                <a:ea typeface="Arial"/>
                <a:cs typeface="Arial"/>
              </a:defRPr>
            </a:lvl1pPr>
            <a:lvl2pPr algn="l">
              <a:defRPr sz="1500" b="0">
                <a:solidFill>
                  <a:srgbClr val="475569"/>
                </a:solidFill>
                <a:latin typeface="Arial"/>
                <a:ea typeface="Arial"/>
                <a:cs typeface="Arial"/>
              </a:defRPr>
            </a:lvl2pPr>
            <a:lvl3pPr algn="l">
              <a:defRPr sz="1500" b="0">
                <a:solidFill>
                  <a:srgbClr val="475569"/>
                </a:solidFill>
                <a:latin typeface="Arial"/>
                <a:ea typeface="Arial"/>
                <a:cs typeface="Arial"/>
              </a:defRPr>
            </a:lvl3pPr>
            <a:lvl4pPr algn="l">
              <a:defRPr sz="1500" b="0">
                <a:solidFill>
                  <a:srgbClr val="475569"/>
                </a:solidFill>
                <a:latin typeface="Arial"/>
                <a:ea typeface="Arial"/>
                <a:cs typeface="Arial"/>
              </a:defRPr>
            </a:lvl4pPr>
            <a:lvl5pPr algn="l">
              <a:defRPr sz="1500" b="0">
                <a:solidFill>
                  <a:srgbClr val="475569"/>
                </a:solidFill>
                <a:latin typeface="Arial"/>
                <a:ea typeface="Arial"/>
                <a:cs typeface="Arial"/>
              </a:defRPr>
            </a:lvl5pPr>
            <a:lvl6pPr algn="l">
              <a:defRPr sz="1500" b="0">
                <a:solidFill>
                  <a:srgbClr val="475569"/>
                </a:solidFill>
                <a:latin typeface="Arial"/>
                <a:ea typeface="Arial"/>
                <a:cs typeface="Arial"/>
              </a:defRPr>
            </a:lvl6pPr>
            <a:lvl7pPr algn="l">
              <a:defRPr sz="1500" b="0">
                <a:solidFill>
                  <a:srgbClr val="475569"/>
                </a:solidFill>
                <a:latin typeface="Arial"/>
                <a:ea typeface="Arial"/>
                <a:cs typeface="Arial"/>
              </a:defRPr>
            </a:lvl7pPr>
            <a:lvl8pPr algn="l">
              <a:defRPr sz="1500" b="0">
                <a:solidFill>
                  <a:srgbClr val="475569"/>
                </a:solidFill>
                <a:latin typeface="Arial"/>
                <a:ea typeface="Arial"/>
                <a:cs typeface="Arial"/>
              </a:defRPr>
            </a:lvl8pPr>
            <a:lvl9pPr algn="l">
              <a:defRPr sz="1500" b="0">
                <a:solidFill>
                  <a:srgbClr val="475569"/>
                </a:solidFill>
                <a:latin typeface="Arial"/>
                <a:ea typeface="Arial"/>
                <a:cs typeface="Arial"/>
              </a:defRPr>
            </a:lvl9pPr>
          </a:lstStyle>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Ambiguous accounting treatment</a:t>
            </a:r>
          </a:p>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needs evidence and an explicit</a:t>
            </a:r>
          </a:p>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human decision.</a:t>
            </a:r>
          </a:p>
        </p:txBody>
      </p:sp>
      <p:cxnSp>
        <p:nvCxnSpPr>
          <p:cNvPr id="51" name="s3-Rail separator">
            <a:extLst xmlns:a="http://schemas.openxmlformats.org/drawingml/2006/main">
              <a:ext uri="{FF2B5EF4-FFF2-40B4-BE49-F238E27FC236}">
                <a16:creationId xmlns:a16="http://schemas.microsoft.com/office/drawing/2014/main" id="{530A5A4E-F172-4F88-86F4-6E25C480E58B}"/>
              </a:ext>
            </a:extLst>
          </p:cNvPr>
          <p:cNvCxnSpPr/>
          <p:nvPr/>
        </p:nvCxnSpPr>
        <p:spPr>
          <a:xfrm xmlns:a="http://schemas.openxmlformats.org/drawingml/2006/main" flipH="0" flipV="0">
            <a:off x="12001500" y="4171950"/>
            <a:ext cx="2819400" cy="0"/>
          </a:xfrm>
          <a:prstGeom xmlns:a="http://schemas.openxmlformats.org/drawingml/2006/main" prst="straightConnector1">
            <a:avLst/>
          </a:prstGeom>
          <a:ln xmlns:a="http://schemas.openxmlformats.org/drawingml/2006/main" w="9525">
            <a:solidFill>
              <a:srgbClr val="D8E0EB"/>
            </a:solidFill>
            <a:tailEnd type="none" w="sm" len="sm"/>
          </a:ln>
        </p:spPr>
      </p:cxnSp>
      <p:sp>
        <p:nvSpPr>
          <p:cNvPr id="52" name="s3-AI value heading">
            <a:extLst xmlns:a="http://schemas.openxmlformats.org/drawingml/2006/main">
              <a:ext uri="{FF2B5EF4-FFF2-40B4-BE49-F238E27FC236}">
                <a16:creationId xmlns:a16="http://schemas.microsoft.com/office/drawing/2014/main" id="{E804D6B0-C416-43CB-AAB5-23EFAAB301A7}"/>
              </a:ext>
            </a:extLst>
          </p:cNvPr>
          <p:cNvSpPr>
            <a:spLocks xmlns:a="http://schemas.openxmlformats.org/drawingml/2006/main" noGrp="1"/>
          </p:cNvSpPr>
          <p:nvPr/>
        </p:nvSpPr>
        <p:spPr>
          <a:xfrm xmlns:a="http://schemas.openxmlformats.org/drawingml/2006/main">
            <a:off x="12001500" y="43910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5448C8"/>
                </a:solidFill>
                <a:latin typeface="Arial"/>
                <a:ea typeface="Arial"/>
                <a:cs typeface="Arial"/>
              </a:defRPr>
            </a:defPPr>
            <a:lvl1pPr algn="l">
              <a:defRPr sz="1350" b="1">
                <a:solidFill>
                  <a:srgbClr val="5448C8"/>
                </a:solidFill>
                <a:latin typeface="Arial"/>
                <a:ea typeface="Arial"/>
                <a:cs typeface="Arial"/>
              </a:defRPr>
            </a:lvl1pPr>
            <a:lvl2pPr algn="l">
              <a:defRPr sz="1350" b="1">
                <a:solidFill>
                  <a:srgbClr val="5448C8"/>
                </a:solidFill>
                <a:latin typeface="Arial"/>
                <a:ea typeface="Arial"/>
                <a:cs typeface="Arial"/>
              </a:defRPr>
            </a:lvl2pPr>
            <a:lvl3pPr algn="l">
              <a:defRPr sz="1350" b="1">
                <a:solidFill>
                  <a:srgbClr val="5448C8"/>
                </a:solidFill>
                <a:latin typeface="Arial"/>
                <a:ea typeface="Arial"/>
                <a:cs typeface="Arial"/>
              </a:defRPr>
            </a:lvl3pPr>
            <a:lvl4pPr algn="l">
              <a:defRPr sz="1350" b="1">
                <a:solidFill>
                  <a:srgbClr val="5448C8"/>
                </a:solidFill>
                <a:latin typeface="Arial"/>
                <a:ea typeface="Arial"/>
                <a:cs typeface="Arial"/>
              </a:defRPr>
            </a:lvl4pPr>
            <a:lvl5pPr algn="l">
              <a:defRPr sz="1350" b="1">
                <a:solidFill>
                  <a:srgbClr val="5448C8"/>
                </a:solidFill>
                <a:latin typeface="Arial"/>
                <a:ea typeface="Arial"/>
                <a:cs typeface="Arial"/>
              </a:defRPr>
            </a:lvl5pPr>
            <a:lvl6pPr algn="l">
              <a:defRPr sz="1350" b="1">
                <a:solidFill>
                  <a:srgbClr val="5448C8"/>
                </a:solidFill>
                <a:latin typeface="Arial"/>
                <a:ea typeface="Arial"/>
                <a:cs typeface="Arial"/>
              </a:defRPr>
            </a:lvl6pPr>
            <a:lvl7pPr algn="l">
              <a:defRPr sz="1350" b="1">
                <a:solidFill>
                  <a:srgbClr val="5448C8"/>
                </a:solidFill>
                <a:latin typeface="Arial"/>
                <a:ea typeface="Arial"/>
                <a:cs typeface="Arial"/>
              </a:defRPr>
            </a:lvl7pPr>
            <a:lvl8pPr algn="l">
              <a:defRPr sz="1350" b="1">
                <a:solidFill>
                  <a:srgbClr val="5448C8"/>
                </a:solidFill>
                <a:latin typeface="Arial"/>
                <a:ea typeface="Arial"/>
                <a:cs typeface="Arial"/>
              </a:defRPr>
            </a:lvl8pPr>
            <a:lvl9pPr algn="l">
              <a:defRPr sz="1350" b="1">
                <a:solidFill>
                  <a:srgbClr val="5448C8"/>
                </a:solidFill>
                <a:latin typeface="Arial"/>
                <a:ea typeface="Arial"/>
                <a:cs typeface="Arial"/>
              </a:defRPr>
            </a:lvl9pPr>
          </a:lstStyle>
          <a:p xmlns:a="http://schemas.openxmlformats.org/drawingml/2006/main">
            <a:pPr algn="l">
              <a:defRPr sz="1350" b="1">
                <a:solidFill>
                  <a:srgbClr val="5448C8"/>
                </a:solidFill>
                <a:latin typeface="Arial"/>
                <a:ea typeface="Arial"/>
                <a:cs typeface="Arial"/>
              </a:defRPr>
            </a:pPr>
            <a:r>
              <a:rPr sz="1350" b="1">
                <a:solidFill>
                  <a:srgbClr val="5448C8"/>
                </a:solidFill>
                <a:latin typeface="Arial"/>
                <a:ea typeface="Arial"/>
                <a:cs typeface="Arial"/>
              </a:rPr>
              <a:t>AI-AGENT VALUE</a:t>
            </a:r>
          </a:p>
        </p:txBody>
      </p:sp>
      <p:sp>
        <p:nvSpPr>
          <p:cNvPr id="53" name="s3-AI value annotation">
            <a:extLst xmlns:a="http://schemas.openxmlformats.org/drawingml/2006/main">
              <a:ext uri="{FF2B5EF4-FFF2-40B4-BE49-F238E27FC236}">
                <a16:creationId xmlns:a16="http://schemas.microsoft.com/office/drawing/2014/main" id="{0730CBAA-840B-42C2-BF19-C8F0A1257834}"/>
              </a:ext>
            </a:extLst>
          </p:cNvPr>
          <p:cNvSpPr>
            <a:spLocks xmlns:a="http://schemas.openxmlformats.org/drawingml/2006/main" noGrp="1"/>
          </p:cNvSpPr>
          <p:nvPr/>
        </p:nvSpPr>
        <p:spPr>
          <a:xfrm xmlns:a="http://schemas.openxmlformats.org/drawingml/2006/main">
            <a:off x="12001500" y="4733925"/>
            <a:ext cx="2819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7243F"/>
                </a:solidFill>
                <a:latin typeface="Arial"/>
                <a:ea typeface="Arial"/>
                <a:cs typeface="Arial"/>
              </a:defRPr>
            </a:defPPr>
            <a:lvl1pPr algn="l">
              <a:defRPr sz="1575" b="0">
                <a:solidFill>
                  <a:srgbClr val="17243F"/>
                </a:solidFill>
                <a:latin typeface="Arial"/>
                <a:ea typeface="Arial"/>
                <a:cs typeface="Arial"/>
              </a:defRPr>
            </a:lvl1pPr>
            <a:lvl2pPr algn="l">
              <a:defRPr sz="1575" b="0">
                <a:solidFill>
                  <a:srgbClr val="17243F"/>
                </a:solidFill>
                <a:latin typeface="Arial"/>
                <a:ea typeface="Arial"/>
                <a:cs typeface="Arial"/>
              </a:defRPr>
            </a:lvl2pPr>
            <a:lvl3pPr algn="l">
              <a:defRPr sz="1575" b="0">
                <a:solidFill>
                  <a:srgbClr val="17243F"/>
                </a:solidFill>
                <a:latin typeface="Arial"/>
                <a:ea typeface="Arial"/>
                <a:cs typeface="Arial"/>
              </a:defRPr>
            </a:lvl3pPr>
            <a:lvl4pPr algn="l">
              <a:defRPr sz="1575" b="0">
                <a:solidFill>
                  <a:srgbClr val="17243F"/>
                </a:solidFill>
                <a:latin typeface="Arial"/>
                <a:ea typeface="Arial"/>
                <a:cs typeface="Arial"/>
              </a:defRPr>
            </a:lvl4pPr>
            <a:lvl5pPr algn="l">
              <a:defRPr sz="1575" b="0">
                <a:solidFill>
                  <a:srgbClr val="17243F"/>
                </a:solidFill>
                <a:latin typeface="Arial"/>
                <a:ea typeface="Arial"/>
                <a:cs typeface="Arial"/>
              </a:defRPr>
            </a:lvl5pPr>
            <a:lvl6pPr algn="l">
              <a:defRPr sz="1575" b="0">
                <a:solidFill>
                  <a:srgbClr val="17243F"/>
                </a:solidFill>
                <a:latin typeface="Arial"/>
                <a:ea typeface="Arial"/>
                <a:cs typeface="Arial"/>
              </a:defRPr>
            </a:lvl6pPr>
            <a:lvl7pPr algn="l">
              <a:defRPr sz="1575" b="0">
                <a:solidFill>
                  <a:srgbClr val="17243F"/>
                </a:solidFill>
                <a:latin typeface="Arial"/>
                <a:ea typeface="Arial"/>
                <a:cs typeface="Arial"/>
              </a:defRPr>
            </a:lvl7pPr>
            <a:lvl8pPr algn="l">
              <a:defRPr sz="1575" b="0">
                <a:solidFill>
                  <a:srgbClr val="17243F"/>
                </a:solidFill>
                <a:latin typeface="Arial"/>
                <a:ea typeface="Arial"/>
                <a:cs typeface="Arial"/>
              </a:defRPr>
            </a:lvl8pPr>
            <a:lvl9pPr algn="l">
              <a:defRPr sz="1575" b="0">
                <a:solidFill>
                  <a:srgbClr val="17243F"/>
                </a:solidFill>
                <a:latin typeface="Arial"/>
                <a:ea typeface="Arial"/>
                <a:cs typeface="Arial"/>
              </a:defRPr>
            </a:lvl9pPr>
          </a:lstStyle>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Partial: bounded mapping</a:t>
            </a:r>
          </a:p>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advice and an independent</a:t>
            </a:r>
          </a:p>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challenge expose gaps.</a:t>
            </a:r>
          </a:p>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Neither can approve.</a:t>
            </a:r>
          </a:p>
        </p:txBody>
      </p:sp>
      <p:sp>
        <p:nvSpPr>
          <p:cNvPr id="54" name="s3-Beta classification">
            <a:extLst xmlns:a="http://schemas.openxmlformats.org/drawingml/2006/main">
              <a:ext uri="{FF2B5EF4-FFF2-40B4-BE49-F238E27FC236}">
                <a16:creationId xmlns:a16="http://schemas.microsoft.com/office/drawing/2014/main" id="{3D8415DF-4F02-4576-920B-C7E419CD0FA6}"/>
              </a:ext>
            </a:extLst>
          </p:cNvPr>
          <p:cNvSpPr>
            <a:spLocks xmlns:a="http://schemas.openxmlformats.org/drawingml/2006/main" noGrp="1"/>
          </p:cNvSpPr>
          <p:nvPr/>
        </p:nvSpPr>
        <p:spPr>
          <a:xfrm xmlns:a="http://schemas.openxmlformats.org/drawingml/2006/main">
            <a:off x="12001500" y="6057900"/>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A55"/>
                </a:solidFill>
                <a:latin typeface="Arial"/>
                <a:ea typeface="Arial"/>
                <a:cs typeface="Arial"/>
              </a:defRPr>
            </a:defPPr>
            <a:lvl1pPr algn="l">
              <a:defRPr sz="1275" b="1">
                <a:solidFill>
                  <a:srgbClr val="087A55"/>
                </a:solidFill>
                <a:latin typeface="Arial"/>
                <a:ea typeface="Arial"/>
                <a:cs typeface="Arial"/>
              </a:defRPr>
            </a:lvl1pPr>
            <a:lvl2pPr algn="l">
              <a:defRPr sz="1275" b="1">
                <a:solidFill>
                  <a:srgbClr val="087A55"/>
                </a:solidFill>
                <a:latin typeface="Arial"/>
                <a:ea typeface="Arial"/>
                <a:cs typeface="Arial"/>
              </a:defRPr>
            </a:lvl2pPr>
            <a:lvl3pPr algn="l">
              <a:defRPr sz="1275" b="1">
                <a:solidFill>
                  <a:srgbClr val="087A55"/>
                </a:solidFill>
                <a:latin typeface="Arial"/>
                <a:ea typeface="Arial"/>
                <a:cs typeface="Arial"/>
              </a:defRPr>
            </a:lvl3pPr>
            <a:lvl4pPr algn="l">
              <a:defRPr sz="1275" b="1">
                <a:solidFill>
                  <a:srgbClr val="087A55"/>
                </a:solidFill>
                <a:latin typeface="Arial"/>
                <a:ea typeface="Arial"/>
                <a:cs typeface="Arial"/>
              </a:defRPr>
            </a:lvl4pPr>
            <a:lvl5pPr algn="l">
              <a:defRPr sz="1275" b="1">
                <a:solidFill>
                  <a:srgbClr val="087A55"/>
                </a:solidFill>
                <a:latin typeface="Arial"/>
                <a:ea typeface="Arial"/>
                <a:cs typeface="Arial"/>
              </a:defRPr>
            </a:lvl5pPr>
            <a:lvl6pPr algn="l">
              <a:defRPr sz="1275" b="1">
                <a:solidFill>
                  <a:srgbClr val="087A55"/>
                </a:solidFill>
                <a:latin typeface="Arial"/>
                <a:ea typeface="Arial"/>
                <a:cs typeface="Arial"/>
              </a:defRPr>
            </a:lvl6pPr>
            <a:lvl7pPr algn="l">
              <a:defRPr sz="1275" b="1">
                <a:solidFill>
                  <a:srgbClr val="087A55"/>
                </a:solidFill>
                <a:latin typeface="Arial"/>
                <a:ea typeface="Arial"/>
                <a:cs typeface="Arial"/>
              </a:defRPr>
            </a:lvl7pPr>
            <a:lvl8pPr algn="l">
              <a:defRPr sz="1275" b="1">
                <a:solidFill>
                  <a:srgbClr val="087A55"/>
                </a:solidFill>
                <a:latin typeface="Arial"/>
                <a:ea typeface="Arial"/>
                <a:cs typeface="Arial"/>
              </a:defRPr>
            </a:lvl8pPr>
            <a:lvl9pPr algn="l">
              <a:defRPr sz="1275" b="1">
                <a:solidFill>
                  <a:srgbClr val="087A55"/>
                </a:solidFill>
                <a:latin typeface="Arial"/>
                <a:ea typeface="Arial"/>
                <a:cs typeface="Arial"/>
              </a:defRPr>
            </a:lvl9pPr>
          </a:lstStyle>
          <a:p xmlns:a="http://schemas.openxmlformats.org/drawingml/2006/main">
            <a:pPr algn="l">
              <a:defRPr sz="1275" b="1">
                <a:solidFill>
                  <a:srgbClr val="087A55"/>
                </a:solidFill>
                <a:latin typeface="Arial"/>
                <a:ea typeface="Arial"/>
                <a:cs typeface="Arial"/>
              </a:defRPr>
            </a:pPr>
            <a:r>
              <a:rPr sz="1275" b="1">
                <a:solidFill>
                  <a:srgbClr val="087A55"/>
                </a:solidFill>
                <a:latin typeface="Arial"/>
                <a:ea typeface="Arial"/>
                <a:cs typeface="Arial"/>
              </a:rPr>
              <a:t>Beta Implemented</a:t>
            </a:r>
          </a:p>
        </p:txBody>
      </p:sp>
      <p:sp>
        <p:nvSpPr>
          <p:cNvPr id="55" name="s3-Beta classified capabilities">
            <a:extLst xmlns:a="http://schemas.openxmlformats.org/drawingml/2006/main">
              <a:ext uri="{FF2B5EF4-FFF2-40B4-BE49-F238E27FC236}">
                <a16:creationId xmlns:a16="http://schemas.microsoft.com/office/drawing/2014/main" id="{2675F2AB-89D8-4444-81AD-80CDB50DA385}"/>
              </a:ext>
            </a:extLst>
          </p:cNvPr>
          <p:cNvSpPr>
            <a:spLocks xmlns:a="http://schemas.openxmlformats.org/drawingml/2006/main" noGrp="1"/>
          </p:cNvSpPr>
          <p:nvPr/>
        </p:nvSpPr>
        <p:spPr>
          <a:xfrm xmlns:a="http://schemas.openxmlformats.org/drawingml/2006/main">
            <a:off x="12001500" y="6362700"/>
            <a:ext cx="28194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Mapping rules, human decisions</a:t>
            </a:r>
          </a:p>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and version-bound plan approval.</a:t>
            </a:r>
          </a:p>
        </p:txBody>
      </p:sp>
      <p:sp>
        <p:nvSpPr>
          <p:cNvPr id="56" name="s3-Other classification">
            <a:extLst xmlns:a="http://schemas.openxmlformats.org/drawingml/2006/main">
              <a:ext uri="{FF2B5EF4-FFF2-40B4-BE49-F238E27FC236}">
                <a16:creationId xmlns:a16="http://schemas.microsoft.com/office/drawing/2014/main" id="{B7854518-63C7-40D3-9941-042F43D4DB62}"/>
              </a:ext>
            </a:extLst>
          </p:cNvPr>
          <p:cNvSpPr>
            <a:spLocks xmlns:a="http://schemas.openxmlformats.org/drawingml/2006/main" noGrp="1"/>
          </p:cNvSpPr>
          <p:nvPr/>
        </p:nvSpPr>
        <p:spPr>
          <a:xfrm xmlns:a="http://schemas.openxmlformats.org/drawingml/2006/main">
            <a:off x="12001500" y="7010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448C8"/>
                </a:solidFill>
                <a:latin typeface="Arial"/>
                <a:ea typeface="Arial"/>
                <a:cs typeface="Arial"/>
              </a:defRPr>
            </a:defPPr>
            <a:lvl1pPr algn="l">
              <a:defRPr sz="1275" b="1">
                <a:solidFill>
                  <a:srgbClr val="5448C8"/>
                </a:solidFill>
                <a:latin typeface="Arial"/>
                <a:ea typeface="Arial"/>
                <a:cs typeface="Arial"/>
              </a:defRPr>
            </a:lvl1pPr>
            <a:lvl2pPr algn="l">
              <a:defRPr sz="1275" b="1">
                <a:solidFill>
                  <a:srgbClr val="5448C8"/>
                </a:solidFill>
                <a:latin typeface="Arial"/>
                <a:ea typeface="Arial"/>
                <a:cs typeface="Arial"/>
              </a:defRPr>
            </a:lvl2pPr>
            <a:lvl3pPr algn="l">
              <a:defRPr sz="1275" b="1">
                <a:solidFill>
                  <a:srgbClr val="5448C8"/>
                </a:solidFill>
                <a:latin typeface="Arial"/>
                <a:ea typeface="Arial"/>
                <a:cs typeface="Arial"/>
              </a:defRPr>
            </a:lvl3pPr>
            <a:lvl4pPr algn="l">
              <a:defRPr sz="1275" b="1">
                <a:solidFill>
                  <a:srgbClr val="5448C8"/>
                </a:solidFill>
                <a:latin typeface="Arial"/>
                <a:ea typeface="Arial"/>
                <a:cs typeface="Arial"/>
              </a:defRPr>
            </a:lvl4pPr>
            <a:lvl5pPr algn="l">
              <a:defRPr sz="1275" b="1">
                <a:solidFill>
                  <a:srgbClr val="5448C8"/>
                </a:solidFill>
                <a:latin typeface="Arial"/>
                <a:ea typeface="Arial"/>
                <a:cs typeface="Arial"/>
              </a:defRPr>
            </a:lvl5pPr>
            <a:lvl6pPr algn="l">
              <a:defRPr sz="1275" b="1">
                <a:solidFill>
                  <a:srgbClr val="5448C8"/>
                </a:solidFill>
                <a:latin typeface="Arial"/>
                <a:ea typeface="Arial"/>
                <a:cs typeface="Arial"/>
              </a:defRPr>
            </a:lvl6pPr>
            <a:lvl7pPr algn="l">
              <a:defRPr sz="1275" b="1">
                <a:solidFill>
                  <a:srgbClr val="5448C8"/>
                </a:solidFill>
                <a:latin typeface="Arial"/>
                <a:ea typeface="Arial"/>
                <a:cs typeface="Arial"/>
              </a:defRPr>
            </a:lvl7pPr>
            <a:lvl8pPr algn="l">
              <a:defRPr sz="1275" b="1">
                <a:solidFill>
                  <a:srgbClr val="5448C8"/>
                </a:solidFill>
                <a:latin typeface="Arial"/>
                <a:ea typeface="Arial"/>
                <a:cs typeface="Arial"/>
              </a:defRPr>
            </a:lvl8pPr>
            <a:lvl9pPr algn="l">
              <a:defRPr sz="1275" b="1">
                <a:solidFill>
                  <a:srgbClr val="5448C8"/>
                </a:solidFill>
                <a:latin typeface="Arial"/>
                <a:ea typeface="Arial"/>
                <a:cs typeface="Arial"/>
              </a:defRPr>
            </a:lvl9pPr>
          </a:lstStyle>
          <a:p xmlns:a="http://schemas.openxmlformats.org/drawingml/2006/main">
            <a:pPr algn="l">
              <a:defRPr sz="1275" b="1">
                <a:solidFill>
                  <a:srgbClr val="5448C8"/>
                </a:solidFill>
                <a:latin typeface="Arial"/>
                <a:ea typeface="Arial"/>
                <a:cs typeface="Arial"/>
              </a:defRPr>
            </a:pPr>
            <a:r>
              <a:rPr sz="1275" b="1">
                <a:solidFill>
                  <a:srgbClr val="5448C8"/>
                </a:solidFill>
                <a:latin typeface="Arial"/>
                <a:ea typeface="Arial"/>
                <a:cs typeface="Arial"/>
              </a:rPr>
              <a:t>Partial / Proposed</a:t>
            </a:r>
          </a:p>
        </p:txBody>
      </p:sp>
      <p:sp>
        <p:nvSpPr>
          <p:cNvPr id="57" name="s3-Other classified capabilities">
            <a:extLst xmlns:a="http://schemas.openxmlformats.org/drawingml/2006/main">
              <a:ext uri="{FF2B5EF4-FFF2-40B4-BE49-F238E27FC236}">
                <a16:creationId xmlns:a16="http://schemas.microsoft.com/office/drawing/2014/main" id="{55BDB198-C1F7-48E8-919E-3196C620D025}"/>
              </a:ext>
            </a:extLst>
          </p:cNvPr>
          <p:cNvSpPr>
            <a:spLocks xmlns:a="http://schemas.openxmlformats.org/drawingml/2006/main" noGrp="1"/>
          </p:cNvSpPr>
          <p:nvPr/>
        </p:nvSpPr>
        <p:spPr>
          <a:xfrm xmlns:a="http://schemas.openxmlformats.org/drawingml/2006/main">
            <a:off x="12001500" y="7296150"/>
            <a:ext cx="2819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Advisor / Reviewer live pending;</a:t>
            </a:r>
          </a:p>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new compact review layout.</a:t>
            </a:r>
          </a:p>
        </p:txBody>
      </p:sp>
    </p:spTree>
    <p:extLst>
      <p:ext uri="{BB962C8B-B14F-4D97-AF65-F5344CB8AC3E}">
        <p14:creationId xmlns:p14="http://schemas.microsoft.com/office/powerpoint/2010/main" val="1076158551"/>
      </p:ext>
    </p:extLst>
  </p:cSld>
</p:sld>
</file>

<file path=ppt/slides/slide4.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49" name="s4-Slide title">
            <a:extLst xmlns:a="http://schemas.openxmlformats.org/drawingml/2006/main">
              <a:ext uri="{FF2B5EF4-FFF2-40B4-BE49-F238E27FC236}">
                <a16:creationId xmlns:a16="http://schemas.microsoft.com/office/drawing/2014/main" id="{4ABC6802-E361-4DF8-A02B-96B0666CC941}"/>
              </a:ext>
            </a:extLst>
          </p:cNvPr>
          <p:cNvSpPr>
            <a:spLocks xmlns:a="http://schemas.openxmlformats.org/drawingml/2006/main" noGrp="1"/>
          </p:cNvSpPr>
          <p:nvPr/>
        </p:nvSpPr>
        <p:spPr>
          <a:xfrm xmlns:a="http://schemas.openxmlformats.org/drawingml/2006/main">
            <a:off x="419100" y="314325"/>
            <a:ext cx="112204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17243F"/>
                </a:solidFill>
                <a:latin typeface="Arial"/>
                <a:ea typeface="Arial"/>
                <a:cs typeface="Arial"/>
              </a:defRPr>
            </a:defPPr>
            <a:lvl1pPr algn="l">
              <a:defRPr sz="3150" b="1">
                <a:solidFill>
                  <a:srgbClr val="17243F"/>
                </a:solidFill>
                <a:latin typeface="Arial"/>
                <a:ea typeface="Arial"/>
                <a:cs typeface="Arial"/>
              </a:defRPr>
            </a:lvl1pPr>
            <a:lvl2pPr algn="l">
              <a:defRPr sz="3150" b="1">
                <a:solidFill>
                  <a:srgbClr val="17243F"/>
                </a:solidFill>
                <a:latin typeface="Arial"/>
                <a:ea typeface="Arial"/>
                <a:cs typeface="Arial"/>
              </a:defRPr>
            </a:lvl2pPr>
            <a:lvl3pPr algn="l">
              <a:defRPr sz="3150" b="1">
                <a:solidFill>
                  <a:srgbClr val="17243F"/>
                </a:solidFill>
                <a:latin typeface="Arial"/>
                <a:ea typeface="Arial"/>
                <a:cs typeface="Arial"/>
              </a:defRPr>
            </a:lvl3pPr>
            <a:lvl4pPr algn="l">
              <a:defRPr sz="3150" b="1">
                <a:solidFill>
                  <a:srgbClr val="17243F"/>
                </a:solidFill>
                <a:latin typeface="Arial"/>
                <a:ea typeface="Arial"/>
                <a:cs typeface="Arial"/>
              </a:defRPr>
            </a:lvl4pPr>
            <a:lvl5pPr algn="l">
              <a:defRPr sz="3150" b="1">
                <a:solidFill>
                  <a:srgbClr val="17243F"/>
                </a:solidFill>
                <a:latin typeface="Arial"/>
                <a:ea typeface="Arial"/>
                <a:cs typeface="Arial"/>
              </a:defRPr>
            </a:lvl5pPr>
            <a:lvl6pPr algn="l">
              <a:defRPr sz="3150" b="1">
                <a:solidFill>
                  <a:srgbClr val="17243F"/>
                </a:solidFill>
                <a:latin typeface="Arial"/>
                <a:ea typeface="Arial"/>
                <a:cs typeface="Arial"/>
              </a:defRPr>
            </a:lvl6pPr>
            <a:lvl7pPr algn="l">
              <a:defRPr sz="3150" b="1">
                <a:solidFill>
                  <a:srgbClr val="17243F"/>
                </a:solidFill>
                <a:latin typeface="Arial"/>
                <a:ea typeface="Arial"/>
                <a:cs typeface="Arial"/>
              </a:defRPr>
            </a:lvl7pPr>
            <a:lvl8pPr algn="l">
              <a:defRPr sz="3150" b="1">
                <a:solidFill>
                  <a:srgbClr val="17243F"/>
                </a:solidFill>
                <a:latin typeface="Arial"/>
                <a:ea typeface="Arial"/>
                <a:cs typeface="Arial"/>
              </a:defRPr>
            </a:lvl8pPr>
            <a:lvl9pPr algn="l">
              <a:defRPr sz="3150" b="1">
                <a:solidFill>
                  <a:srgbClr val="17243F"/>
                </a:solidFill>
                <a:latin typeface="Arial"/>
                <a:ea typeface="Arial"/>
                <a:cs typeface="Arial"/>
              </a:defRPr>
            </a:lvl9pPr>
          </a:lstStyle>
          <a:p xmlns:a="http://schemas.openxmlformats.org/drawingml/2006/main">
            <a:pPr algn="l">
              <a:defRPr sz="3150" b="1">
                <a:solidFill>
                  <a:srgbClr val="17243F"/>
                </a:solidFill>
                <a:latin typeface="Arial"/>
                <a:ea typeface="Arial"/>
                <a:cs typeface="Arial"/>
              </a:defRPr>
            </a:pPr>
            <a:r>
              <a:rPr sz="3150" b="1">
                <a:solidFill>
                  <a:srgbClr val="17243F"/>
                </a:solidFill>
                <a:latin typeface="Arial"/>
                <a:ea typeface="Arial"/>
                <a:cs typeface="Arial"/>
              </a:rPr>
              <a:t>04  Migration &amp; Exception Resolution</a:t>
            </a:r>
          </a:p>
        </p:txBody>
      </p:sp>
      <p:sp>
        <p:nvSpPr>
          <p:cNvPr id="2" name="s4-Customer goal">
            <a:extLst xmlns:a="http://schemas.openxmlformats.org/drawingml/2006/main">
              <a:ext uri="{FF2B5EF4-FFF2-40B4-BE49-F238E27FC236}">
                <a16:creationId xmlns:a16="http://schemas.microsoft.com/office/drawing/2014/main" id="{3F991A1B-929A-44C9-86C6-FB70AE10662C}"/>
              </a:ext>
            </a:extLst>
          </p:cNvPr>
          <p:cNvSpPr>
            <a:spLocks xmlns:a="http://schemas.openxmlformats.org/drawingml/2006/main" noGrp="1"/>
          </p:cNvSpPr>
          <p:nvPr/>
        </p:nvSpPr>
        <p:spPr>
          <a:xfrm xmlns:a="http://schemas.openxmlformats.org/drawingml/2006/main">
            <a:off x="419100" y="990600"/>
            <a:ext cx="11220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75569"/>
                </a:solidFill>
                <a:latin typeface="Arial"/>
                <a:ea typeface="Arial"/>
                <a:cs typeface="Arial"/>
              </a:defRPr>
            </a:defPPr>
            <a:lvl1pPr algn="l">
              <a:defRPr sz="1650" b="0">
                <a:solidFill>
                  <a:srgbClr val="475569"/>
                </a:solidFill>
                <a:latin typeface="Arial"/>
                <a:ea typeface="Arial"/>
                <a:cs typeface="Arial"/>
              </a:defRPr>
            </a:lvl1pPr>
            <a:lvl2pPr algn="l">
              <a:defRPr sz="1650" b="0">
                <a:solidFill>
                  <a:srgbClr val="475569"/>
                </a:solidFill>
                <a:latin typeface="Arial"/>
                <a:ea typeface="Arial"/>
                <a:cs typeface="Arial"/>
              </a:defRPr>
            </a:lvl2pPr>
            <a:lvl3pPr algn="l">
              <a:defRPr sz="1650" b="0">
                <a:solidFill>
                  <a:srgbClr val="475569"/>
                </a:solidFill>
                <a:latin typeface="Arial"/>
                <a:ea typeface="Arial"/>
                <a:cs typeface="Arial"/>
              </a:defRPr>
            </a:lvl3pPr>
            <a:lvl4pPr algn="l">
              <a:defRPr sz="1650" b="0">
                <a:solidFill>
                  <a:srgbClr val="475569"/>
                </a:solidFill>
                <a:latin typeface="Arial"/>
                <a:ea typeface="Arial"/>
                <a:cs typeface="Arial"/>
              </a:defRPr>
            </a:lvl4pPr>
            <a:lvl5pPr algn="l">
              <a:defRPr sz="1650" b="0">
                <a:solidFill>
                  <a:srgbClr val="475569"/>
                </a:solidFill>
                <a:latin typeface="Arial"/>
                <a:ea typeface="Arial"/>
                <a:cs typeface="Arial"/>
              </a:defRPr>
            </a:lvl5pPr>
            <a:lvl6pPr algn="l">
              <a:defRPr sz="1650" b="0">
                <a:solidFill>
                  <a:srgbClr val="475569"/>
                </a:solidFill>
                <a:latin typeface="Arial"/>
                <a:ea typeface="Arial"/>
                <a:cs typeface="Arial"/>
              </a:defRPr>
            </a:lvl6pPr>
            <a:lvl7pPr algn="l">
              <a:defRPr sz="1650" b="0">
                <a:solidFill>
                  <a:srgbClr val="475569"/>
                </a:solidFill>
                <a:latin typeface="Arial"/>
                <a:ea typeface="Arial"/>
                <a:cs typeface="Arial"/>
              </a:defRPr>
            </a:lvl7pPr>
            <a:lvl8pPr algn="l">
              <a:defRPr sz="1650" b="0">
                <a:solidFill>
                  <a:srgbClr val="475569"/>
                </a:solidFill>
                <a:latin typeface="Arial"/>
                <a:ea typeface="Arial"/>
                <a:cs typeface="Arial"/>
              </a:defRPr>
            </a:lvl8pPr>
            <a:lvl9pPr algn="l">
              <a:defRPr sz="1650" b="0">
                <a:solidFill>
                  <a:srgbClr val="475569"/>
                </a:solidFill>
                <a:latin typeface="Arial"/>
                <a:ea typeface="Arial"/>
                <a:cs typeface="Arial"/>
              </a:defRPr>
            </a:lvl9pPr>
          </a:lstStyle>
          <a:p xmlns:a="http://schemas.openxmlformats.org/drawingml/2006/main">
            <a:pPr algn="l">
              <a:defRPr sz="1650" b="0">
                <a:solidFill>
                  <a:srgbClr val="475569"/>
                </a:solidFill>
                <a:latin typeface="Arial"/>
                <a:ea typeface="Arial"/>
                <a:cs typeface="Arial"/>
              </a:defRPr>
            </a:pPr>
            <a:r>
              <a:rPr sz="1650" b="0">
                <a:solidFill>
                  <a:srgbClr val="475569"/>
                </a:solidFill>
                <a:latin typeface="Arial"/>
                <a:ea typeface="Arial"/>
                <a:cs typeface="Arial"/>
              </a:rPr>
              <a:t>Goal: Resolve a paused batch without losing completed work.</a:t>
            </a:r>
          </a:p>
        </p:txBody>
      </p:sp>
      <p:sp>
        <p:nvSpPr>
          <p:cNvPr id="3" name="s4-Artifact classification">
            <a:extLst xmlns:a="http://schemas.openxmlformats.org/drawingml/2006/main">
              <a:ext uri="{FF2B5EF4-FFF2-40B4-BE49-F238E27FC236}">
                <a16:creationId xmlns:a16="http://schemas.microsoft.com/office/drawing/2014/main" id="{A3C1DCD7-51E0-42F6-9046-6B0C3407FE4D}"/>
              </a:ext>
            </a:extLst>
          </p:cNvPr>
          <p:cNvSpPr>
            <a:spLocks xmlns:a="http://schemas.openxmlformats.org/drawingml/2006/main" noGrp="1"/>
          </p:cNvSpPr>
          <p:nvPr/>
        </p:nvSpPr>
        <p:spPr>
          <a:xfrm xmlns:a="http://schemas.openxmlformats.org/drawingml/2006/main">
            <a:off x="12001500" y="428625"/>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4748B"/>
                </a:solidFill>
                <a:latin typeface="Arial"/>
                <a:ea typeface="Arial"/>
                <a:cs typeface="Arial"/>
              </a:defRPr>
            </a:defPPr>
            <a:lvl1pPr algn="l">
              <a:defRPr sz="1275" b="1">
                <a:solidFill>
                  <a:srgbClr val="64748B"/>
                </a:solidFill>
                <a:latin typeface="Arial"/>
                <a:ea typeface="Arial"/>
                <a:cs typeface="Arial"/>
              </a:defRPr>
            </a:lvl1pPr>
            <a:lvl2pPr algn="l">
              <a:defRPr sz="1275" b="1">
                <a:solidFill>
                  <a:srgbClr val="64748B"/>
                </a:solidFill>
                <a:latin typeface="Arial"/>
                <a:ea typeface="Arial"/>
                <a:cs typeface="Arial"/>
              </a:defRPr>
            </a:lvl2pPr>
            <a:lvl3pPr algn="l">
              <a:defRPr sz="1275" b="1">
                <a:solidFill>
                  <a:srgbClr val="64748B"/>
                </a:solidFill>
                <a:latin typeface="Arial"/>
                <a:ea typeface="Arial"/>
                <a:cs typeface="Arial"/>
              </a:defRPr>
            </a:lvl3pPr>
            <a:lvl4pPr algn="l">
              <a:defRPr sz="1275" b="1">
                <a:solidFill>
                  <a:srgbClr val="64748B"/>
                </a:solidFill>
                <a:latin typeface="Arial"/>
                <a:ea typeface="Arial"/>
                <a:cs typeface="Arial"/>
              </a:defRPr>
            </a:lvl4pPr>
            <a:lvl5pPr algn="l">
              <a:defRPr sz="1275" b="1">
                <a:solidFill>
                  <a:srgbClr val="64748B"/>
                </a:solidFill>
                <a:latin typeface="Arial"/>
                <a:ea typeface="Arial"/>
                <a:cs typeface="Arial"/>
              </a:defRPr>
            </a:lvl5pPr>
            <a:lvl6pPr algn="l">
              <a:defRPr sz="1275" b="1">
                <a:solidFill>
                  <a:srgbClr val="64748B"/>
                </a:solidFill>
                <a:latin typeface="Arial"/>
                <a:ea typeface="Arial"/>
                <a:cs typeface="Arial"/>
              </a:defRPr>
            </a:lvl6pPr>
            <a:lvl7pPr algn="l">
              <a:defRPr sz="1275" b="1">
                <a:solidFill>
                  <a:srgbClr val="64748B"/>
                </a:solidFill>
                <a:latin typeface="Arial"/>
                <a:ea typeface="Arial"/>
                <a:cs typeface="Arial"/>
              </a:defRPr>
            </a:lvl7pPr>
            <a:lvl8pPr algn="l">
              <a:defRPr sz="1275" b="1">
                <a:solidFill>
                  <a:srgbClr val="64748B"/>
                </a:solidFill>
                <a:latin typeface="Arial"/>
                <a:ea typeface="Arial"/>
                <a:cs typeface="Arial"/>
              </a:defRPr>
            </a:lvl8pPr>
            <a:lvl9pPr algn="l">
              <a:defRPr sz="1275" b="1">
                <a:solidFill>
                  <a:srgbClr val="64748B"/>
                </a:solidFill>
                <a:latin typeface="Arial"/>
                <a:ea typeface="Arial"/>
                <a:cs typeface="Arial"/>
              </a:defRPr>
            </a:lvl9pPr>
          </a:lstStyle>
          <a:p xmlns:a="http://schemas.openxmlformats.org/drawingml/2006/main">
            <a:pPr algn="l">
              <a:defRPr sz="1275" b="1">
                <a:solidFill>
                  <a:srgbClr val="64748B"/>
                </a:solidFill>
                <a:latin typeface="Arial"/>
                <a:ea typeface="Arial"/>
                <a:cs typeface="Arial"/>
              </a:defRPr>
            </a:pPr>
            <a:r>
              <a:rPr sz="1275" b="1">
                <a:solidFill>
                  <a:srgbClr val="64748B"/>
                </a:solidFill>
                <a:latin typeface="Arial"/>
                <a:ea typeface="Arial"/>
                <a:cs typeface="Arial"/>
              </a:rPr>
              <a:t>PROPOSED LAYOUT</a:t>
            </a:r>
          </a:p>
        </p:txBody>
      </p:sp>
      <p:sp>
        <p:nvSpPr>
          <p:cNvPr id="4" name="s4-Artifact type">
            <a:extLst xmlns:a="http://schemas.openxmlformats.org/drawingml/2006/main">
              <a:ext uri="{FF2B5EF4-FFF2-40B4-BE49-F238E27FC236}">
                <a16:creationId xmlns:a16="http://schemas.microsoft.com/office/drawing/2014/main" id="{5F753B8D-AAB3-469F-97C2-9D449C91D70C}"/>
              </a:ext>
            </a:extLst>
          </p:cNvPr>
          <p:cNvSpPr>
            <a:spLocks xmlns:a="http://schemas.openxmlformats.org/drawingml/2006/main" noGrp="1"/>
          </p:cNvSpPr>
          <p:nvPr/>
        </p:nvSpPr>
        <p:spPr>
          <a:xfrm xmlns:a="http://schemas.openxmlformats.org/drawingml/2006/main">
            <a:off x="12001500" y="723900"/>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Editable product mockup</a:t>
            </a:r>
          </a:p>
        </p:txBody>
      </p:sp>
      <p:sp>
        <p:nvSpPr>
          <p:cNvPr id="5" name="s4-Application frame">
            <a:extLst xmlns:a="http://schemas.openxmlformats.org/drawingml/2006/main">
              <a:ext uri="{FF2B5EF4-FFF2-40B4-BE49-F238E27FC236}">
                <a16:creationId xmlns:a16="http://schemas.microsoft.com/office/drawing/2014/main" id="{318E0632-8DC3-4349-883D-314F667917C0}"/>
              </a:ext>
            </a:extLst>
          </p:cNvPr>
          <p:cNvSpPr>
            <a:spLocks xmlns:a="http://schemas.openxmlformats.org/drawingml/2006/main" noGrp="1"/>
          </p:cNvSpPr>
          <p:nvPr/>
        </p:nvSpPr>
        <p:spPr>
          <a:xfrm xmlns:a="http://schemas.openxmlformats.org/drawingml/2006/main">
            <a:off x="419100" y="1543050"/>
            <a:ext cx="11239500" cy="6191250"/>
          </a:xfrm>
          <a:prstGeom xmlns:a="http://schemas.openxmlformats.org/drawingml/2006/main" prst="roundRect">
            <a:avLst>
              <a:gd name="adj" fmla="val 1231"/>
            </a:avLst>
          </a:prstGeom>
          <a:solidFill xmlns:a="http://schemas.openxmlformats.org/drawingml/2006/main">
            <a:srgbClr val="F7F9FC"/>
          </a:solidFill>
          <a:ln xmlns:a="http://schemas.openxmlformats.org/drawingml/2006/main" w="9525">
            <a:solidFill>
              <a:srgbClr val="D8E0EB"/>
            </a:solidFill>
            <a:prstDash val="solid"/>
          </a:ln>
        </p:spPr>
      </p:sp>
      <p:sp>
        <p:nvSpPr>
          <p:cNvPr id="6" name="s4-Application header">
            <a:extLst xmlns:a="http://schemas.openxmlformats.org/drawingml/2006/main">
              <a:ext uri="{FF2B5EF4-FFF2-40B4-BE49-F238E27FC236}">
                <a16:creationId xmlns:a16="http://schemas.microsoft.com/office/drawing/2014/main" id="{C7727308-E31F-4BE5-865A-2D69F7DEFDE8}"/>
              </a:ext>
            </a:extLst>
          </p:cNvPr>
          <p:cNvSpPr>
            <a:spLocks xmlns:a="http://schemas.openxmlformats.org/drawingml/2006/main" noGrp="1"/>
          </p:cNvSpPr>
          <p:nvPr/>
        </p:nvSpPr>
        <p:spPr>
          <a:xfrm xmlns:a="http://schemas.openxmlformats.org/drawingml/2006/main">
            <a:off x="428625" y="1552575"/>
            <a:ext cx="11220450" cy="552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7" name="s4-Brand mark">
            <a:extLst xmlns:a="http://schemas.openxmlformats.org/drawingml/2006/main">
              <a:ext uri="{FF2B5EF4-FFF2-40B4-BE49-F238E27FC236}">
                <a16:creationId xmlns:a16="http://schemas.microsoft.com/office/drawing/2014/main" id="{A6301C0C-8BB0-433E-82AA-350E081FFEA1}"/>
              </a:ext>
            </a:extLst>
          </p:cNvPr>
          <p:cNvSpPr>
            <a:spLocks xmlns:a="http://schemas.openxmlformats.org/drawingml/2006/main" noGrp="1"/>
          </p:cNvSpPr>
          <p:nvPr/>
        </p:nvSpPr>
        <p:spPr>
          <a:xfrm xmlns:a="http://schemas.openxmlformats.org/drawingml/2006/main">
            <a:off x="704850" y="1685925"/>
            <a:ext cx="285750" cy="285750"/>
          </a:xfrm>
          <a:prstGeom xmlns:a="http://schemas.openxmlformats.org/drawingml/2006/main" prst="roundRect">
            <a:avLst>
              <a:gd name="adj" fmla="val 26667"/>
            </a:avLst>
          </a:prstGeom>
          <a:solidFill xmlns:a="http://schemas.openxmlformats.org/drawingml/2006/main">
            <a:srgbClr val="155EEF"/>
          </a:solidFill>
          <a:ln xmlns:a="http://schemas.openxmlformats.org/drawingml/2006/main" w="0">
            <a:noFill/>
            <a:prstDash val="solid"/>
          </a:ln>
        </p:spPr>
      </p:sp>
      <p:sp>
        <p:nvSpPr>
          <p:cNvPr id="8" name="s4-Brand initial">
            <a:extLst xmlns:a="http://schemas.openxmlformats.org/drawingml/2006/main">
              <a:ext uri="{FF2B5EF4-FFF2-40B4-BE49-F238E27FC236}">
                <a16:creationId xmlns:a16="http://schemas.microsoft.com/office/drawing/2014/main" id="{8D72C459-B46B-49FF-83E8-E9E7DF29B4EC}"/>
              </a:ext>
            </a:extLst>
          </p:cNvPr>
          <p:cNvSpPr>
            <a:spLocks xmlns:a="http://schemas.openxmlformats.org/drawingml/2006/main" noGrp="1"/>
          </p:cNvSpPr>
          <p:nvPr/>
        </p:nvSpPr>
        <p:spPr>
          <a:xfrm xmlns:a="http://schemas.openxmlformats.org/drawingml/2006/main">
            <a:off x="762000" y="1714500"/>
            <a:ext cx="171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vl1pPr algn="ctr">
              <a:defRPr sz="1425" b="1">
                <a:solidFill>
                  <a:srgbClr val="FFFFFF"/>
                </a:solidFill>
                <a:latin typeface="Arial"/>
                <a:ea typeface="Arial"/>
                <a:cs typeface="Arial"/>
              </a:defRPr>
            </a:lvl1pPr>
            <a:lvl2pPr algn="ctr">
              <a:defRPr sz="1425" b="1">
                <a:solidFill>
                  <a:srgbClr val="FFFFFF"/>
                </a:solidFill>
                <a:latin typeface="Arial"/>
                <a:ea typeface="Arial"/>
                <a:cs typeface="Arial"/>
              </a:defRPr>
            </a:lvl2pPr>
            <a:lvl3pPr algn="ctr">
              <a:defRPr sz="1425" b="1">
                <a:solidFill>
                  <a:srgbClr val="FFFFFF"/>
                </a:solidFill>
                <a:latin typeface="Arial"/>
                <a:ea typeface="Arial"/>
                <a:cs typeface="Arial"/>
              </a:defRPr>
            </a:lvl3pPr>
            <a:lvl4pPr algn="ctr">
              <a:defRPr sz="1425" b="1">
                <a:solidFill>
                  <a:srgbClr val="FFFFFF"/>
                </a:solidFill>
                <a:latin typeface="Arial"/>
                <a:ea typeface="Arial"/>
                <a:cs typeface="Arial"/>
              </a:defRPr>
            </a:lvl4pPr>
            <a:lvl5pPr algn="ctr">
              <a:defRPr sz="1425" b="1">
                <a:solidFill>
                  <a:srgbClr val="FFFFFF"/>
                </a:solidFill>
                <a:latin typeface="Arial"/>
                <a:ea typeface="Arial"/>
                <a:cs typeface="Arial"/>
              </a:defRPr>
            </a:lvl5pPr>
            <a:lvl6pPr algn="ctr">
              <a:defRPr sz="1425" b="1">
                <a:solidFill>
                  <a:srgbClr val="FFFFFF"/>
                </a:solidFill>
                <a:latin typeface="Arial"/>
                <a:ea typeface="Arial"/>
                <a:cs typeface="Arial"/>
              </a:defRPr>
            </a:lvl6pPr>
            <a:lvl7pPr algn="ctr">
              <a:defRPr sz="1425" b="1">
                <a:solidFill>
                  <a:srgbClr val="FFFFFF"/>
                </a:solidFill>
                <a:latin typeface="Arial"/>
                <a:ea typeface="Arial"/>
                <a:cs typeface="Arial"/>
              </a:defRPr>
            </a:lvl7pPr>
            <a:lvl8pPr algn="ctr">
              <a:defRPr sz="1425" b="1">
                <a:solidFill>
                  <a:srgbClr val="FFFFFF"/>
                </a:solidFill>
                <a:latin typeface="Arial"/>
                <a:ea typeface="Arial"/>
                <a:cs typeface="Arial"/>
              </a:defRPr>
            </a:lvl8pPr>
            <a:lvl9pPr algn="ctr">
              <a:defRPr sz="1425" b="1">
                <a:solidFill>
                  <a:srgbClr val="FFFFFF"/>
                </a:solidFill>
                <a:latin typeface="Arial"/>
                <a:ea typeface="Arial"/>
                <a:cs typeface="Arial"/>
              </a:defRPr>
            </a:lvl9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M</a:t>
            </a:r>
          </a:p>
        </p:txBody>
      </p:sp>
      <p:sp>
        <p:nvSpPr>
          <p:cNvPr id="9" name="s4-Brand wordmark">
            <a:extLst xmlns:a="http://schemas.openxmlformats.org/drawingml/2006/main">
              <a:ext uri="{FF2B5EF4-FFF2-40B4-BE49-F238E27FC236}">
                <a16:creationId xmlns:a16="http://schemas.microsoft.com/office/drawing/2014/main" id="{F23650B5-AD94-4AEA-8DCA-DD6C8612B790}"/>
              </a:ext>
            </a:extLst>
          </p:cNvPr>
          <p:cNvSpPr>
            <a:spLocks xmlns:a="http://schemas.openxmlformats.org/drawingml/2006/main" noGrp="1"/>
          </p:cNvSpPr>
          <p:nvPr/>
        </p:nvSpPr>
        <p:spPr>
          <a:xfrm xmlns:a="http://schemas.openxmlformats.org/drawingml/2006/main">
            <a:off x="1095375" y="1714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11827"/>
                </a:solidFill>
                <a:latin typeface="Arial"/>
                <a:ea typeface="Arial"/>
                <a:cs typeface="Arial"/>
              </a:defRPr>
            </a:defPPr>
            <a:lvl1pPr algn="l">
              <a:defRPr sz="1575" b="1">
                <a:solidFill>
                  <a:srgbClr val="111827"/>
                </a:solidFill>
                <a:latin typeface="Arial"/>
                <a:ea typeface="Arial"/>
                <a:cs typeface="Arial"/>
              </a:defRPr>
            </a:lvl1pPr>
            <a:lvl2pPr algn="l">
              <a:defRPr sz="1575" b="1">
                <a:solidFill>
                  <a:srgbClr val="111827"/>
                </a:solidFill>
                <a:latin typeface="Arial"/>
                <a:ea typeface="Arial"/>
                <a:cs typeface="Arial"/>
              </a:defRPr>
            </a:lvl2pPr>
            <a:lvl3pPr algn="l">
              <a:defRPr sz="1575" b="1">
                <a:solidFill>
                  <a:srgbClr val="111827"/>
                </a:solidFill>
                <a:latin typeface="Arial"/>
                <a:ea typeface="Arial"/>
                <a:cs typeface="Arial"/>
              </a:defRPr>
            </a:lvl3pPr>
            <a:lvl4pPr algn="l">
              <a:defRPr sz="1575" b="1">
                <a:solidFill>
                  <a:srgbClr val="111827"/>
                </a:solidFill>
                <a:latin typeface="Arial"/>
                <a:ea typeface="Arial"/>
                <a:cs typeface="Arial"/>
              </a:defRPr>
            </a:lvl4pPr>
            <a:lvl5pPr algn="l">
              <a:defRPr sz="1575" b="1">
                <a:solidFill>
                  <a:srgbClr val="111827"/>
                </a:solidFill>
                <a:latin typeface="Arial"/>
                <a:ea typeface="Arial"/>
                <a:cs typeface="Arial"/>
              </a:defRPr>
            </a:lvl5pPr>
            <a:lvl6pPr algn="l">
              <a:defRPr sz="1575" b="1">
                <a:solidFill>
                  <a:srgbClr val="111827"/>
                </a:solidFill>
                <a:latin typeface="Arial"/>
                <a:ea typeface="Arial"/>
                <a:cs typeface="Arial"/>
              </a:defRPr>
            </a:lvl6pPr>
            <a:lvl7pPr algn="l">
              <a:defRPr sz="1575" b="1">
                <a:solidFill>
                  <a:srgbClr val="111827"/>
                </a:solidFill>
                <a:latin typeface="Arial"/>
                <a:ea typeface="Arial"/>
                <a:cs typeface="Arial"/>
              </a:defRPr>
            </a:lvl7pPr>
            <a:lvl8pPr algn="l">
              <a:defRPr sz="1575" b="1">
                <a:solidFill>
                  <a:srgbClr val="111827"/>
                </a:solidFill>
                <a:latin typeface="Arial"/>
                <a:ea typeface="Arial"/>
                <a:cs typeface="Arial"/>
              </a:defRPr>
            </a:lvl8pPr>
            <a:lvl9pPr algn="l">
              <a:defRPr sz="1575" b="1">
                <a:solidFill>
                  <a:srgbClr val="111827"/>
                </a:solidFill>
                <a:latin typeface="Arial"/>
                <a:ea typeface="Arial"/>
                <a:cs typeface="Arial"/>
              </a:defRPr>
            </a:lvl9pPr>
          </a:lstStyle>
          <a:p xmlns:a="http://schemas.openxmlformats.org/drawingml/2006/main">
            <a:pPr algn="l">
              <a:defRPr sz="1575" b="1">
                <a:solidFill>
                  <a:srgbClr val="111827"/>
                </a:solidFill>
                <a:latin typeface="Arial"/>
                <a:ea typeface="Arial"/>
                <a:cs typeface="Arial"/>
              </a:defRPr>
            </a:pPr>
            <a:r>
              <a:rPr sz="1575" b="1">
                <a:solidFill>
                  <a:srgbClr val="111827"/>
                </a:solidFill>
                <a:latin typeface="Arial"/>
                <a:ea typeface="Arial"/>
                <a:cs typeface="Arial"/>
              </a:rPr>
              <a:t>MoveBooks AI</a:t>
            </a:r>
          </a:p>
        </p:txBody>
      </p:sp>
      <p:sp>
        <p:nvSpPr>
          <p:cNvPr id="10" name="s4-Top navigation">
            <a:extLst xmlns:a="http://schemas.openxmlformats.org/drawingml/2006/main">
              <a:ext uri="{FF2B5EF4-FFF2-40B4-BE49-F238E27FC236}">
                <a16:creationId xmlns:a16="http://schemas.microsoft.com/office/drawing/2014/main" id="{31200B7E-FB4F-416D-9CA5-2DF5DFD1ADE5}"/>
              </a:ext>
            </a:extLst>
          </p:cNvPr>
          <p:cNvSpPr>
            <a:spLocks xmlns:a="http://schemas.openxmlformats.org/drawingml/2006/main" noGrp="1"/>
          </p:cNvSpPr>
          <p:nvPr/>
        </p:nvSpPr>
        <p:spPr>
          <a:xfrm xmlns:a="http://schemas.openxmlformats.org/drawingml/2006/main">
            <a:off x="7200900" y="1743075"/>
            <a:ext cx="4133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475569"/>
                </a:solidFill>
                <a:latin typeface="Arial"/>
                <a:ea typeface="Arial"/>
                <a:cs typeface="Arial"/>
              </a:defRPr>
            </a:defPPr>
            <a:lvl1pPr algn="l">
              <a:defRPr sz="1275" b="0">
                <a:solidFill>
                  <a:srgbClr val="475569"/>
                </a:solidFill>
                <a:latin typeface="Arial"/>
                <a:ea typeface="Arial"/>
                <a:cs typeface="Arial"/>
              </a:defRPr>
            </a:lvl1pPr>
            <a:lvl2pPr algn="l">
              <a:defRPr sz="1275" b="0">
                <a:solidFill>
                  <a:srgbClr val="475569"/>
                </a:solidFill>
                <a:latin typeface="Arial"/>
                <a:ea typeface="Arial"/>
                <a:cs typeface="Arial"/>
              </a:defRPr>
            </a:lvl2pPr>
            <a:lvl3pPr algn="l">
              <a:defRPr sz="1275" b="0">
                <a:solidFill>
                  <a:srgbClr val="475569"/>
                </a:solidFill>
                <a:latin typeface="Arial"/>
                <a:ea typeface="Arial"/>
                <a:cs typeface="Arial"/>
              </a:defRPr>
            </a:lvl3pPr>
            <a:lvl4pPr algn="l">
              <a:defRPr sz="1275" b="0">
                <a:solidFill>
                  <a:srgbClr val="475569"/>
                </a:solidFill>
                <a:latin typeface="Arial"/>
                <a:ea typeface="Arial"/>
                <a:cs typeface="Arial"/>
              </a:defRPr>
            </a:lvl4pPr>
            <a:lvl5pPr algn="l">
              <a:defRPr sz="1275" b="0">
                <a:solidFill>
                  <a:srgbClr val="475569"/>
                </a:solidFill>
                <a:latin typeface="Arial"/>
                <a:ea typeface="Arial"/>
                <a:cs typeface="Arial"/>
              </a:defRPr>
            </a:lvl5pPr>
            <a:lvl6pPr algn="l">
              <a:defRPr sz="1275" b="0">
                <a:solidFill>
                  <a:srgbClr val="475569"/>
                </a:solidFill>
                <a:latin typeface="Arial"/>
                <a:ea typeface="Arial"/>
                <a:cs typeface="Arial"/>
              </a:defRPr>
            </a:lvl6pPr>
            <a:lvl7pPr algn="l">
              <a:defRPr sz="1275" b="0">
                <a:solidFill>
                  <a:srgbClr val="475569"/>
                </a:solidFill>
                <a:latin typeface="Arial"/>
                <a:ea typeface="Arial"/>
                <a:cs typeface="Arial"/>
              </a:defRPr>
            </a:lvl7pPr>
            <a:lvl8pPr algn="l">
              <a:defRPr sz="1275" b="0">
                <a:solidFill>
                  <a:srgbClr val="475569"/>
                </a:solidFill>
                <a:latin typeface="Arial"/>
                <a:ea typeface="Arial"/>
                <a:cs typeface="Arial"/>
              </a:defRPr>
            </a:lvl8pPr>
            <a:lvl9pPr algn="l">
              <a:defRPr sz="1275" b="0">
                <a:solidFill>
                  <a:srgbClr val="475569"/>
                </a:solidFill>
                <a:latin typeface="Arial"/>
                <a:ea typeface="Arial"/>
                <a:cs typeface="Arial"/>
              </a:defRPr>
            </a:lvl9pPr>
          </a:lstStyle>
          <a:p xmlns:a="http://schemas.openxmlformats.org/drawingml/2006/main">
            <a:pPr algn="l">
              <a:defRPr sz="1275" b="0">
                <a:solidFill>
                  <a:srgbClr val="475569"/>
                </a:solidFill>
                <a:latin typeface="Arial"/>
                <a:ea typeface="Arial"/>
                <a:cs typeface="Arial"/>
              </a:defRPr>
            </a:pPr>
            <a:r>
              <a:rPr sz="1275" b="0">
                <a:solidFill>
                  <a:srgbClr val="475569"/>
                </a:solidFill>
                <a:latin typeface="Arial"/>
                <a:ea typeface="Arial"/>
                <a:cs typeface="Arial"/>
              </a:rPr>
              <a:t>My Migration        Play        Help        Account</a:t>
            </a:r>
          </a:p>
        </p:txBody>
      </p:sp>
      <p:cxnSp>
        <p:nvCxnSpPr>
          <p:cNvPr id="11" name="s4-App header divider">
            <a:extLst xmlns:a="http://schemas.openxmlformats.org/drawingml/2006/main">
              <a:ext uri="{FF2B5EF4-FFF2-40B4-BE49-F238E27FC236}">
                <a16:creationId xmlns:a16="http://schemas.microsoft.com/office/drawing/2014/main" id="{79AEA98C-7110-4D81-BDAD-891A04DEFBCE}"/>
              </a:ext>
            </a:extLst>
          </p:cNvPr>
          <p:cNvCxnSpPr/>
          <p:nvPr/>
        </p:nvCxnSpPr>
        <p:spPr>
          <a:xfrm xmlns:a="http://schemas.openxmlformats.org/drawingml/2006/main" flipH="0" flipV="0">
            <a:off x="428625" y="2105025"/>
            <a:ext cx="11220450" cy="0"/>
          </a:xfrm>
          <a:prstGeom xmlns:a="http://schemas.openxmlformats.org/drawingml/2006/main" prst="straightConnector1">
            <a:avLst/>
          </a:prstGeom>
          <a:ln xmlns:a="http://schemas.openxmlformats.org/drawingml/2006/main" w="9525">
            <a:solidFill>
              <a:srgbClr val="D8E0EB"/>
            </a:solidFill>
            <a:tailEnd type="none" w="sm" len="sm"/>
          </a:ln>
        </p:spPr>
      </p:cxnSp>
      <p:sp>
        <p:nvSpPr>
          <p:cNvPr id="12" name="s4-Phase Understand">
            <a:extLst xmlns:a="http://schemas.openxmlformats.org/drawingml/2006/main">
              <a:ext uri="{FF2B5EF4-FFF2-40B4-BE49-F238E27FC236}">
                <a16:creationId xmlns:a16="http://schemas.microsoft.com/office/drawing/2014/main" id="{CE754F27-09A1-4FB3-97B2-09A46000EC2D}"/>
              </a:ext>
            </a:extLst>
          </p:cNvPr>
          <p:cNvSpPr>
            <a:spLocks xmlns:a="http://schemas.openxmlformats.org/drawingml/2006/main" noGrp="1"/>
          </p:cNvSpPr>
          <p:nvPr/>
        </p:nvSpPr>
        <p:spPr>
          <a:xfrm xmlns:a="http://schemas.openxmlformats.org/drawingml/2006/main">
            <a:off x="762000"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87A55"/>
                </a:solidFill>
                <a:latin typeface="Arial"/>
                <a:ea typeface="Arial"/>
                <a:cs typeface="Arial"/>
              </a:defRPr>
            </a:defPPr>
            <a:lvl1pPr algn="l">
              <a:defRPr sz="1350" b="0">
                <a:solidFill>
                  <a:srgbClr val="087A55"/>
                </a:solidFill>
                <a:latin typeface="Arial"/>
                <a:ea typeface="Arial"/>
                <a:cs typeface="Arial"/>
              </a:defRPr>
            </a:lvl1pPr>
            <a:lvl2pPr algn="l">
              <a:defRPr sz="1350" b="0">
                <a:solidFill>
                  <a:srgbClr val="087A55"/>
                </a:solidFill>
                <a:latin typeface="Arial"/>
                <a:ea typeface="Arial"/>
                <a:cs typeface="Arial"/>
              </a:defRPr>
            </a:lvl2pPr>
            <a:lvl3pPr algn="l">
              <a:defRPr sz="1350" b="0">
                <a:solidFill>
                  <a:srgbClr val="087A55"/>
                </a:solidFill>
                <a:latin typeface="Arial"/>
                <a:ea typeface="Arial"/>
                <a:cs typeface="Arial"/>
              </a:defRPr>
            </a:lvl3pPr>
            <a:lvl4pPr algn="l">
              <a:defRPr sz="1350" b="0">
                <a:solidFill>
                  <a:srgbClr val="087A55"/>
                </a:solidFill>
                <a:latin typeface="Arial"/>
                <a:ea typeface="Arial"/>
                <a:cs typeface="Arial"/>
              </a:defRPr>
            </a:lvl4pPr>
            <a:lvl5pPr algn="l">
              <a:defRPr sz="1350" b="0">
                <a:solidFill>
                  <a:srgbClr val="087A55"/>
                </a:solidFill>
                <a:latin typeface="Arial"/>
                <a:ea typeface="Arial"/>
                <a:cs typeface="Arial"/>
              </a:defRPr>
            </a:lvl5pPr>
            <a:lvl6pPr algn="l">
              <a:defRPr sz="1350" b="0">
                <a:solidFill>
                  <a:srgbClr val="087A55"/>
                </a:solidFill>
                <a:latin typeface="Arial"/>
                <a:ea typeface="Arial"/>
                <a:cs typeface="Arial"/>
              </a:defRPr>
            </a:lvl6pPr>
            <a:lvl7pPr algn="l">
              <a:defRPr sz="1350" b="0">
                <a:solidFill>
                  <a:srgbClr val="087A55"/>
                </a:solidFill>
                <a:latin typeface="Arial"/>
                <a:ea typeface="Arial"/>
                <a:cs typeface="Arial"/>
              </a:defRPr>
            </a:lvl7pPr>
            <a:lvl8pPr algn="l">
              <a:defRPr sz="1350" b="0">
                <a:solidFill>
                  <a:srgbClr val="087A55"/>
                </a:solidFill>
                <a:latin typeface="Arial"/>
                <a:ea typeface="Arial"/>
                <a:cs typeface="Arial"/>
              </a:defRPr>
            </a:lvl8pPr>
            <a:lvl9pPr algn="l">
              <a:defRPr sz="1350" b="0">
                <a:solidFill>
                  <a:srgbClr val="087A55"/>
                </a:solidFill>
                <a:latin typeface="Arial"/>
                <a:ea typeface="Arial"/>
                <a:cs typeface="Arial"/>
              </a:defRPr>
            </a:lvl9pPr>
          </a:lstStyle>
          <a:p xmlns:a="http://schemas.openxmlformats.org/drawingml/2006/main">
            <a:pPr algn="l">
              <a:defRPr sz="1350" b="0">
                <a:solidFill>
                  <a:srgbClr val="087A55"/>
                </a:solidFill>
                <a:latin typeface="Arial"/>
                <a:ea typeface="Arial"/>
                <a:cs typeface="Arial"/>
              </a:defRPr>
            </a:pPr>
            <a:r>
              <a:rPr sz="1350" b="0">
                <a:solidFill>
                  <a:srgbClr val="087A55"/>
                </a:solidFill>
                <a:latin typeface="Arial"/>
                <a:ea typeface="Arial"/>
                <a:cs typeface="Arial"/>
              </a:rPr>
              <a:t>✓  Understand</a:t>
            </a:r>
          </a:p>
        </p:txBody>
      </p:sp>
      <p:sp>
        <p:nvSpPr>
          <p:cNvPr id="13" name="s4-Phase Prepare">
            <a:extLst xmlns:a="http://schemas.openxmlformats.org/drawingml/2006/main">
              <a:ext uri="{FF2B5EF4-FFF2-40B4-BE49-F238E27FC236}">
                <a16:creationId xmlns:a16="http://schemas.microsoft.com/office/drawing/2014/main" id="{68F9F50E-5991-45E5-891F-EB05F9F7153B}"/>
              </a:ext>
            </a:extLst>
          </p:cNvPr>
          <p:cNvSpPr>
            <a:spLocks xmlns:a="http://schemas.openxmlformats.org/drawingml/2006/main" noGrp="1"/>
          </p:cNvSpPr>
          <p:nvPr/>
        </p:nvSpPr>
        <p:spPr>
          <a:xfrm xmlns:a="http://schemas.openxmlformats.org/drawingml/2006/main">
            <a:off x="2867025"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87A55"/>
                </a:solidFill>
                <a:latin typeface="Arial"/>
                <a:ea typeface="Arial"/>
                <a:cs typeface="Arial"/>
              </a:defRPr>
            </a:defPPr>
            <a:lvl1pPr algn="l">
              <a:defRPr sz="1350" b="0">
                <a:solidFill>
                  <a:srgbClr val="087A55"/>
                </a:solidFill>
                <a:latin typeface="Arial"/>
                <a:ea typeface="Arial"/>
                <a:cs typeface="Arial"/>
              </a:defRPr>
            </a:lvl1pPr>
            <a:lvl2pPr algn="l">
              <a:defRPr sz="1350" b="0">
                <a:solidFill>
                  <a:srgbClr val="087A55"/>
                </a:solidFill>
                <a:latin typeface="Arial"/>
                <a:ea typeface="Arial"/>
                <a:cs typeface="Arial"/>
              </a:defRPr>
            </a:lvl2pPr>
            <a:lvl3pPr algn="l">
              <a:defRPr sz="1350" b="0">
                <a:solidFill>
                  <a:srgbClr val="087A55"/>
                </a:solidFill>
                <a:latin typeface="Arial"/>
                <a:ea typeface="Arial"/>
                <a:cs typeface="Arial"/>
              </a:defRPr>
            </a:lvl3pPr>
            <a:lvl4pPr algn="l">
              <a:defRPr sz="1350" b="0">
                <a:solidFill>
                  <a:srgbClr val="087A55"/>
                </a:solidFill>
                <a:latin typeface="Arial"/>
                <a:ea typeface="Arial"/>
                <a:cs typeface="Arial"/>
              </a:defRPr>
            </a:lvl4pPr>
            <a:lvl5pPr algn="l">
              <a:defRPr sz="1350" b="0">
                <a:solidFill>
                  <a:srgbClr val="087A55"/>
                </a:solidFill>
                <a:latin typeface="Arial"/>
                <a:ea typeface="Arial"/>
                <a:cs typeface="Arial"/>
              </a:defRPr>
            </a:lvl5pPr>
            <a:lvl6pPr algn="l">
              <a:defRPr sz="1350" b="0">
                <a:solidFill>
                  <a:srgbClr val="087A55"/>
                </a:solidFill>
                <a:latin typeface="Arial"/>
                <a:ea typeface="Arial"/>
                <a:cs typeface="Arial"/>
              </a:defRPr>
            </a:lvl6pPr>
            <a:lvl7pPr algn="l">
              <a:defRPr sz="1350" b="0">
                <a:solidFill>
                  <a:srgbClr val="087A55"/>
                </a:solidFill>
                <a:latin typeface="Arial"/>
                <a:ea typeface="Arial"/>
                <a:cs typeface="Arial"/>
              </a:defRPr>
            </a:lvl7pPr>
            <a:lvl8pPr algn="l">
              <a:defRPr sz="1350" b="0">
                <a:solidFill>
                  <a:srgbClr val="087A55"/>
                </a:solidFill>
                <a:latin typeface="Arial"/>
                <a:ea typeface="Arial"/>
                <a:cs typeface="Arial"/>
              </a:defRPr>
            </a:lvl8pPr>
            <a:lvl9pPr algn="l">
              <a:defRPr sz="1350" b="0">
                <a:solidFill>
                  <a:srgbClr val="087A55"/>
                </a:solidFill>
                <a:latin typeface="Arial"/>
                <a:ea typeface="Arial"/>
                <a:cs typeface="Arial"/>
              </a:defRPr>
            </a:lvl9pPr>
          </a:lstStyle>
          <a:p xmlns:a="http://schemas.openxmlformats.org/drawingml/2006/main">
            <a:pPr algn="l">
              <a:defRPr sz="1350" b="0">
                <a:solidFill>
                  <a:srgbClr val="087A55"/>
                </a:solidFill>
                <a:latin typeface="Arial"/>
                <a:ea typeface="Arial"/>
                <a:cs typeface="Arial"/>
              </a:defRPr>
            </a:pPr>
            <a:r>
              <a:rPr sz="1350" b="0">
                <a:solidFill>
                  <a:srgbClr val="087A55"/>
                </a:solidFill>
                <a:latin typeface="Arial"/>
                <a:ea typeface="Arial"/>
                <a:cs typeface="Arial"/>
              </a:rPr>
              <a:t>✓  Prepare</a:t>
            </a:r>
          </a:p>
        </p:txBody>
      </p:sp>
      <p:sp>
        <p:nvSpPr>
          <p:cNvPr id="14" name="s4-Phase Move">
            <a:extLst xmlns:a="http://schemas.openxmlformats.org/drawingml/2006/main">
              <a:ext uri="{FF2B5EF4-FFF2-40B4-BE49-F238E27FC236}">
                <a16:creationId xmlns:a16="http://schemas.microsoft.com/office/drawing/2014/main" id="{753E69E0-01D9-4379-9384-6F7038865AB1}"/>
              </a:ext>
            </a:extLst>
          </p:cNvPr>
          <p:cNvSpPr>
            <a:spLocks xmlns:a="http://schemas.openxmlformats.org/drawingml/2006/main" noGrp="1"/>
          </p:cNvSpPr>
          <p:nvPr/>
        </p:nvSpPr>
        <p:spPr>
          <a:xfrm xmlns:a="http://schemas.openxmlformats.org/drawingml/2006/main">
            <a:off x="4972050"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55EEF"/>
                </a:solidFill>
                <a:latin typeface="Arial"/>
                <a:ea typeface="Arial"/>
                <a:cs typeface="Arial"/>
              </a:defRPr>
            </a:defPPr>
            <a:lvl1pPr algn="l">
              <a:defRPr sz="1350" b="1">
                <a:solidFill>
                  <a:srgbClr val="155EEF"/>
                </a:solidFill>
                <a:latin typeface="Arial"/>
                <a:ea typeface="Arial"/>
                <a:cs typeface="Arial"/>
              </a:defRPr>
            </a:lvl1pPr>
            <a:lvl2pPr algn="l">
              <a:defRPr sz="1350" b="1">
                <a:solidFill>
                  <a:srgbClr val="155EEF"/>
                </a:solidFill>
                <a:latin typeface="Arial"/>
                <a:ea typeface="Arial"/>
                <a:cs typeface="Arial"/>
              </a:defRPr>
            </a:lvl2pPr>
            <a:lvl3pPr algn="l">
              <a:defRPr sz="1350" b="1">
                <a:solidFill>
                  <a:srgbClr val="155EEF"/>
                </a:solidFill>
                <a:latin typeface="Arial"/>
                <a:ea typeface="Arial"/>
                <a:cs typeface="Arial"/>
              </a:defRPr>
            </a:lvl3pPr>
            <a:lvl4pPr algn="l">
              <a:defRPr sz="1350" b="1">
                <a:solidFill>
                  <a:srgbClr val="155EEF"/>
                </a:solidFill>
                <a:latin typeface="Arial"/>
                <a:ea typeface="Arial"/>
                <a:cs typeface="Arial"/>
              </a:defRPr>
            </a:lvl4pPr>
            <a:lvl5pPr algn="l">
              <a:defRPr sz="1350" b="1">
                <a:solidFill>
                  <a:srgbClr val="155EEF"/>
                </a:solidFill>
                <a:latin typeface="Arial"/>
                <a:ea typeface="Arial"/>
                <a:cs typeface="Arial"/>
              </a:defRPr>
            </a:lvl5pPr>
            <a:lvl6pPr algn="l">
              <a:defRPr sz="1350" b="1">
                <a:solidFill>
                  <a:srgbClr val="155EEF"/>
                </a:solidFill>
                <a:latin typeface="Arial"/>
                <a:ea typeface="Arial"/>
                <a:cs typeface="Arial"/>
              </a:defRPr>
            </a:lvl6pPr>
            <a:lvl7pPr algn="l">
              <a:defRPr sz="1350" b="1">
                <a:solidFill>
                  <a:srgbClr val="155EEF"/>
                </a:solidFill>
                <a:latin typeface="Arial"/>
                <a:ea typeface="Arial"/>
                <a:cs typeface="Arial"/>
              </a:defRPr>
            </a:lvl7pPr>
            <a:lvl8pPr algn="l">
              <a:defRPr sz="1350" b="1">
                <a:solidFill>
                  <a:srgbClr val="155EEF"/>
                </a:solidFill>
                <a:latin typeface="Arial"/>
                <a:ea typeface="Arial"/>
                <a:cs typeface="Arial"/>
              </a:defRPr>
            </a:lvl8pPr>
            <a:lvl9pPr algn="l">
              <a:defRPr sz="1350" b="1">
                <a:solidFill>
                  <a:srgbClr val="155EEF"/>
                </a:solidFill>
                <a:latin typeface="Arial"/>
                <a:ea typeface="Arial"/>
                <a:cs typeface="Arial"/>
              </a:defRPr>
            </a:lvl9pPr>
          </a:lstStyle>
          <a:p xmlns:a="http://schemas.openxmlformats.org/drawingml/2006/main">
            <a:pPr algn="l">
              <a:defRPr sz="1350" b="1">
                <a:solidFill>
                  <a:srgbClr val="155EEF"/>
                </a:solidFill>
                <a:latin typeface="Arial"/>
                <a:ea typeface="Arial"/>
                <a:cs typeface="Arial"/>
              </a:defRPr>
            </a:pPr>
            <a:r>
              <a:rPr sz="1350" b="1">
                <a:solidFill>
                  <a:srgbClr val="155EEF"/>
                </a:solidFill>
                <a:latin typeface="Arial"/>
                <a:ea typeface="Arial"/>
                <a:cs typeface="Arial"/>
              </a:rPr>
              <a:t>Move</a:t>
            </a:r>
          </a:p>
        </p:txBody>
      </p:sp>
      <p:sp>
        <p:nvSpPr>
          <p:cNvPr id="15" name="s4-Current phase underline">
            <a:extLst xmlns:a="http://schemas.openxmlformats.org/drawingml/2006/main">
              <a:ext uri="{FF2B5EF4-FFF2-40B4-BE49-F238E27FC236}">
                <a16:creationId xmlns:a16="http://schemas.microsoft.com/office/drawing/2014/main" id="{FADD85AE-C908-44FF-809B-8EB98446D4E0}"/>
              </a:ext>
            </a:extLst>
          </p:cNvPr>
          <p:cNvSpPr>
            <a:spLocks xmlns:a="http://schemas.openxmlformats.org/drawingml/2006/main" noGrp="1"/>
          </p:cNvSpPr>
          <p:nvPr/>
        </p:nvSpPr>
        <p:spPr>
          <a:xfrm xmlns:a="http://schemas.openxmlformats.org/drawingml/2006/main">
            <a:off x="4972050" y="2628900"/>
            <a:ext cx="1857375" cy="28575"/>
          </a:xfrm>
          <a:prstGeom xmlns:a="http://schemas.openxmlformats.org/drawingml/2006/main" prst="rect">
            <a:avLst/>
          </a:prstGeom>
          <a:solidFill xmlns:a="http://schemas.openxmlformats.org/drawingml/2006/main">
            <a:srgbClr val="155EEF"/>
          </a:solidFill>
          <a:ln xmlns:a="http://schemas.openxmlformats.org/drawingml/2006/main" w="0">
            <a:noFill/>
            <a:prstDash val="solid"/>
          </a:ln>
        </p:spPr>
      </p:sp>
      <p:sp>
        <p:nvSpPr>
          <p:cNvPr id="16" name="s4-Phase Verify">
            <a:extLst xmlns:a="http://schemas.openxmlformats.org/drawingml/2006/main">
              <a:ext uri="{FF2B5EF4-FFF2-40B4-BE49-F238E27FC236}">
                <a16:creationId xmlns:a16="http://schemas.microsoft.com/office/drawing/2014/main" id="{CD1E8CE4-3769-4FD4-8751-0DCCED8539F6}"/>
              </a:ext>
            </a:extLst>
          </p:cNvPr>
          <p:cNvSpPr>
            <a:spLocks xmlns:a="http://schemas.openxmlformats.org/drawingml/2006/main" noGrp="1"/>
          </p:cNvSpPr>
          <p:nvPr/>
        </p:nvSpPr>
        <p:spPr>
          <a:xfrm xmlns:a="http://schemas.openxmlformats.org/drawingml/2006/main">
            <a:off x="7077075"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4748B"/>
                </a:solidFill>
                <a:latin typeface="Arial"/>
                <a:ea typeface="Arial"/>
                <a:cs typeface="Arial"/>
              </a:defRPr>
            </a:defPPr>
            <a:lvl1pPr algn="l">
              <a:defRPr sz="1350" b="0">
                <a:solidFill>
                  <a:srgbClr val="64748B"/>
                </a:solidFill>
                <a:latin typeface="Arial"/>
                <a:ea typeface="Arial"/>
                <a:cs typeface="Arial"/>
              </a:defRPr>
            </a:lvl1pPr>
            <a:lvl2pPr algn="l">
              <a:defRPr sz="1350" b="0">
                <a:solidFill>
                  <a:srgbClr val="64748B"/>
                </a:solidFill>
                <a:latin typeface="Arial"/>
                <a:ea typeface="Arial"/>
                <a:cs typeface="Arial"/>
              </a:defRPr>
            </a:lvl2pPr>
            <a:lvl3pPr algn="l">
              <a:defRPr sz="1350" b="0">
                <a:solidFill>
                  <a:srgbClr val="64748B"/>
                </a:solidFill>
                <a:latin typeface="Arial"/>
                <a:ea typeface="Arial"/>
                <a:cs typeface="Arial"/>
              </a:defRPr>
            </a:lvl3pPr>
            <a:lvl4pPr algn="l">
              <a:defRPr sz="1350" b="0">
                <a:solidFill>
                  <a:srgbClr val="64748B"/>
                </a:solidFill>
                <a:latin typeface="Arial"/>
                <a:ea typeface="Arial"/>
                <a:cs typeface="Arial"/>
              </a:defRPr>
            </a:lvl4pPr>
            <a:lvl5pPr algn="l">
              <a:defRPr sz="1350" b="0">
                <a:solidFill>
                  <a:srgbClr val="64748B"/>
                </a:solidFill>
                <a:latin typeface="Arial"/>
                <a:ea typeface="Arial"/>
                <a:cs typeface="Arial"/>
              </a:defRPr>
            </a:lvl5pPr>
            <a:lvl6pPr algn="l">
              <a:defRPr sz="1350" b="0">
                <a:solidFill>
                  <a:srgbClr val="64748B"/>
                </a:solidFill>
                <a:latin typeface="Arial"/>
                <a:ea typeface="Arial"/>
                <a:cs typeface="Arial"/>
              </a:defRPr>
            </a:lvl6pPr>
            <a:lvl7pPr algn="l">
              <a:defRPr sz="1350" b="0">
                <a:solidFill>
                  <a:srgbClr val="64748B"/>
                </a:solidFill>
                <a:latin typeface="Arial"/>
                <a:ea typeface="Arial"/>
                <a:cs typeface="Arial"/>
              </a:defRPr>
            </a:lvl7pPr>
            <a:lvl8pPr algn="l">
              <a:defRPr sz="1350" b="0">
                <a:solidFill>
                  <a:srgbClr val="64748B"/>
                </a:solidFill>
                <a:latin typeface="Arial"/>
                <a:ea typeface="Arial"/>
                <a:cs typeface="Arial"/>
              </a:defRPr>
            </a:lvl8pPr>
            <a:lvl9pPr algn="l">
              <a:defRPr sz="1350" b="0">
                <a:solidFill>
                  <a:srgbClr val="64748B"/>
                </a:solidFill>
                <a:latin typeface="Arial"/>
                <a:ea typeface="Arial"/>
                <a:cs typeface="Arial"/>
              </a:defRPr>
            </a:lvl9pPr>
          </a:lstStyle>
          <a:p xmlns:a="http://schemas.openxmlformats.org/drawingml/2006/main">
            <a:pPr algn="l">
              <a:defRPr sz="1350" b="0">
                <a:solidFill>
                  <a:srgbClr val="64748B"/>
                </a:solidFill>
                <a:latin typeface="Arial"/>
                <a:ea typeface="Arial"/>
                <a:cs typeface="Arial"/>
              </a:defRPr>
            </a:pPr>
            <a:r>
              <a:rPr sz="1350" b="0">
                <a:solidFill>
                  <a:srgbClr val="64748B"/>
                </a:solidFill>
                <a:latin typeface="Arial"/>
                <a:ea typeface="Arial"/>
                <a:cs typeface="Arial"/>
              </a:rPr>
              <a:t>Verify</a:t>
            </a:r>
          </a:p>
        </p:txBody>
      </p:sp>
      <p:sp>
        <p:nvSpPr>
          <p:cNvPr id="17" name="s4-Phase Start">
            <a:extLst xmlns:a="http://schemas.openxmlformats.org/drawingml/2006/main">
              <a:ext uri="{FF2B5EF4-FFF2-40B4-BE49-F238E27FC236}">
                <a16:creationId xmlns:a16="http://schemas.microsoft.com/office/drawing/2014/main" id="{E969A9C9-A879-45C2-9E7C-8441BCA0C198}"/>
              </a:ext>
            </a:extLst>
          </p:cNvPr>
          <p:cNvSpPr>
            <a:spLocks xmlns:a="http://schemas.openxmlformats.org/drawingml/2006/main" noGrp="1"/>
          </p:cNvSpPr>
          <p:nvPr/>
        </p:nvSpPr>
        <p:spPr>
          <a:xfrm xmlns:a="http://schemas.openxmlformats.org/drawingml/2006/main">
            <a:off x="9182100"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4748B"/>
                </a:solidFill>
                <a:latin typeface="Arial"/>
                <a:ea typeface="Arial"/>
                <a:cs typeface="Arial"/>
              </a:defRPr>
            </a:defPPr>
            <a:lvl1pPr algn="l">
              <a:defRPr sz="1350" b="0">
                <a:solidFill>
                  <a:srgbClr val="64748B"/>
                </a:solidFill>
                <a:latin typeface="Arial"/>
                <a:ea typeface="Arial"/>
                <a:cs typeface="Arial"/>
              </a:defRPr>
            </a:lvl1pPr>
            <a:lvl2pPr algn="l">
              <a:defRPr sz="1350" b="0">
                <a:solidFill>
                  <a:srgbClr val="64748B"/>
                </a:solidFill>
                <a:latin typeface="Arial"/>
                <a:ea typeface="Arial"/>
                <a:cs typeface="Arial"/>
              </a:defRPr>
            </a:lvl2pPr>
            <a:lvl3pPr algn="l">
              <a:defRPr sz="1350" b="0">
                <a:solidFill>
                  <a:srgbClr val="64748B"/>
                </a:solidFill>
                <a:latin typeface="Arial"/>
                <a:ea typeface="Arial"/>
                <a:cs typeface="Arial"/>
              </a:defRPr>
            </a:lvl3pPr>
            <a:lvl4pPr algn="l">
              <a:defRPr sz="1350" b="0">
                <a:solidFill>
                  <a:srgbClr val="64748B"/>
                </a:solidFill>
                <a:latin typeface="Arial"/>
                <a:ea typeface="Arial"/>
                <a:cs typeface="Arial"/>
              </a:defRPr>
            </a:lvl4pPr>
            <a:lvl5pPr algn="l">
              <a:defRPr sz="1350" b="0">
                <a:solidFill>
                  <a:srgbClr val="64748B"/>
                </a:solidFill>
                <a:latin typeface="Arial"/>
                <a:ea typeface="Arial"/>
                <a:cs typeface="Arial"/>
              </a:defRPr>
            </a:lvl5pPr>
            <a:lvl6pPr algn="l">
              <a:defRPr sz="1350" b="0">
                <a:solidFill>
                  <a:srgbClr val="64748B"/>
                </a:solidFill>
                <a:latin typeface="Arial"/>
                <a:ea typeface="Arial"/>
                <a:cs typeface="Arial"/>
              </a:defRPr>
            </a:lvl6pPr>
            <a:lvl7pPr algn="l">
              <a:defRPr sz="1350" b="0">
                <a:solidFill>
                  <a:srgbClr val="64748B"/>
                </a:solidFill>
                <a:latin typeface="Arial"/>
                <a:ea typeface="Arial"/>
                <a:cs typeface="Arial"/>
              </a:defRPr>
            </a:lvl7pPr>
            <a:lvl8pPr algn="l">
              <a:defRPr sz="1350" b="0">
                <a:solidFill>
                  <a:srgbClr val="64748B"/>
                </a:solidFill>
                <a:latin typeface="Arial"/>
                <a:ea typeface="Arial"/>
                <a:cs typeface="Arial"/>
              </a:defRPr>
            </a:lvl8pPr>
            <a:lvl9pPr algn="l">
              <a:defRPr sz="1350" b="0">
                <a:solidFill>
                  <a:srgbClr val="64748B"/>
                </a:solidFill>
                <a:latin typeface="Arial"/>
                <a:ea typeface="Arial"/>
                <a:cs typeface="Arial"/>
              </a:defRPr>
            </a:lvl9pPr>
          </a:lstStyle>
          <a:p xmlns:a="http://schemas.openxmlformats.org/drawingml/2006/main">
            <a:pPr algn="l">
              <a:defRPr sz="1350" b="0">
                <a:solidFill>
                  <a:srgbClr val="64748B"/>
                </a:solidFill>
                <a:latin typeface="Arial"/>
                <a:ea typeface="Arial"/>
                <a:cs typeface="Arial"/>
              </a:defRPr>
            </a:pPr>
            <a:r>
              <a:rPr sz="1350" b="0">
                <a:solidFill>
                  <a:srgbClr val="64748B"/>
                </a:solidFill>
                <a:latin typeface="Arial"/>
                <a:ea typeface="Arial"/>
                <a:cs typeface="Arial"/>
              </a:rPr>
              <a:t>Start</a:t>
            </a:r>
          </a:p>
        </p:txBody>
      </p:sp>
      <p:cxnSp>
        <p:nvCxnSpPr>
          <p:cNvPr id="18" name="s4-App footer divider">
            <a:extLst xmlns:a="http://schemas.openxmlformats.org/drawingml/2006/main">
              <a:ext uri="{FF2B5EF4-FFF2-40B4-BE49-F238E27FC236}">
                <a16:creationId xmlns:a16="http://schemas.microsoft.com/office/drawing/2014/main" id="{5315C9CA-A652-4759-AF83-064C178152A3}"/>
              </a:ext>
            </a:extLst>
          </p:cNvPr>
          <p:cNvCxnSpPr/>
          <p:nvPr/>
        </p:nvCxnSpPr>
        <p:spPr>
          <a:xfrm xmlns:a="http://schemas.openxmlformats.org/drawingml/2006/main" flipH="0" flipV="0">
            <a:off x="762000" y="7343775"/>
            <a:ext cx="10553700" cy="0"/>
          </a:xfrm>
          <a:prstGeom xmlns:a="http://schemas.openxmlformats.org/drawingml/2006/main" prst="straightConnector1">
            <a:avLst/>
          </a:prstGeom>
          <a:ln xmlns:a="http://schemas.openxmlformats.org/drawingml/2006/main" w="9525">
            <a:solidFill>
              <a:srgbClr val="D8E0EB"/>
            </a:solidFill>
            <a:tailEnd type="none" w="sm" len="sm"/>
          </a:ln>
        </p:spPr>
      </p:cxnSp>
      <p:sp>
        <p:nvSpPr>
          <p:cNvPr id="19" name="s4-Synthetic scope">
            <a:extLst xmlns:a="http://schemas.openxmlformats.org/drawingml/2006/main">
              <a:ext uri="{FF2B5EF4-FFF2-40B4-BE49-F238E27FC236}">
                <a16:creationId xmlns:a16="http://schemas.microsoft.com/office/drawing/2014/main" id="{5A8AE908-5A2A-4FB5-8499-B63A7BA6554F}"/>
              </a:ext>
            </a:extLst>
          </p:cNvPr>
          <p:cNvSpPr>
            <a:spLocks xmlns:a="http://schemas.openxmlformats.org/drawingml/2006/main" noGrp="1"/>
          </p:cNvSpPr>
          <p:nvPr/>
        </p:nvSpPr>
        <p:spPr>
          <a:xfrm xmlns:a="http://schemas.openxmlformats.org/drawingml/2006/main">
            <a:off x="762000" y="7458075"/>
            <a:ext cx="10553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4748B"/>
                </a:solidFill>
                <a:latin typeface="Arial"/>
                <a:ea typeface="Arial"/>
                <a:cs typeface="Arial"/>
              </a:defRPr>
            </a:defPPr>
            <a:lvl1pPr algn="l">
              <a:defRPr sz="1200" b="0">
                <a:solidFill>
                  <a:srgbClr val="64748B"/>
                </a:solidFill>
                <a:latin typeface="Arial"/>
                <a:ea typeface="Arial"/>
                <a:cs typeface="Arial"/>
              </a:defRPr>
            </a:lvl1pPr>
            <a:lvl2pPr algn="l">
              <a:defRPr sz="1200" b="0">
                <a:solidFill>
                  <a:srgbClr val="64748B"/>
                </a:solidFill>
                <a:latin typeface="Arial"/>
                <a:ea typeface="Arial"/>
                <a:cs typeface="Arial"/>
              </a:defRPr>
            </a:lvl2pPr>
            <a:lvl3pPr algn="l">
              <a:defRPr sz="1200" b="0">
                <a:solidFill>
                  <a:srgbClr val="64748B"/>
                </a:solidFill>
                <a:latin typeface="Arial"/>
                <a:ea typeface="Arial"/>
                <a:cs typeface="Arial"/>
              </a:defRPr>
            </a:lvl3pPr>
            <a:lvl4pPr algn="l">
              <a:defRPr sz="1200" b="0">
                <a:solidFill>
                  <a:srgbClr val="64748B"/>
                </a:solidFill>
                <a:latin typeface="Arial"/>
                <a:ea typeface="Arial"/>
                <a:cs typeface="Arial"/>
              </a:defRPr>
            </a:lvl4pPr>
            <a:lvl5pPr algn="l">
              <a:defRPr sz="1200" b="0">
                <a:solidFill>
                  <a:srgbClr val="64748B"/>
                </a:solidFill>
                <a:latin typeface="Arial"/>
                <a:ea typeface="Arial"/>
                <a:cs typeface="Arial"/>
              </a:defRPr>
            </a:lvl5pPr>
            <a:lvl6pPr algn="l">
              <a:defRPr sz="1200" b="0">
                <a:solidFill>
                  <a:srgbClr val="64748B"/>
                </a:solidFill>
                <a:latin typeface="Arial"/>
                <a:ea typeface="Arial"/>
                <a:cs typeface="Arial"/>
              </a:defRPr>
            </a:lvl6pPr>
            <a:lvl7pPr algn="l">
              <a:defRPr sz="1200" b="0">
                <a:solidFill>
                  <a:srgbClr val="64748B"/>
                </a:solidFill>
                <a:latin typeface="Arial"/>
                <a:ea typeface="Arial"/>
                <a:cs typeface="Arial"/>
              </a:defRPr>
            </a:lvl7pPr>
            <a:lvl8pPr algn="l">
              <a:defRPr sz="1200" b="0">
                <a:solidFill>
                  <a:srgbClr val="64748B"/>
                </a:solidFill>
                <a:latin typeface="Arial"/>
                <a:ea typeface="Arial"/>
                <a:cs typeface="Arial"/>
              </a:defRPr>
            </a:lvl8pPr>
            <a:lvl9pPr algn="l">
              <a:defRPr sz="1200" b="0">
                <a:solidFill>
                  <a:srgbClr val="64748B"/>
                </a:solidFill>
                <a:latin typeface="Arial"/>
                <a:ea typeface="Arial"/>
                <a:cs typeface="Arial"/>
              </a:defRPr>
            </a:lvl9pPr>
          </a:lstStyle>
          <a:p xmlns:a="http://schemas.openxmlformats.org/drawingml/2006/main">
            <a:pPr algn="l">
              <a:defRPr sz="1200" b="0">
                <a:solidFill>
                  <a:srgbClr val="64748B"/>
                </a:solidFill>
                <a:latin typeface="Arial"/>
                <a:ea typeface="Arial"/>
                <a:cs typeface="Arial"/>
              </a:defRPr>
            </a:pPr>
            <a:r>
              <a:rPr sz="1200" b="0">
                <a:solidFill>
                  <a:srgbClr val="64748B"/>
                </a:solidFill>
                <a:latin typeface="Arial"/>
                <a:ea typeface="Arial"/>
                <a:cs typeface="Arial"/>
              </a:rPr>
              <a:t>Synthetic demonstration. No live accounting-provider connection.</a:t>
            </a:r>
          </a:p>
        </p:txBody>
      </p:sp>
      <p:sp>
        <p:nvSpPr>
          <p:cNvPr id="20" name="s4-Business outcome">
            <a:extLst xmlns:a="http://schemas.openxmlformats.org/drawingml/2006/main">
              <a:ext uri="{FF2B5EF4-FFF2-40B4-BE49-F238E27FC236}">
                <a16:creationId xmlns:a16="http://schemas.microsoft.com/office/drawing/2014/main" id="{D31B39E0-4290-429E-B020-E396B6942154}"/>
              </a:ext>
            </a:extLst>
          </p:cNvPr>
          <p:cNvSpPr>
            <a:spLocks xmlns:a="http://schemas.openxmlformats.org/drawingml/2006/main" noGrp="1"/>
          </p:cNvSpPr>
          <p:nvPr/>
        </p:nvSpPr>
        <p:spPr>
          <a:xfrm xmlns:a="http://schemas.openxmlformats.org/drawingml/2006/main">
            <a:off x="419100" y="8067675"/>
            <a:ext cx="1440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243F"/>
                </a:solidFill>
                <a:latin typeface="Arial"/>
                <a:ea typeface="Arial"/>
                <a:cs typeface="Arial"/>
              </a:defRPr>
            </a:defPPr>
            <a:lvl1pPr algn="l">
              <a:defRPr sz="1800" b="1">
                <a:solidFill>
                  <a:srgbClr val="17243F"/>
                </a:solidFill>
                <a:latin typeface="Arial"/>
                <a:ea typeface="Arial"/>
                <a:cs typeface="Arial"/>
              </a:defRPr>
            </a:lvl1pPr>
            <a:lvl2pPr algn="l">
              <a:defRPr sz="1800" b="1">
                <a:solidFill>
                  <a:srgbClr val="17243F"/>
                </a:solidFill>
                <a:latin typeface="Arial"/>
                <a:ea typeface="Arial"/>
                <a:cs typeface="Arial"/>
              </a:defRPr>
            </a:lvl2pPr>
            <a:lvl3pPr algn="l">
              <a:defRPr sz="1800" b="1">
                <a:solidFill>
                  <a:srgbClr val="17243F"/>
                </a:solidFill>
                <a:latin typeface="Arial"/>
                <a:ea typeface="Arial"/>
                <a:cs typeface="Arial"/>
              </a:defRPr>
            </a:lvl3pPr>
            <a:lvl4pPr algn="l">
              <a:defRPr sz="1800" b="1">
                <a:solidFill>
                  <a:srgbClr val="17243F"/>
                </a:solidFill>
                <a:latin typeface="Arial"/>
                <a:ea typeface="Arial"/>
                <a:cs typeface="Arial"/>
              </a:defRPr>
            </a:lvl4pPr>
            <a:lvl5pPr algn="l">
              <a:defRPr sz="1800" b="1">
                <a:solidFill>
                  <a:srgbClr val="17243F"/>
                </a:solidFill>
                <a:latin typeface="Arial"/>
                <a:ea typeface="Arial"/>
                <a:cs typeface="Arial"/>
              </a:defRPr>
            </a:lvl5pPr>
            <a:lvl6pPr algn="l">
              <a:defRPr sz="1800" b="1">
                <a:solidFill>
                  <a:srgbClr val="17243F"/>
                </a:solidFill>
                <a:latin typeface="Arial"/>
                <a:ea typeface="Arial"/>
                <a:cs typeface="Arial"/>
              </a:defRPr>
            </a:lvl6pPr>
            <a:lvl7pPr algn="l">
              <a:defRPr sz="1800" b="1">
                <a:solidFill>
                  <a:srgbClr val="17243F"/>
                </a:solidFill>
                <a:latin typeface="Arial"/>
                <a:ea typeface="Arial"/>
                <a:cs typeface="Arial"/>
              </a:defRPr>
            </a:lvl7pPr>
            <a:lvl8pPr algn="l">
              <a:defRPr sz="1800" b="1">
                <a:solidFill>
                  <a:srgbClr val="17243F"/>
                </a:solidFill>
                <a:latin typeface="Arial"/>
                <a:ea typeface="Arial"/>
                <a:cs typeface="Arial"/>
              </a:defRPr>
            </a:lvl8pPr>
            <a:lvl9pPr algn="l">
              <a:defRPr sz="1800" b="1">
                <a:solidFill>
                  <a:srgbClr val="17243F"/>
                </a:solidFill>
                <a:latin typeface="Arial"/>
                <a:ea typeface="Arial"/>
                <a:cs typeface="Arial"/>
              </a:defRPr>
            </a:lvl9pPr>
          </a:lstStyle>
          <a:p xmlns:a="http://schemas.openxmlformats.org/drawingml/2006/main">
            <a:pPr algn="l">
              <a:defRPr sz="1800" b="1">
                <a:solidFill>
                  <a:srgbClr val="17243F"/>
                </a:solidFill>
                <a:latin typeface="Arial"/>
                <a:ea typeface="Arial"/>
                <a:cs typeface="Arial"/>
              </a:defRPr>
            </a:pPr>
            <a:r>
              <a:rPr sz="1800" b="1">
                <a:solidFill>
                  <a:srgbClr val="17243F"/>
                </a:solidFill>
                <a:latin typeface="Arial"/>
                <a:ea typeface="Arial"/>
                <a:cs typeface="Arial"/>
              </a:rPr>
              <a:t>Safe recovery preserves completed checkpoints and keeps consequential fixes under human control.</a:t>
            </a:r>
          </a:p>
        </p:txBody>
      </p:sp>
      <p:sp>
        <p:nvSpPr>
          <p:cNvPr id="21" name="s4-Screen title">
            <a:extLst xmlns:a="http://schemas.openxmlformats.org/drawingml/2006/main">
              <a:ext uri="{FF2B5EF4-FFF2-40B4-BE49-F238E27FC236}">
                <a16:creationId xmlns:a16="http://schemas.microsoft.com/office/drawing/2014/main" id="{249DD5E2-99A6-437E-ACE5-875D30045EB6}"/>
              </a:ext>
            </a:extLst>
          </p:cNvPr>
          <p:cNvSpPr>
            <a:spLocks xmlns:a="http://schemas.openxmlformats.org/drawingml/2006/main" noGrp="1"/>
          </p:cNvSpPr>
          <p:nvPr/>
        </p:nvSpPr>
        <p:spPr>
          <a:xfrm xmlns:a="http://schemas.openxmlformats.org/drawingml/2006/main">
            <a:off x="762000" y="2895600"/>
            <a:ext cx="1057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11827"/>
                </a:solidFill>
                <a:latin typeface="Arial"/>
                <a:ea typeface="Arial"/>
                <a:cs typeface="Arial"/>
              </a:defRPr>
            </a:defPPr>
            <a:lvl1pPr algn="l">
              <a:defRPr sz="2325" b="1">
                <a:solidFill>
                  <a:srgbClr val="111827"/>
                </a:solidFill>
                <a:latin typeface="Arial"/>
                <a:ea typeface="Arial"/>
                <a:cs typeface="Arial"/>
              </a:defRPr>
            </a:lvl1pPr>
            <a:lvl2pPr algn="l">
              <a:defRPr sz="2325" b="1">
                <a:solidFill>
                  <a:srgbClr val="111827"/>
                </a:solidFill>
                <a:latin typeface="Arial"/>
                <a:ea typeface="Arial"/>
                <a:cs typeface="Arial"/>
              </a:defRPr>
            </a:lvl2pPr>
            <a:lvl3pPr algn="l">
              <a:defRPr sz="2325" b="1">
                <a:solidFill>
                  <a:srgbClr val="111827"/>
                </a:solidFill>
                <a:latin typeface="Arial"/>
                <a:ea typeface="Arial"/>
                <a:cs typeface="Arial"/>
              </a:defRPr>
            </a:lvl3pPr>
            <a:lvl4pPr algn="l">
              <a:defRPr sz="2325" b="1">
                <a:solidFill>
                  <a:srgbClr val="111827"/>
                </a:solidFill>
                <a:latin typeface="Arial"/>
                <a:ea typeface="Arial"/>
                <a:cs typeface="Arial"/>
              </a:defRPr>
            </a:lvl4pPr>
            <a:lvl5pPr algn="l">
              <a:defRPr sz="2325" b="1">
                <a:solidFill>
                  <a:srgbClr val="111827"/>
                </a:solidFill>
                <a:latin typeface="Arial"/>
                <a:ea typeface="Arial"/>
                <a:cs typeface="Arial"/>
              </a:defRPr>
            </a:lvl5pPr>
            <a:lvl6pPr algn="l">
              <a:defRPr sz="2325" b="1">
                <a:solidFill>
                  <a:srgbClr val="111827"/>
                </a:solidFill>
                <a:latin typeface="Arial"/>
                <a:ea typeface="Arial"/>
                <a:cs typeface="Arial"/>
              </a:defRPr>
            </a:lvl6pPr>
            <a:lvl7pPr algn="l">
              <a:defRPr sz="2325" b="1">
                <a:solidFill>
                  <a:srgbClr val="111827"/>
                </a:solidFill>
                <a:latin typeface="Arial"/>
                <a:ea typeface="Arial"/>
                <a:cs typeface="Arial"/>
              </a:defRPr>
            </a:lvl7pPr>
            <a:lvl8pPr algn="l">
              <a:defRPr sz="2325" b="1">
                <a:solidFill>
                  <a:srgbClr val="111827"/>
                </a:solidFill>
                <a:latin typeface="Arial"/>
                <a:ea typeface="Arial"/>
                <a:cs typeface="Arial"/>
              </a:defRPr>
            </a:lvl8pPr>
            <a:lvl9pPr algn="l">
              <a:defRPr sz="2325" b="1">
                <a:solidFill>
                  <a:srgbClr val="111827"/>
                </a:solidFill>
                <a:latin typeface="Arial"/>
                <a:ea typeface="Arial"/>
                <a:cs typeface="Arial"/>
              </a:defRPr>
            </a:lvl9pPr>
          </a:lstStyle>
          <a:p xmlns:a="http://schemas.openxmlformats.org/drawingml/2006/main">
            <a:pPr algn="l">
              <a:defRPr sz="2325" b="1">
                <a:solidFill>
                  <a:srgbClr val="111827"/>
                </a:solidFill>
                <a:latin typeface="Arial"/>
                <a:ea typeface="Arial"/>
                <a:cs typeface="Arial"/>
              </a:defRPr>
            </a:pPr>
            <a:r>
              <a:rPr sz="2325" b="1">
                <a:solidFill>
                  <a:srgbClr val="111827"/>
                </a:solidFill>
                <a:latin typeface="Arial"/>
                <a:ea typeface="Arial"/>
                <a:cs typeface="Arial"/>
              </a:rPr>
              <a:t>Move your approved books</a:t>
            </a:r>
          </a:p>
        </p:txBody>
      </p:sp>
      <p:sp>
        <p:nvSpPr>
          <p:cNvPr id="22" name="s4-Screen subtitle">
            <a:extLst xmlns:a="http://schemas.openxmlformats.org/drawingml/2006/main">
              <a:ext uri="{FF2B5EF4-FFF2-40B4-BE49-F238E27FC236}">
                <a16:creationId xmlns:a16="http://schemas.microsoft.com/office/drawing/2014/main" id="{38E3B6BA-F03B-41E0-9AB0-EA04AE84E3A8}"/>
              </a:ext>
            </a:extLst>
          </p:cNvPr>
          <p:cNvSpPr>
            <a:spLocks xmlns:a="http://schemas.openxmlformats.org/drawingml/2006/main" noGrp="1"/>
          </p:cNvSpPr>
          <p:nvPr/>
        </p:nvSpPr>
        <p:spPr>
          <a:xfrm xmlns:a="http://schemas.openxmlformats.org/drawingml/2006/main">
            <a:off x="762000" y="33813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75569"/>
                </a:solidFill>
                <a:latin typeface="Arial"/>
                <a:ea typeface="Arial"/>
                <a:cs typeface="Arial"/>
              </a:defRPr>
            </a:defPPr>
            <a:lvl1pPr algn="l">
              <a:defRPr sz="1425" b="0">
                <a:solidFill>
                  <a:srgbClr val="475569"/>
                </a:solidFill>
                <a:latin typeface="Arial"/>
                <a:ea typeface="Arial"/>
                <a:cs typeface="Arial"/>
              </a:defRPr>
            </a:lvl1pPr>
            <a:lvl2pPr algn="l">
              <a:defRPr sz="1425" b="0">
                <a:solidFill>
                  <a:srgbClr val="475569"/>
                </a:solidFill>
                <a:latin typeface="Arial"/>
                <a:ea typeface="Arial"/>
                <a:cs typeface="Arial"/>
              </a:defRPr>
            </a:lvl2pPr>
            <a:lvl3pPr algn="l">
              <a:defRPr sz="1425" b="0">
                <a:solidFill>
                  <a:srgbClr val="475569"/>
                </a:solidFill>
                <a:latin typeface="Arial"/>
                <a:ea typeface="Arial"/>
                <a:cs typeface="Arial"/>
              </a:defRPr>
            </a:lvl3pPr>
            <a:lvl4pPr algn="l">
              <a:defRPr sz="1425" b="0">
                <a:solidFill>
                  <a:srgbClr val="475569"/>
                </a:solidFill>
                <a:latin typeface="Arial"/>
                <a:ea typeface="Arial"/>
                <a:cs typeface="Arial"/>
              </a:defRPr>
            </a:lvl4pPr>
            <a:lvl5pPr algn="l">
              <a:defRPr sz="1425" b="0">
                <a:solidFill>
                  <a:srgbClr val="475569"/>
                </a:solidFill>
                <a:latin typeface="Arial"/>
                <a:ea typeface="Arial"/>
                <a:cs typeface="Arial"/>
              </a:defRPr>
            </a:lvl5pPr>
            <a:lvl6pPr algn="l">
              <a:defRPr sz="1425" b="0">
                <a:solidFill>
                  <a:srgbClr val="475569"/>
                </a:solidFill>
                <a:latin typeface="Arial"/>
                <a:ea typeface="Arial"/>
                <a:cs typeface="Arial"/>
              </a:defRPr>
            </a:lvl6pPr>
            <a:lvl7pPr algn="l">
              <a:defRPr sz="1425" b="0">
                <a:solidFill>
                  <a:srgbClr val="475569"/>
                </a:solidFill>
                <a:latin typeface="Arial"/>
                <a:ea typeface="Arial"/>
                <a:cs typeface="Arial"/>
              </a:defRPr>
            </a:lvl7pPr>
            <a:lvl8pPr algn="l">
              <a:defRPr sz="1425" b="0">
                <a:solidFill>
                  <a:srgbClr val="475569"/>
                </a:solidFill>
                <a:latin typeface="Arial"/>
                <a:ea typeface="Arial"/>
                <a:cs typeface="Arial"/>
              </a:defRPr>
            </a:lvl8pPr>
            <a:lvl9pPr algn="l">
              <a:defRPr sz="1425" b="0">
                <a:solidFill>
                  <a:srgbClr val="475569"/>
                </a:solidFill>
                <a:latin typeface="Arial"/>
                <a:ea typeface="Arial"/>
                <a:cs typeface="Arial"/>
              </a:defRPr>
            </a:lvl9pPr>
          </a:lstStyle>
          <a:p xmlns:a="http://schemas.openxmlformats.org/drawingml/2006/main">
            <a:pPr algn="l">
              <a:defRPr sz="1425" b="0">
                <a:solidFill>
                  <a:srgbClr val="475569"/>
                </a:solidFill>
                <a:latin typeface="Arial"/>
                <a:ea typeface="Arial"/>
                <a:cs typeface="Arial"/>
              </a:defRPr>
            </a:pPr>
            <a:r>
              <a:rPr sz="1425" b="0">
                <a:solidFill>
                  <a:srgbClr val="475569"/>
                </a:solidFill>
                <a:latin typeface="Arial"/>
                <a:ea typeface="Arial"/>
                <a:cs typeface="Arial"/>
              </a:rPr>
              <a:t>Harbor Light Books · migration in progress, safely paused for review</a:t>
            </a:r>
          </a:p>
        </p:txBody>
      </p:sp>
      <p:sp>
        <p:nvSpPr>
          <p:cNvPr id="23" name="s4-Migration progress label">
            <a:extLst xmlns:a="http://schemas.openxmlformats.org/drawingml/2006/main">
              <a:ext uri="{FF2B5EF4-FFF2-40B4-BE49-F238E27FC236}">
                <a16:creationId xmlns:a16="http://schemas.microsoft.com/office/drawing/2014/main" id="{1A331996-6132-4979-AA6D-A20038072915}"/>
              </a:ext>
            </a:extLst>
          </p:cNvPr>
          <p:cNvSpPr>
            <a:spLocks xmlns:a="http://schemas.openxmlformats.org/drawingml/2006/main" noGrp="1"/>
          </p:cNvSpPr>
          <p:nvPr/>
        </p:nvSpPr>
        <p:spPr>
          <a:xfrm xmlns:a="http://schemas.openxmlformats.org/drawingml/2006/main">
            <a:off x="762000" y="386715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75569"/>
                </a:solidFill>
                <a:latin typeface="Arial"/>
                <a:ea typeface="Arial"/>
                <a:cs typeface="Arial"/>
              </a:defRPr>
            </a:defPPr>
            <a:lvl1pPr algn="l">
              <a:defRPr sz="1425" b="0">
                <a:solidFill>
                  <a:srgbClr val="475569"/>
                </a:solidFill>
                <a:latin typeface="Arial"/>
                <a:ea typeface="Arial"/>
                <a:cs typeface="Arial"/>
              </a:defRPr>
            </a:lvl1pPr>
            <a:lvl2pPr algn="l">
              <a:defRPr sz="1425" b="0">
                <a:solidFill>
                  <a:srgbClr val="475569"/>
                </a:solidFill>
                <a:latin typeface="Arial"/>
                <a:ea typeface="Arial"/>
                <a:cs typeface="Arial"/>
              </a:defRPr>
            </a:lvl2pPr>
            <a:lvl3pPr algn="l">
              <a:defRPr sz="1425" b="0">
                <a:solidFill>
                  <a:srgbClr val="475569"/>
                </a:solidFill>
                <a:latin typeface="Arial"/>
                <a:ea typeface="Arial"/>
                <a:cs typeface="Arial"/>
              </a:defRPr>
            </a:lvl3pPr>
            <a:lvl4pPr algn="l">
              <a:defRPr sz="1425" b="0">
                <a:solidFill>
                  <a:srgbClr val="475569"/>
                </a:solidFill>
                <a:latin typeface="Arial"/>
                <a:ea typeface="Arial"/>
                <a:cs typeface="Arial"/>
              </a:defRPr>
            </a:lvl4pPr>
            <a:lvl5pPr algn="l">
              <a:defRPr sz="1425" b="0">
                <a:solidFill>
                  <a:srgbClr val="475569"/>
                </a:solidFill>
                <a:latin typeface="Arial"/>
                <a:ea typeface="Arial"/>
                <a:cs typeface="Arial"/>
              </a:defRPr>
            </a:lvl5pPr>
            <a:lvl6pPr algn="l">
              <a:defRPr sz="1425" b="0">
                <a:solidFill>
                  <a:srgbClr val="475569"/>
                </a:solidFill>
                <a:latin typeface="Arial"/>
                <a:ea typeface="Arial"/>
                <a:cs typeface="Arial"/>
              </a:defRPr>
            </a:lvl6pPr>
            <a:lvl7pPr algn="l">
              <a:defRPr sz="1425" b="0">
                <a:solidFill>
                  <a:srgbClr val="475569"/>
                </a:solidFill>
                <a:latin typeface="Arial"/>
                <a:ea typeface="Arial"/>
                <a:cs typeface="Arial"/>
              </a:defRPr>
            </a:lvl7pPr>
            <a:lvl8pPr algn="l">
              <a:defRPr sz="1425" b="0">
                <a:solidFill>
                  <a:srgbClr val="475569"/>
                </a:solidFill>
                <a:latin typeface="Arial"/>
                <a:ea typeface="Arial"/>
                <a:cs typeface="Arial"/>
              </a:defRPr>
            </a:lvl8pPr>
            <a:lvl9pPr algn="l">
              <a:defRPr sz="1425" b="0">
                <a:solidFill>
                  <a:srgbClr val="475569"/>
                </a:solidFill>
                <a:latin typeface="Arial"/>
                <a:ea typeface="Arial"/>
                <a:cs typeface="Arial"/>
              </a:defRPr>
            </a:lvl9pPr>
          </a:lstStyle>
          <a:p xmlns:a="http://schemas.openxmlformats.org/drawingml/2006/main">
            <a:pPr algn="l">
              <a:defRPr sz="1425" b="0">
                <a:solidFill>
                  <a:srgbClr val="475569"/>
                </a:solidFill>
                <a:latin typeface="Arial"/>
                <a:ea typeface="Arial"/>
                <a:cs typeface="Arial"/>
              </a:defRPr>
            </a:pPr>
            <a:r>
              <a:rPr sz="1425" b="0">
                <a:solidFill>
                  <a:srgbClr val="475569"/>
                </a:solidFill>
                <a:latin typeface="Arial"/>
                <a:ea typeface="Arial"/>
                <a:cs typeface="Arial"/>
              </a:rPr>
              <a:t>Approved records processed</a:t>
            </a:r>
          </a:p>
        </p:txBody>
      </p:sp>
      <p:sp>
        <p:nvSpPr>
          <p:cNvPr id="24" name="s4-Migration progress number">
            <a:extLst xmlns:a="http://schemas.openxmlformats.org/drawingml/2006/main">
              <a:ext uri="{FF2B5EF4-FFF2-40B4-BE49-F238E27FC236}">
                <a16:creationId xmlns:a16="http://schemas.microsoft.com/office/drawing/2014/main" id="{7264ABDE-155A-4A71-879E-6C94280A18F9}"/>
              </a:ext>
            </a:extLst>
          </p:cNvPr>
          <p:cNvSpPr>
            <a:spLocks xmlns:a="http://schemas.openxmlformats.org/drawingml/2006/main" noGrp="1"/>
          </p:cNvSpPr>
          <p:nvPr/>
        </p:nvSpPr>
        <p:spPr>
          <a:xfrm xmlns:a="http://schemas.openxmlformats.org/drawingml/2006/main">
            <a:off x="6381750" y="3819525"/>
            <a:ext cx="95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2100" b="1">
                <a:solidFill>
                  <a:srgbClr val="111827"/>
                </a:solidFill>
                <a:latin typeface="Arial"/>
                <a:ea typeface="Arial"/>
                <a:cs typeface="Arial"/>
              </a:defRPr>
            </a:defPPr>
            <a:lvl1pPr algn="r">
              <a:defRPr sz="2100" b="1">
                <a:solidFill>
                  <a:srgbClr val="111827"/>
                </a:solidFill>
                <a:latin typeface="Arial"/>
                <a:ea typeface="Arial"/>
                <a:cs typeface="Arial"/>
              </a:defRPr>
            </a:lvl1pPr>
            <a:lvl2pPr algn="r">
              <a:defRPr sz="2100" b="1">
                <a:solidFill>
                  <a:srgbClr val="111827"/>
                </a:solidFill>
                <a:latin typeface="Arial"/>
                <a:ea typeface="Arial"/>
                <a:cs typeface="Arial"/>
              </a:defRPr>
            </a:lvl2pPr>
            <a:lvl3pPr algn="r">
              <a:defRPr sz="2100" b="1">
                <a:solidFill>
                  <a:srgbClr val="111827"/>
                </a:solidFill>
                <a:latin typeface="Arial"/>
                <a:ea typeface="Arial"/>
                <a:cs typeface="Arial"/>
              </a:defRPr>
            </a:lvl3pPr>
            <a:lvl4pPr algn="r">
              <a:defRPr sz="2100" b="1">
                <a:solidFill>
                  <a:srgbClr val="111827"/>
                </a:solidFill>
                <a:latin typeface="Arial"/>
                <a:ea typeface="Arial"/>
                <a:cs typeface="Arial"/>
              </a:defRPr>
            </a:lvl4pPr>
            <a:lvl5pPr algn="r">
              <a:defRPr sz="2100" b="1">
                <a:solidFill>
                  <a:srgbClr val="111827"/>
                </a:solidFill>
                <a:latin typeface="Arial"/>
                <a:ea typeface="Arial"/>
                <a:cs typeface="Arial"/>
              </a:defRPr>
            </a:lvl5pPr>
            <a:lvl6pPr algn="r">
              <a:defRPr sz="2100" b="1">
                <a:solidFill>
                  <a:srgbClr val="111827"/>
                </a:solidFill>
                <a:latin typeface="Arial"/>
                <a:ea typeface="Arial"/>
                <a:cs typeface="Arial"/>
              </a:defRPr>
            </a:lvl6pPr>
            <a:lvl7pPr algn="r">
              <a:defRPr sz="2100" b="1">
                <a:solidFill>
                  <a:srgbClr val="111827"/>
                </a:solidFill>
                <a:latin typeface="Arial"/>
                <a:ea typeface="Arial"/>
                <a:cs typeface="Arial"/>
              </a:defRPr>
            </a:lvl7pPr>
            <a:lvl8pPr algn="r">
              <a:defRPr sz="2100" b="1">
                <a:solidFill>
                  <a:srgbClr val="111827"/>
                </a:solidFill>
                <a:latin typeface="Arial"/>
                <a:ea typeface="Arial"/>
                <a:cs typeface="Arial"/>
              </a:defRPr>
            </a:lvl8pPr>
            <a:lvl9pPr algn="r">
              <a:defRPr sz="2100" b="1">
                <a:solidFill>
                  <a:srgbClr val="111827"/>
                </a:solidFill>
                <a:latin typeface="Arial"/>
                <a:ea typeface="Arial"/>
                <a:cs typeface="Arial"/>
              </a:defRPr>
            </a:lvl9pPr>
          </a:lstStyle>
          <a:p xmlns:a="http://schemas.openxmlformats.org/drawingml/2006/main">
            <a:pPr algn="r">
              <a:defRPr sz="2100" b="1">
                <a:solidFill>
                  <a:srgbClr val="111827"/>
                </a:solidFill>
                <a:latin typeface="Arial"/>
                <a:ea typeface="Arial"/>
                <a:cs typeface="Arial"/>
              </a:defRPr>
            </a:pPr>
            <a:r>
              <a:rPr sz="2100" b="1">
                <a:solidFill>
                  <a:srgbClr val="111827"/>
                </a:solidFill>
                <a:latin typeface="Arial"/>
                <a:ea typeface="Arial"/>
                <a:cs typeface="Arial"/>
              </a:rPr>
              <a:t>33%</a:t>
            </a:r>
          </a:p>
        </p:txBody>
      </p:sp>
      <p:sp>
        <p:nvSpPr>
          <p:cNvPr id="25" name="s4-Progress track">
            <a:extLst xmlns:a="http://schemas.openxmlformats.org/drawingml/2006/main">
              <a:ext uri="{FF2B5EF4-FFF2-40B4-BE49-F238E27FC236}">
                <a16:creationId xmlns:a16="http://schemas.microsoft.com/office/drawing/2014/main" id="{FF258F75-AC82-4759-B3BE-9229165FD3F9}"/>
              </a:ext>
            </a:extLst>
          </p:cNvPr>
          <p:cNvSpPr>
            <a:spLocks xmlns:a="http://schemas.openxmlformats.org/drawingml/2006/main" noGrp="1"/>
          </p:cNvSpPr>
          <p:nvPr/>
        </p:nvSpPr>
        <p:spPr>
          <a:xfrm xmlns:a="http://schemas.openxmlformats.org/drawingml/2006/main">
            <a:off x="762000" y="4257675"/>
            <a:ext cx="6572250" cy="9525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26" name="s4-Progress value">
            <a:extLst xmlns:a="http://schemas.openxmlformats.org/drawingml/2006/main">
              <a:ext uri="{FF2B5EF4-FFF2-40B4-BE49-F238E27FC236}">
                <a16:creationId xmlns:a16="http://schemas.microsoft.com/office/drawing/2014/main" id="{86F1CCDA-6378-458D-9E10-8A4D69055E31}"/>
              </a:ext>
            </a:extLst>
          </p:cNvPr>
          <p:cNvSpPr>
            <a:spLocks xmlns:a="http://schemas.openxmlformats.org/drawingml/2006/main" noGrp="1"/>
          </p:cNvSpPr>
          <p:nvPr/>
        </p:nvSpPr>
        <p:spPr>
          <a:xfrm xmlns:a="http://schemas.openxmlformats.org/drawingml/2006/main">
            <a:off x="762000" y="4257675"/>
            <a:ext cx="2171700" cy="95250"/>
          </a:xfrm>
          <a:prstGeom xmlns:a="http://schemas.openxmlformats.org/drawingml/2006/main" prst="roundRect">
            <a:avLst>
              <a:gd name="adj" fmla="val 50000"/>
            </a:avLst>
          </a:prstGeom>
          <a:solidFill xmlns:a="http://schemas.openxmlformats.org/drawingml/2006/main">
            <a:srgbClr val="155EEF"/>
          </a:solidFill>
          <a:ln xmlns:a="http://schemas.openxmlformats.org/drawingml/2006/main" w="0">
            <a:noFill/>
            <a:prstDash val="solid"/>
          </a:ln>
        </p:spPr>
      </p:sp>
      <p:graphicFrame>
        <p:nvGraphicFramePr>
          <p:cNvPr id="27" name="">
            <a:extLst xmlns:a="http://schemas.openxmlformats.org/drawingml/2006/main">
              <a:ext uri="{FF2B5EF4-FFF2-40B4-BE49-F238E27FC236}">
                <a16:creationId xmlns:a16="http://schemas.microsoft.com/office/drawing/2014/main" id="{748C3F1A-C9BA-4A19-9BCE-026A1807AEF4}"/>
              </a:ext>
            </a:extLst>
          </p:cNvPr>
          <p:cNvGraphicFramePr/>
          <p:nvPr/>
        </p:nvGraphicFramePr>
        <p:xfrm>
          <a:off xmlns:a="http://schemas.openxmlformats.org/drawingml/2006/main" x="762000" y="4619625"/>
          <a:ext xmlns:a="http://schemas.openxmlformats.org/drawingml/2006/main" cx="6572250" cy="1905000"/>
        </p:xfrm>
        <a:graphic xmlns:a="http://schemas.openxmlformats.org/drawingml/2006/main">
          <a:graphicData uri="http://schemas.openxmlformats.org/drawingml/2006/table">
            <a:tbl>
              <a:tblPr firstRow="1" bandRow="0"/>
              <a:tblGrid>
                <a:gridCol w="4048125"/>
                <a:gridCol w="2524125"/>
              </a:tblGrid>
              <a:tr h="381000">
                <a:tc>
                  <a:txBody>
                    <a:bodyPr lIns="95250" tIns="76200" rIns="95250" bIns="76200">
                      <a:noAutofit/>
                    </a:bodyPr>
                    <a:lstStyle/>
                    <a:p>
                      <a:pPr algn="l"/>
                      <a:r>
                        <a:rPr sz="1200" b="1">
                          <a:solidFill>
                            <a:srgbClr val="64748B"/>
                          </a:solidFill>
                          <a:latin typeface="Arial"/>
                          <a:ea typeface="Arial"/>
                          <a:cs typeface="Arial"/>
                        </a:rPr>
                        <a:t>ACTIVITY</a:t>
                      </a:r>
                    </a:p>
                  </a:txBody>
                  <a:tcPr marL="91440" marR="91440" marT="45720" marB="45720">
                    <a:lnL w="6668">
                      <a:solidFill>
                        <a:srgbClr val="D8E0EB"/>
                      </a:solidFill>
                      <a:prstDash val="solid"/>
                    </a:lnL>
                    <a:lnR w="6668">
                      <a:solidFill>
                        <a:srgbClr val="D8E0EB"/>
                      </a:solidFill>
                      <a:prstDash val="solid"/>
                    </a:lnR>
                    <a:lnT w="6668">
                      <a:solidFill>
                        <a:srgbClr val="D8E0EB"/>
                      </a:solidFill>
                      <a:prstDash val="solid"/>
                    </a:lnT>
                    <a:lnB w="6668">
                      <a:solidFill>
                        <a:srgbClr val="D8E0EB"/>
                      </a:solidFill>
                      <a:prstDash val="solid"/>
                    </a:lnB>
                    <a:solidFill>
                      <a:srgbClr val="F7F9FC"/>
                    </a:solidFill>
                  </a:tcPr>
                </a:tc>
                <a:tc>
                  <a:txBody>
                    <a:bodyPr lIns="95250" tIns="76200" rIns="95250" bIns="76200">
                      <a:noAutofit/>
                    </a:bodyPr>
                    <a:lstStyle/>
                    <a:p>
                      <a:pPr algn="r"/>
                      <a:r>
                        <a:rPr sz="1200" b="1">
                          <a:solidFill>
                            <a:srgbClr val="64748B"/>
                          </a:solidFill>
                          <a:latin typeface="Arial"/>
                          <a:ea typeface="Arial"/>
                          <a:cs typeface="Arial"/>
                        </a:rPr>
                        <a:t>STATE</a:t>
                      </a:r>
                    </a:p>
                  </a:txBody>
                  <a:tcPr marL="91440" marR="91440" marT="45720" marB="45720">
                    <a:lnR w="6668">
                      <a:solidFill>
                        <a:srgbClr val="D8E0EB"/>
                      </a:solidFill>
                      <a:prstDash val="solid"/>
                    </a:lnR>
                    <a:lnT w="6668">
                      <a:solidFill>
                        <a:srgbClr val="D8E0EB"/>
                      </a:solidFill>
                      <a:prstDash val="solid"/>
                    </a:lnT>
                    <a:lnB w="6668">
                      <a:solidFill>
                        <a:srgbClr val="D8E0EB"/>
                      </a:solidFill>
                      <a:prstDash val="solid"/>
                    </a:lnB>
                    <a:solidFill>
                      <a:srgbClr val="F7F9FC"/>
                    </a:solidFill>
                  </a:tcPr>
                </a:tc>
              </a:tr>
              <a:tr h="381000">
                <a:tc>
                  <a:txBody>
                    <a:bodyPr lIns="95250" tIns="76200" rIns="95250" bIns="76200">
                      <a:noAutofit/>
                    </a:bodyPr>
                    <a:lstStyle/>
                    <a:p>
                      <a:pPr algn="l"/>
                      <a:r>
                        <a:rPr sz="1425" b="0">
                          <a:solidFill>
                            <a:srgbClr val="111827"/>
                          </a:solidFill>
                          <a:latin typeface="Arial"/>
                          <a:ea typeface="Arial"/>
                          <a:cs typeface="Arial"/>
                        </a:rPr>
                        <a:t>Accounts batch</a:t>
                      </a:r>
                    </a:p>
                  </a:txBody>
                  <a:tcPr marL="91440" marR="91440" marT="45720" marB="45720">
                    <a:lnL w="6668">
                      <a:solidFill>
                        <a:srgbClr val="D8E0EB"/>
                      </a:solidFill>
                      <a:prstDash val="solid"/>
                    </a:lnL>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425" b="0">
                          <a:solidFill>
                            <a:srgbClr val="111827"/>
                          </a:solidFill>
                          <a:latin typeface="Arial"/>
                          <a:ea typeface="Arial"/>
                          <a:cs typeface="Arial"/>
                        </a:rPr>
                        <a:t>Completed</a:t>
                      </a:r>
                    </a:p>
                  </a:txBody>
                  <a:tcPr marL="91440" marR="91440" marT="45720" marB="45720">
                    <a:lnR w="6668">
                      <a:solidFill>
                        <a:srgbClr val="D8E0EB"/>
                      </a:solidFill>
                      <a:prstDash val="solid"/>
                    </a:lnR>
                    <a:lnB w="6668">
                      <a:solidFill>
                        <a:srgbClr val="D8E0EB"/>
                      </a:solidFill>
                      <a:prstDash val="solid"/>
                    </a:lnB>
                    <a:solidFill>
                      <a:srgbClr val="FFFFFF"/>
                    </a:solidFill>
                  </a:tcPr>
                </a:tc>
              </a:tr>
              <a:tr h="381000">
                <a:tc>
                  <a:txBody>
                    <a:bodyPr lIns="95250" tIns="76200" rIns="95250" bIns="76200">
                      <a:noAutofit/>
                    </a:bodyPr>
                    <a:lstStyle/>
                    <a:p>
                      <a:pPr algn="l"/>
                      <a:r>
                        <a:rPr sz="1425" b="0">
                          <a:solidFill>
                            <a:srgbClr val="111827"/>
                          </a:solidFill>
                          <a:latin typeface="Arial"/>
                          <a:ea typeface="Arial"/>
                          <a:cs typeface="Arial"/>
                        </a:rPr>
                        <a:t>Customers batch</a:t>
                      </a:r>
                    </a:p>
                  </a:txBody>
                  <a:tcPr marL="91440" marR="91440" marT="45720" marB="45720">
                    <a:lnL w="6668">
                      <a:solidFill>
                        <a:srgbClr val="D8E0EB"/>
                      </a:solidFill>
                      <a:prstDash val="solid"/>
                    </a:lnL>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425" b="0">
                          <a:solidFill>
                            <a:srgbClr val="111827"/>
                          </a:solidFill>
                          <a:latin typeface="Arial"/>
                          <a:ea typeface="Arial"/>
                          <a:cs typeface="Arial"/>
                        </a:rPr>
                        <a:t>Blocked</a:t>
                      </a:r>
                    </a:p>
                  </a:txBody>
                  <a:tcPr marL="91440" marR="91440" marT="45720" marB="45720">
                    <a:lnR w="6668">
                      <a:solidFill>
                        <a:srgbClr val="D8E0EB"/>
                      </a:solidFill>
                      <a:prstDash val="solid"/>
                    </a:lnR>
                    <a:lnB w="6668">
                      <a:solidFill>
                        <a:srgbClr val="D8E0EB"/>
                      </a:solidFill>
                      <a:prstDash val="solid"/>
                    </a:lnB>
                    <a:solidFill>
                      <a:srgbClr val="FFFFFF"/>
                    </a:solidFill>
                  </a:tcPr>
                </a:tc>
              </a:tr>
              <a:tr h="381000">
                <a:tc>
                  <a:txBody>
                    <a:bodyPr lIns="95250" tIns="76200" rIns="95250" bIns="76200">
                      <a:noAutofit/>
                    </a:bodyPr>
                    <a:lstStyle/>
                    <a:p>
                      <a:pPr algn="l"/>
                      <a:r>
                        <a:rPr sz="1425" b="0">
                          <a:solidFill>
                            <a:srgbClr val="111827"/>
                          </a:solidFill>
                          <a:latin typeface="Arial"/>
                          <a:ea typeface="Arial"/>
                          <a:cs typeface="Arial"/>
                        </a:rPr>
                        <a:t>Resolution review</a:t>
                      </a:r>
                    </a:p>
                  </a:txBody>
                  <a:tcPr marL="91440" marR="91440" marT="45720" marB="45720">
                    <a:lnL w="6668">
                      <a:solidFill>
                        <a:srgbClr val="D8E0EB"/>
                      </a:solidFill>
                      <a:prstDash val="solid"/>
                    </a:lnL>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425" b="0">
                          <a:solidFill>
                            <a:srgbClr val="111827"/>
                          </a:solidFill>
                          <a:latin typeface="Arial"/>
                          <a:ea typeface="Arial"/>
                          <a:cs typeface="Arial"/>
                        </a:rPr>
                        <a:t>In progress</a:t>
                      </a:r>
                    </a:p>
                  </a:txBody>
                  <a:tcPr marL="91440" marR="91440" marT="45720" marB="45720">
                    <a:lnR w="6668">
                      <a:solidFill>
                        <a:srgbClr val="D8E0EB"/>
                      </a:solidFill>
                      <a:prstDash val="solid"/>
                    </a:lnR>
                    <a:lnB w="6668">
                      <a:solidFill>
                        <a:srgbClr val="D8E0EB"/>
                      </a:solidFill>
                      <a:prstDash val="solid"/>
                    </a:lnB>
                    <a:solidFill>
                      <a:srgbClr val="FFFFFF"/>
                    </a:solidFill>
                  </a:tcPr>
                </a:tc>
              </a:tr>
              <a:tr h="381000">
                <a:tc>
                  <a:txBody>
                    <a:bodyPr lIns="95250" tIns="76200" rIns="95250" bIns="76200">
                      <a:noAutofit/>
                    </a:bodyPr>
                    <a:lstStyle/>
                    <a:p>
                      <a:pPr algn="l"/>
                      <a:r>
                        <a:rPr sz="1425" b="0">
                          <a:solidFill>
                            <a:srgbClr val="111827"/>
                          </a:solidFill>
                          <a:latin typeface="Arial"/>
                          <a:ea typeface="Arial"/>
                          <a:cs typeface="Arial"/>
                        </a:rPr>
                        <a:t>Later batches</a:t>
                      </a:r>
                    </a:p>
                  </a:txBody>
                  <a:tcPr marL="91440" marR="91440" marT="45720" marB="45720">
                    <a:lnL w="6668">
                      <a:solidFill>
                        <a:srgbClr val="D8E0EB"/>
                      </a:solidFill>
                      <a:prstDash val="solid"/>
                    </a:lnL>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425" b="0">
                          <a:solidFill>
                            <a:srgbClr val="111827"/>
                          </a:solidFill>
                          <a:latin typeface="Arial"/>
                          <a:ea typeface="Arial"/>
                          <a:cs typeface="Arial"/>
                        </a:rPr>
                        <a:t>Not started</a:t>
                      </a:r>
                    </a:p>
                  </a:txBody>
                  <a:tcPr marL="91440" marR="91440" marT="45720" marB="45720">
                    <a:lnR w="6668">
                      <a:solidFill>
                        <a:srgbClr val="D8E0EB"/>
                      </a:solidFill>
                      <a:prstDash val="solid"/>
                    </a:lnR>
                    <a:lnB w="6668">
                      <a:solidFill>
                        <a:srgbClr val="D8E0EB"/>
                      </a:solidFill>
                      <a:prstDash val="solid"/>
                    </a:lnB>
                    <a:solidFill>
                      <a:srgbClr val="FFFFFF"/>
                    </a:solidFill>
                  </a:tcPr>
                </a:tc>
              </a:tr>
            </a:tbl>
          </a:graphicData>
        </a:graphic>
      </p:graphicFrame>
      <p:sp>
        <p:nvSpPr>
          <p:cNvPr id="28" name="s4-Preserved checkpoint">
            <a:extLst xmlns:a="http://schemas.openxmlformats.org/drawingml/2006/main">
              <a:ext uri="{FF2B5EF4-FFF2-40B4-BE49-F238E27FC236}">
                <a16:creationId xmlns:a16="http://schemas.microsoft.com/office/drawing/2014/main" id="{2047B577-5E9B-4265-BED2-6BC44343C558}"/>
              </a:ext>
            </a:extLst>
          </p:cNvPr>
          <p:cNvSpPr>
            <a:spLocks xmlns:a="http://schemas.openxmlformats.org/drawingml/2006/main" noGrp="1"/>
          </p:cNvSpPr>
          <p:nvPr/>
        </p:nvSpPr>
        <p:spPr>
          <a:xfrm xmlns:a="http://schemas.openxmlformats.org/drawingml/2006/main">
            <a:off x="762000" y="6715125"/>
            <a:ext cx="6572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Completed checkpoints stay intact. Retry uses the same intent key.</a:t>
            </a:r>
          </a:p>
        </p:txBody>
      </p:sp>
      <p:sp>
        <p:nvSpPr>
          <p:cNvPr id="29" name="s4-Resolution advice">
            <a:extLst xmlns:a="http://schemas.openxmlformats.org/drawingml/2006/main">
              <a:ext uri="{FF2B5EF4-FFF2-40B4-BE49-F238E27FC236}">
                <a16:creationId xmlns:a16="http://schemas.microsoft.com/office/drawing/2014/main" id="{73A403FF-FA1E-4960-91F3-D7798C3E71E3}"/>
              </a:ext>
            </a:extLst>
          </p:cNvPr>
          <p:cNvSpPr>
            <a:spLocks xmlns:a="http://schemas.openxmlformats.org/drawingml/2006/main" noGrp="1"/>
          </p:cNvSpPr>
          <p:nvPr/>
        </p:nvSpPr>
        <p:spPr>
          <a:xfrm xmlns:a="http://schemas.openxmlformats.org/drawingml/2006/main">
            <a:off x="762000" y="7029450"/>
            <a:ext cx="657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5448C8"/>
                </a:solidFill>
                <a:latin typeface="Arial"/>
                <a:ea typeface="Arial"/>
                <a:cs typeface="Arial"/>
              </a:defRPr>
            </a:defPPr>
            <a:lvl1pPr algn="l">
              <a:defRPr sz="1350" b="1">
                <a:solidFill>
                  <a:srgbClr val="5448C8"/>
                </a:solidFill>
                <a:latin typeface="Arial"/>
                <a:ea typeface="Arial"/>
                <a:cs typeface="Arial"/>
              </a:defRPr>
            </a:lvl1pPr>
            <a:lvl2pPr algn="l">
              <a:defRPr sz="1350" b="1">
                <a:solidFill>
                  <a:srgbClr val="5448C8"/>
                </a:solidFill>
                <a:latin typeface="Arial"/>
                <a:ea typeface="Arial"/>
                <a:cs typeface="Arial"/>
              </a:defRPr>
            </a:lvl2pPr>
            <a:lvl3pPr algn="l">
              <a:defRPr sz="1350" b="1">
                <a:solidFill>
                  <a:srgbClr val="5448C8"/>
                </a:solidFill>
                <a:latin typeface="Arial"/>
                <a:ea typeface="Arial"/>
                <a:cs typeface="Arial"/>
              </a:defRPr>
            </a:lvl3pPr>
            <a:lvl4pPr algn="l">
              <a:defRPr sz="1350" b="1">
                <a:solidFill>
                  <a:srgbClr val="5448C8"/>
                </a:solidFill>
                <a:latin typeface="Arial"/>
                <a:ea typeface="Arial"/>
                <a:cs typeface="Arial"/>
              </a:defRPr>
            </a:lvl4pPr>
            <a:lvl5pPr algn="l">
              <a:defRPr sz="1350" b="1">
                <a:solidFill>
                  <a:srgbClr val="5448C8"/>
                </a:solidFill>
                <a:latin typeface="Arial"/>
                <a:ea typeface="Arial"/>
                <a:cs typeface="Arial"/>
              </a:defRPr>
            </a:lvl5pPr>
            <a:lvl6pPr algn="l">
              <a:defRPr sz="1350" b="1">
                <a:solidFill>
                  <a:srgbClr val="5448C8"/>
                </a:solidFill>
                <a:latin typeface="Arial"/>
                <a:ea typeface="Arial"/>
                <a:cs typeface="Arial"/>
              </a:defRPr>
            </a:lvl6pPr>
            <a:lvl7pPr algn="l">
              <a:defRPr sz="1350" b="1">
                <a:solidFill>
                  <a:srgbClr val="5448C8"/>
                </a:solidFill>
                <a:latin typeface="Arial"/>
                <a:ea typeface="Arial"/>
                <a:cs typeface="Arial"/>
              </a:defRPr>
            </a:lvl7pPr>
            <a:lvl8pPr algn="l">
              <a:defRPr sz="1350" b="1">
                <a:solidFill>
                  <a:srgbClr val="5448C8"/>
                </a:solidFill>
                <a:latin typeface="Arial"/>
                <a:ea typeface="Arial"/>
                <a:cs typeface="Arial"/>
              </a:defRPr>
            </a:lvl8pPr>
            <a:lvl9pPr algn="l">
              <a:defRPr sz="1350" b="1">
                <a:solidFill>
                  <a:srgbClr val="5448C8"/>
                </a:solidFill>
                <a:latin typeface="Arial"/>
                <a:ea typeface="Arial"/>
                <a:cs typeface="Arial"/>
              </a:defRPr>
            </a:lvl9pPr>
          </a:lstStyle>
          <a:p xmlns:a="http://schemas.openxmlformats.org/drawingml/2006/main">
            <a:pPr algn="l">
              <a:defRPr sz="1350" b="1">
                <a:solidFill>
                  <a:srgbClr val="5448C8"/>
                </a:solidFill>
                <a:latin typeface="Arial"/>
                <a:ea typeface="Arial"/>
                <a:cs typeface="Arial"/>
              </a:defRPr>
            </a:pPr>
            <a:r>
              <a:rPr sz="1350" b="1">
                <a:solidFill>
                  <a:srgbClr val="5448C8"/>
                </a:solidFill>
                <a:latin typeface="Arial"/>
                <a:ea typeface="Arial"/>
                <a:cs typeface="Arial"/>
              </a:rPr>
              <a:t>Explain permitted recovery (Partial)</a:t>
            </a:r>
          </a:p>
        </p:txBody>
      </p:sp>
      <p:sp>
        <p:nvSpPr>
          <p:cNvPr id="30" name="s4-Resolution approval panel">
            <a:extLst xmlns:a="http://schemas.openxmlformats.org/drawingml/2006/main">
              <a:ext uri="{FF2B5EF4-FFF2-40B4-BE49-F238E27FC236}">
                <a16:creationId xmlns:a16="http://schemas.microsoft.com/office/drawing/2014/main" id="{9B4800AD-BDB5-438B-9F1F-210C4B11C514}"/>
              </a:ext>
            </a:extLst>
          </p:cNvPr>
          <p:cNvSpPr>
            <a:spLocks xmlns:a="http://schemas.openxmlformats.org/drawingml/2006/main" noGrp="1"/>
          </p:cNvSpPr>
          <p:nvPr/>
        </p:nvSpPr>
        <p:spPr>
          <a:xfrm xmlns:a="http://schemas.openxmlformats.org/drawingml/2006/main">
            <a:off x="7667625" y="3838575"/>
            <a:ext cx="3648075" cy="3162300"/>
          </a:xfrm>
          <a:prstGeom xmlns:a="http://schemas.openxmlformats.org/drawingml/2006/main" prst="roundRect">
            <a:avLst>
              <a:gd name="adj" fmla="val 2410"/>
            </a:avLst>
          </a:prstGeom>
          <a:solidFill xmlns:a="http://schemas.openxmlformats.org/drawingml/2006/main">
            <a:srgbClr val="FFFFFF"/>
          </a:solidFill>
          <a:ln xmlns:a="http://schemas.openxmlformats.org/drawingml/2006/main" w="9525">
            <a:solidFill>
              <a:srgbClr val="D8E0EB"/>
            </a:solidFill>
            <a:prstDash val="solid"/>
          </a:ln>
        </p:spPr>
      </p:sp>
      <p:sp>
        <p:nvSpPr>
          <p:cNvPr id="31" name="s4-Resolution title">
            <a:extLst xmlns:a="http://schemas.openxmlformats.org/drawingml/2006/main">
              <a:ext uri="{FF2B5EF4-FFF2-40B4-BE49-F238E27FC236}">
                <a16:creationId xmlns:a16="http://schemas.microsoft.com/office/drawing/2014/main" id="{EDAD82A6-EA0D-4130-BE14-333797295426}"/>
              </a:ext>
            </a:extLst>
          </p:cNvPr>
          <p:cNvSpPr>
            <a:spLocks xmlns:a="http://schemas.openxmlformats.org/drawingml/2006/main" noGrp="1"/>
          </p:cNvSpPr>
          <p:nvPr/>
        </p:nvSpPr>
        <p:spPr>
          <a:xfrm xmlns:a="http://schemas.openxmlformats.org/drawingml/2006/main">
            <a:off x="7858125" y="4010025"/>
            <a:ext cx="3267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11827"/>
                </a:solidFill>
                <a:latin typeface="Arial"/>
                <a:ea typeface="Arial"/>
                <a:cs typeface="Arial"/>
              </a:defRPr>
            </a:defPPr>
            <a:lvl1pPr algn="l">
              <a:defRPr sz="1650" b="1">
                <a:solidFill>
                  <a:srgbClr val="111827"/>
                </a:solidFill>
                <a:latin typeface="Arial"/>
                <a:ea typeface="Arial"/>
                <a:cs typeface="Arial"/>
              </a:defRPr>
            </a:lvl1pPr>
            <a:lvl2pPr algn="l">
              <a:defRPr sz="1650" b="1">
                <a:solidFill>
                  <a:srgbClr val="111827"/>
                </a:solidFill>
                <a:latin typeface="Arial"/>
                <a:ea typeface="Arial"/>
                <a:cs typeface="Arial"/>
              </a:defRPr>
            </a:lvl2pPr>
            <a:lvl3pPr algn="l">
              <a:defRPr sz="1650" b="1">
                <a:solidFill>
                  <a:srgbClr val="111827"/>
                </a:solidFill>
                <a:latin typeface="Arial"/>
                <a:ea typeface="Arial"/>
                <a:cs typeface="Arial"/>
              </a:defRPr>
            </a:lvl3pPr>
            <a:lvl4pPr algn="l">
              <a:defRPr sz="1650" b="1">
                <a:solidFill>
                  <a:srgbClr val="111827"/>
                </a:solidFill>
                <a:latin typeface="Arial"/>
                <a:ea typeface="Arial"/>
                <a:cs typeface="Arial"/>
              </a:defRPr>
            </a:lvl4pPr>
            <a:lvl5pPr algn="l">
              <a:defRPr sz="1650" b="1">
                <a:solidFill>
                  <a:srgbClr val="111827"/>
                </a:solidFill>
                <a:latin typeface="Arial"/>
                <a:ea typeface="Arial"/>
                <a:cs typeface="Arial"/>
              </a:defRPr>
            </a:lvl5pPr>
            <a:lvl6pPr algn="l">
              <a:defRPr sz="1650" b="1">
                <a:solidFill>
                  <a:srgbClr val="111827"/>
                </a:solidFill>
                <a:latin typeface="Arial"/>
                <a:ea typeface="Arial"/>
                <a:cs typeface="Arial"/>
              </a:defRPr>
            </a:lvl6pPr>
            <a:lvl7pPr algn="l">
              <a:defRPr sz="1650" b="1">
                <a:solidFill>
                  <a:srgbClr val="111827"/>
                </a:solidFill>
                <a:latin typeface="Arial"/>
                <a:ea typeface="Arial"/>
                <a:cs typeface="Arial"/>
              </a:defRPr>
            </a:lvl7pPr>
            <a:lvl8pPr algn="l">
              <a:defRPr sz="1650" b="1">
                <a:solidFill>
                  <a:srgbClr val="111827"/>
                </a:solidFill>
                <a:latin typeface="Arial"/>
                <a:ea typeface="Arial"/>
                <a:cs typeface="Arial"/>
              </a:defRPr>
            </a:lvl8pPr>
            <a:lvl9pPr algn="l">
              <a:defRPr sz="1650" b="1">
                <a:solidFill>
                  <a:srgbClr val="111827"/>
                </a:solidFill>
                <a:latin typeface="Arial"/>
                <a:ea typeface="Arial"/>
                <a:cs typeface="Arial"/>
              </a:defRPr>
            </a:lvl9pPr>
          </a:lstStyle>
          <a:p xmlns:a="http://schemas.openxmlformats.org/drawingml/2006/main">
            <a:pPr algn="l">
              <a:defRPr sz="1650" b="1">
                <a:solidFill>
                  <a:srgbClr val="111827"/>
                </a:solidFill>
                <a:latin typeface="Arial"/>
                <a:ea typeface="Arial"/>
                <a:cs typeface="Arial"/>
              </a:defRPr>
            </a:pPr>
            <a:r>
              <a:rPr sz="1650" b="1">
                <a:solidFill>
                  <a:srgbClr val="111827"/>
                </a:solidFill>
                <a:latin typeface="Arial"/>
                <a:ea typeface="Arial"/>
                <a:cs typeface="Arial"/>
              </a:rPr>
              <a:t>Review proposed resolution</a:t>
            </a:r>
          </a:p>
        </p:txBody>
      </p:sp>
      <p:sp>
        <p:nvSpPr>
          <p:cNvPr id="32" name="s4-Status MEDIUM RISK">
            <a:extLst xmlns:a="http://schemas.openxmlformats.org/drawingml/2006/main">
              <a:ext uri="{FF2B5EF4-FFF2-40B4-BE49-F238E27FC236}">
                <a16:creationId xmlns:a16="http://schemas.microsoft.com/office/drawing/2014/main" id="{EF0023AE-E575-4DCE-AC4D-BB082C2AE84A}"/>
              </a:ext>
            </a:extLst>
          </p:cNvPr>
          <p:cNvSpPr>
            <a:spLocks xmlns:a="http://schemas.openxmlformats.org/drawingml/2006/main" noGrp="1"/>
          </p:cNvSpPr>
          <p:nvPr/>
        </p:nvSpPr>
        <p:spPr>
          <a:xfrm xmlns:a="http://schemas.openxmlformats.org/drawingml/2006/main">
            <a:off x="7858125" y="4419600"/>
            <a:ext cx="1504950" cy="295275"/>
          </a:xfrm>
          <a:prstGeom xmlns:a="http://schemas.openxmlformats.org/drawingml/2006/main" prst="roundRect">
            <a:avLst>
              <a:gd name="adj" fmla="val 25806"/>
            </a:avLst>
          </a:prstGeom>
          <a:solidFill xmlns:a="http://schemas.openxmlformats.org/drawingml/2006/main">
            <a:srgbClr val="FFF4D6"/>
          </a:solidFill>
          <a:ln xmlns:a="http://schemas.openxmlformats.org/drawingml/2006/main" w="0">
            <a:noFill/>
            <a:prstDash val="solid"/>
          </a:ln>
        </p:spPr>
      </p:sp>
      <p:sp>
        <p:nvSpPr>
          <p:cNvPr id="33" name="s4-Status label MEDIUM RISK">
            <a:extLst xmlns:a="http://schemas.openxmlformats.org/drawingml/2006/main">
              <a:ext uri="{FF2B5EF4-FFF2-40B4-BE49-F238E27FC236}">
                <a16:creationId xmlns:a16="http://schemas.microsoft.com/office/drawing/2014/main" id="{C9139080-C202-4784-BDDE-E1F6E419037E}"/>
              </a:ext>
            </a:extLst>
          </p:cNvPr>
          <p:cNvSpPr>
            <a:spLocks xmlns:a="http://schemas.openxmlformats.org/drawingml/2006/main" noGrp="1"/>
          </p:cNvSpPr>
          <p:nvPr/>
        </p:nvSpPr>
        <p:spPr>
          <a:xfrm xmlns:a="http://schemas.openxmlformats.org/drawingml/2006/main">
            <a:off x="7953375" y="4467225"/>
            <a:ext cx="13144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00" b="1">
                <a:solidFill>
                  <a:srgbClr val="A15C00"/>
                </a:solidFill>
                <a:latin typeface="Arial"/>
                <a:ea typeface="Arial"/>
                <a:cs typeface="Arial"/>
              </a:defRPr>
            </a:defPPr>
            <a:lvl1pPr algn="ctr">
              <a:defRPr sz="1200" b="1">
                <a:solidFill>
                  <a:srgbClr val="A15C00"/>
                </a:solidFill>
                <a:latin typeface="Arial"/>
                <a:ea typeface="Arial"/>
                <a:cs typeface="Arial"/>
              </a:defRPr>
            </a:lvl1pPr>
            <a:lvl2pPr algn="ctr">
              <a:defRPr sz="1200" b="1">
                <a:solidFill>
                  <a:srgbClr val="A15C00"/>
                </a:solidFill>
                <a:latin typeface="Arial"/>
                <a:ea typeface="Arial"/>
                <a:cs typeface="Arial"/>
              </a:defRPr>
            </a:lvl2pPr>
            <a:lvl3pPr algn="ctr">
              <a:defRPr sz="1200" b="1">
                <a:solidFill>
                  <a:srgbClr val="A15C00"/>
                </a:solidFill>
                <a:latin typeface="Arial"/>
                <a:ea typeface="Arial"/>
                <a:cs typeface="Arial"/>
              </a:defRPr>
            </a:lvl3pPr>
            <a:lvl4pPr algn="ctr">
              <a:defRPr sz="1200" b="1">
                <a:solidFill>
                  <a:srgbClr val="A15C00"/>
                </a:solidFill>
                <a:latin typeface="Arial"/>
                <a:ea typeface="Arial"/>
                <a:cs typeface="Arial"/>
              </a:defRPr>
            </a:lvl4pPr>
            <a:lvl5pPr algn="ctr">
              <a:defRPr sz="1200" b="1">
                <a:solidFill>
                  <a:srgbClr val="A15C00"/>
                </a:solidFill>
                <a:latin typeface="Arial"/>
                <a:ea typeface="Arial"/>
                <a:cs typeface="Arial"/>
              </a:defRPr>
            </a:lvl5pPr>
            <a:lvl6pPr algn="ctr">
              <a:defRPr sz="1200" b="1">
                <a:solidFill>
                  <a:srgbClr val="A15C00"/>
                </a:solidFill>
                <a:latin typeface="Arial"/>
                <a:ea typeface="Arial"/>
                <a:cs typeface="Arial"/>
              </a:defRPr>
            </a:lvl6pPr>
            <a:lvl7pPr algn="ctr">
              <a:defRPr sz="1200" b="1">
                <a:solidFill>
                  <a:srgbClr val="A15C00"/>
                </a:solidFill>
                <a:latin typeface="Arial"/>
                <a:ea typeface="Arial"/>
                <a:cs typeface="Arial"/>
              </a:defRPr>
            </a:lvl7pPr>
            <a:lvl8pPr algn="ctr">
              <a:defRPr sz="1200" b="1">
                <a:solidFill>
                  <a:srgbClr val="A15C00"/>
                </a:solidFill>
                <a:latin typeface="Arial"/>
                <a:ea typeface="Arial"/>
                <a:cs typeface="Arial"/>
              </a:defRPr>
            </a:lvl8pPr>
            <a:lvl9pPr algn="ctr">
              <a:defRPr sz="1200" b="1">
                <a:solidFill>
                  <a:srgbClr val="A15C00"/>
                </a:solidFill>
                <a:latin typeface="Arial"/>
                <a:ea typeface="Arial"/>
                <a:cs typeface="Arial"/>
              </a:defRPr>
            </a:lvl9pPr>
          </a:lstStyle>
          <a:p xmlns:a="http://schemas.openxmlformats.org/drawingml/2006/main">
            <a:pPr algn="ctr">
              <a:defRPr sz="1200" b="1">
                <a:solidFill>
                  <a:srgbClr val="A15C00"/>
                </a:solidFill>
                <a:latin typeface="Arial"/>
                <a:ea typeface="Arial"/>
                <a:cs typeface="Arial"/>
              </a:defRPr>
            </a:pPr>
            <a:r>
              <a:rPr sz="1200" b="1">
                <a:solidFill>
                  <a:srgbClr val="A15C00"/>
                </a:solidFill>
                <a:latin typeface="Arial"/>
                <a:ea typeface="Arial"/>
                <a:cs typeface="Arial"/>
              </a:rPr>
              <a:t>MEDIUM RISK</a:t>
            </a:r>
          </a:p>
        </p:txBody>
      </p:sp>
      <p:sp>
        <p:nvSpPr>
          <p:cNvPr id="34" name="s4-Resolution proposal">
            <a:extLst xmlns:a="http://schemas.openxmlformats.org/drawingml/2006/main">
              <a:ext uri="{FF2B5EF4-FFF2-40B4-BE49-F238E27FC236}">
                <a16:creationId xmlns:a16="http://schemas.microsoft.com/office/drawing/2014/main" id="{41E5363B-ACE2-4DEC-8FFE-5FE87CC088C0}"/>
              </a:ext>
            </a:extLst>
          </p:cNvPr>
          <p:cNvSpPr>
            <a:spLocks xmlns:a="http://schemas.openxmlformats.org/drawingml/2006/main" noGrp="1"/>
          </p:cNvSpPr>
          <p:nvPr/>
        </p:nvSpPr>
        <p:spPr>
          <a:xfrm xmlns:a="http://schemas.openxmlformats.org/drawingml/2006/main">
            <a:off x="7858125" y="4857750"/>
            <a:ext cx="32670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11827"/>
                </a:solidFill>
                <a:latin typeface="Arial"/>
                <a:ea typeface="Arial"/>
                <a:cs typeface="Arial"/>
              </a:defRPr>
            </a:defPPr>
            <a:lvl1pPr algn="l">
              <a:defRPr sz="1500" b="0">
                <a:solidFill>
                  <a:srgbClr val="111827"/>
                </a:solidFill>
                <a:latin typeface="Arial"/>
                <a:ea typeface="Arial"/>
                <a:cs typeface="Arial"/>
              </a:defRPr>
            </a:lvl1pPr>
            <a:lvl2pPr algn="l">
              <a:defRPr sz="1500" b="0">
                <a:solidFill>
                  <a:srgbClr val="111827"/>
                </a:solidFill>
                <a:latin typeface="Arial"/>
                <a:ea typeface="Arial"/>
                <a:cs typeface="Arial"/>
              </a:defRPr>
            </a:lvl2pPr>
            <a:lvl3pPr algn="l">
              <a:defRPr sz="1500" b="0">
                <a:solidFill>
                  <a:srgbClr val="111827"/>
                </a:solidFill>
                <a:latin typeface="Arial"/>
                <a:ea typeface="Arial"/>
                <a:cs typeface="Arial"/>
              </a:defRPr>
            </a:lvl3pPr>
            <a:lvl4pPr algn="l">
              <a:defRPr sz="1500" b="0">
                <a:solidFill>
                  <a:srgbClr val="111827"/>
                </a:solidFill>
                <a:latin typeface="Arial"/>
                <a:ea typeface="Arial"/>
                <a:cs typeface="Arial"/>
              </a:defRPr>
            </a:lvl4pPr>
            <a:lvl5pPr algn="l">
              <a:defRPr sz="1500" b="0">
                <a:solidFill>
                  <a:srgbClr val="111827"/>
                </a:solidFill>
                <a:latin typeface="Arial"/>
                <a:ea typeface="Arial"/>
                <a:cs typeface="Arial"/>
              </a:defRPr>
            </a:lvl5pPr>
            <a:lvl6pPr algn="l">
              <a:defRPr sz="1500" b="0">
                <a:solidFill>
                  <a:srgbClr val="111827"/>
                </a:solidFill>
                <a:latin typeface="Arial"/>
                <a:ea typeface="Arial"/>
                <a:cs typeface="Arial"/>
              </a:defRPr>
            </a:lvl6pPr>
            <a:lvl7pPr algn="l">
              <a:defRPr sz="1500" b="0">
                <a:solidFill>
                  <a:srgbClr val="111827"/>
                </a:solidFill>
                <a:latin typeface="Arial"/>
                <a:ea typeface="Arial"/>
                <a:cs typeface="Arial"/>
              </a:defRPr>
            </a:lvl7pPr>
            <a:lvl8pPr algn="l">
              <a:defRPr sz="1500" b="0">
                <a:solidFill>
                  <a:srgbClr val="111827"/>
                </a:solidFill>
                <a:latin typeface="Arial"/>
                <a:ea typeface="Arial"/>
                <a:cs typeface="Arial"/>
              </a:defRPr>
            </a:lvl8pPr>
            <a:lvl9pPr algn="l">
              <a:defRPr sz="1500" b="0">
                <a:solidFill>
                  <a:srgbClr val="111827"/>
                </a:solidFill>
                <a:latin typeface="Arial"/>
                <a:ea typeface="Arial"/>
                <a:cs typeface="Arial"/>
              </a:defRPr>
            </a:lvl9pPr>
          </a:lstStyle>
          <a:p xmlns:a="http://schemas.openxmlformats.org/drawingml/2006/main">
            <a:pPr algn="l">
              <a:defRPr sz="1500" b="0">
                <a:solidFill>
                  <a:srgbClr val="111827"/>
                </a:solidFill>
                <a:latin typeface="Arial"/>
                <a:ea typeface="Arial"/>
                <a:cs typeface="Arial"/>
              </a:defRPr>
            </a:pPr>
            <a:r>
              <a:rPr sz="1500" b="0">
                <a:solidFill>
                  <a:srgbClr val="111827"/>
                </a:solidFill>
                <a:latin typeface="Arial"/>
                <a:ea typeface="Arial"/>
                <a:cs typeface="Arial"/>
              </a:rPr>
              <a:t>Record duplicate disposition,</a:t>
            </a:r>
          </a:p>
          <a:p xmlns:a="http://schemas.openxmlformats.org/drawingml/2006/main">
            <a:pPr algn="l">
              <a:defRPr sz="1500" b="0">
                <a:solidFill>
                  <a:srgbClr val="111827"/>
                </a:solidFill>
                <a:latin typeface="Arial"/>
                <a:ea typeface="Arial"/>
                <a:cs typeface="Arial"/>
              </a:defRPr>
            </a:pPr>
            <a:r>
              <a:rPr sz="1500" b="0">
                <a:solidFill>
                  <a:srgbClr val="111827"/>
                </a:solidFill>
                <a:latin typeface="Arial"/>
                <a:ea typeface="Arial"/>
                <a:cs typeface="Arial"/>
              </a:rPr>
              <a:t>then retry the customer batch</a:t>
            </a:r>
          </a:p>
          <a:p xmlns:a="http://schemas.openxmlformats.org/drawingml/2006/main">
            <a:pPr algn="l">
              <a:defRPr sz="1500" b="0">
                <a:solidFill>
                  <a:srgbClr val="111827"/>
                </a:solidFill>
                <a:latin typeface="Arial"/>
                <a:ea typeface="Arial"/>
                <a:cs typeface="Arial"/>
              </a:defRPr>
            </a:pPr>
            <a:r>
              <a:rPr sz="1500" b="0">
                <a:solidFill>
                  <a:srgbClr val="111827"/>
                </a:solidFill>
                <a:latin typeface="Arial"/>
                <a:ea typeface="Arial"/>
                <a:cs typeface="Arial"/>
              </a:rPr>
              <a:t>from its saved checkpoint.</a:t>
            </a:r>
          </a:p>
        </p:txBody>
      </p:sp>
      <p:sp>
        <p:nvSpPr>
          <p:cNvPr id="35" name="s4-Resolution evidence">
            <a:extLst xmlns:a="http://schemas.openxmlformats.org/drawingml/2006/main">
              <a:ext uri="{FF2B5EF4-FFF2-40B4-BE49-F238E27FC236}">
                <a16:creationId xmlns:a16="http://schemas.microsoft.com/office/drawing/2014/main" id="{3CF6DFA5-7827-4DA4-BB79-6D1F398CC80A}"/>
              </a:ext>
            </a:extLst>
          </p:cNvPr>
          <p:cNvSpPr>
            <a:spLocks xmlns:a="http://schemas.openxmlformats.org/drawingml/2006/main" noGrp="1"/>
          </p:cNvSpPr>
          <p:nvPr/>
        </p:nvSpPr>
        <p:spPr>
          <a:xfrm xmlns:a="http://schemas.openxmlformats.org/drawingml/2006/main">
            <a:off x="7858125" y="5743575"/>
            <a:ext cx="32670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475569"/>
                </a:solidFill>
                <a:latin typeface="Arial"/>
                <a:ea typeface="Arial"/>
                <a:cs typeface="Arial"/>
              </a:defRPr>
            </a:defPPr>
            <a:lvl1pPr algn="l">
              <a:defRPr sz="1275" b="0">
                <a:solidFill>
                  <a:srgbClr val="475569"/>
                </a:solidFill>
                <a:latin typeface="Arial"/>
                <a:ea typeface="Arial"/>
                <a:cs typeface="Arial"/>
              </a:defRPr>
            </a:lvl1pPr>
            <a:lvl2pPr algn="l">
              <a:defRPr sz="1275" b="0">
                <a:solidFill>
                  <a:srgbClr val="475569"/>
                </a:solidFill>
                <a:latin typeface="Arial"/>
                <a:ea typeface="Arial"/>
                <a:cs typeface="Arial"/>
              </a:defRPr>
            </a:lvl2pPr>
            <a:lvl3pPr algn="l">
              <a:defRPr sz="1275" b="0">
                <a:solidFill>
                  <a:srgbClr val="475569"/>
                </a:solidFill>
                <a:latin typeface="Arial"/>
                <a:ea typeface="Arial"/>
                <a:cs typeface="Arial"/>
              </a:defRPr>
            </a:lvl3pPr>
            <a:lvl4pPr algn="l">
              <a:defRPr sz="1275" b="0">
                <a:solidFill>
                  <a:srgbClr val="475569"/>
                </a:solidFill>
                <a:latin typeface="Arial"/>
                <a:ea typeface="Arial"/>
                <a:cs typeface="Arial"/>
              </a:defRPr>
            </a:lvl4pPr>
            <a:lvl5pPr algn="l">
              <a:defRPr sz="1275" b="0">
                <a:solidFill>
                  <a:srgbClr val="475569"/>
                </a:solidFill>
                <a:latin typeface="Arial"/>
                <a:ea typeface="Arial"/>
                <a:cs typeface="Arial"/>
              </a:defRPr>
            </a:lvl5pPr>
            <a:lvl6pPr algn="l">
              <a:defRPr sz="1275" b="0">
                <a:solidFill>
                  <a:srgbClr val="475569"/>
                </a:solidFill>
                <a:latin typeface="Arial"/>
                <a:ea typeface="Arial"/>
                <a:cs typeface="Arial"/>
              </a:defRPr>
            </a:lvl6pPr>
            <a:lvl7pPr algn="l">
              <a:defRPr sz="1275" b="0">
                <a:solidFill>
                  <a:srgbClr val="475569"/>
                </a:solidFill>
                <a:latin typeface="Arial"/>
                <a:ea typeface="Arial"/>
                <a:cs typeface="Arial"/>
              </a:defRPr>
            </a:lvl7pPr>
            <a:lvl8pPr algn="l">
              <a:defRPr sz="1275" b="0">
                <a:solidFill>
                  <a:srgbClr val="475569"/>
                </a:solidFill>
                <a:latin typeface="Arial"/>
                <a:ea typeface="Arial"/>
                <a:cs typeface="Arial"/>
              </a:defRPr>
            </a:lvl8pPr>
            <a:lvl9pPr algn="l">
              <a:defRPr sz="1275" b="0">
                <a:solidFill>
                  <a:srgbClr val="475569"/>
                </a:solidFill>
                <a:latin typeface="Arial"/>
                <a:ea typeface="Arial"/>
                <a:cs typeface="Arial"/>
              </a:defRPr>
            </a:lvl9pPr>
          </a:lstStyle>
          <a:p xmlns:a="http://schemas.openxmlformats.org/drawingml/2006/main">
            <a:pPr algn="l">
              <a:defRPr sz="1275" b="0">
                <a:solidFill>
                  <a:srgbClr val="475569"/>
                </a:solidFill>
                <a:latin typeface="Arial"/>
                <a:ea typeface="Arial"/>
                <a:cs typeface="Arial"/>
              </a:defRPr>
            </a:pPr>
            <a:r>
              <a:rPr sz="1275" b="0">
                <a:solidFill>
                  <a:srgbClr val="475569"/>
                </a:solidFill>
                <a:latin typeface="Arial"/>
                <a:ea typeface="Arial"/>
                <a:cs typeface="Arial"/>
              </a:rPr>
              <a:t>Evidence: batch-02-customers</a:t>
            </a:r>
          </a:p>
          <a:p xmlns:a="http://schemas.openxmlformats.org/drawingml/2006/main">
            <a:pPr algn="l">
              <a:defRPr sz="1275" b="0">
                <a:solidFill>
                  <a:srgbClr val="475569"/>
                </a:solidFill>
                <a:latin typeface="Arial"/>
                <a:ea typeface="Arial"/>
                <a:cs typeface="Arial"/>
              </a:defRPr>
            </a:pPr>
            <a:r>
              <a:rPr sz="1275" b="0">
                <a:solidFill>
                  <a:srgbClr val="475569"/>
                </a:solidFill>
                <a:latin typeface="Arial"/>
                <a:ea typeface="Arial"/>
                <a:cs typeface="Arial"/>
              </a:rPr>
              <a:t>Policy: resolution-policy-v1</a:t>
            </a:r>
          </a:p>
          <a:p xmlns:a="http://schemas.openxmlformats.org/drawingml/2006/main">
            <a:pPr algn="l">
              <a:defRPr sz="1275" b="0">
                <a:solidFill>
                  <a:srgbClr val="475569"/>
                </a:solidFill>
                <a:latin typeface="Arial"/>
                <a:ea typeface="Arial"/>
                <a:cs typeface="Arial"/>
              </a:defRPr>
            </a:pPr>
            <a:r>
              <a:rPr sz="1275" b="0">
                <a:solidFill>
                  <a:srgbClr val="475569"/>
                </a:solidFill>
                <a:latin typeface="Arial"/>
                <a:ea typeface="Arial"/>
                <a:cs typeface="Arial"/>
              </a:rPr>
              <a:t>Rules-based proposal, not live AI.</a:t>
            </a:r>
          </a:p>
        </p:txBody>
      </p:sp>
      <p:sp>
        <p:nvSpPr>
          <p:cNvPr id="36" name="s4-Button Approve resolution">
            <a:extLst xmlns:a="http://schemas.openxmlformats.org/drawingml/2006/main">
              <a:ext uri="{FF2B5EF4-FFF2-40B4-BE49-F238E27FC236}">
                <a16:creationId xmlns:a16="http://schemas.microsoft.com/office/drawing/2014/main" id="{203DBA32-C079-4B62-82A4-0E686C871898}"/>
              </a:ext>
            </a:extLst>
          </p:cNvPr>
          <p:cNvSpPr>
            <a:spLocks xmlns:a="http://schemas.openxmlformats.org/drawingml/2006/main" noGrp="1"/>
          </p:cNvSpPr>
          <p:nvPr/>
        </p:nvSpPr>
        <p:spPr>
          <a:xfrm xmlns:a="http://schemas.openxmlformats.org/drawingml/2006/main">
            <a:off x="7858125" y="6543675"/>
            <a:ext cx="2257425" cy="381000"/>
          </a:xfrm>
          <a:prstGeom xmlns:a="http://schemas.openxmlformats.org/drawingml/2006/main" prst="roundRect">
            <a:avLst>
              <a:gd name="adj" fmla="val 20000"/>
            </a:avLst>
          </a:prstGeom>
          <a:solidFill xmlns:a="http://schemas.openxmlformats.org/drawingml/2006/main">
            <a:srgbClr val="155EEF"/>
          </a:solidFill>
          <a:ln xmlns:a="http://schemas.openxmlformats.org/drawingml/2006/main" w="0">
            <a:noFill/>
            <a:prstDash val="solid"/>
          </a:ln>
        </p:spPr>
      </p:sp>
      <p:sp>
        <p:nvSpPr>
          <p:cNvPr id="37" name="s4-Button label Approve resolution">
            <a:extLst xmlns:a="http://schemas.openxmlformats.org/drawingml/2006/main">
              <a:ext uri="{FF2B5EF4-FFF2-40B4-BE49-F238E27FC236}">
                <a16:creationId xmlns:a16="http://schemas.microsoft.com/office/drawing/2014/main" id="{47EF5E0E-FBA9-4046-B982-4FF74F543D43}"/>
              </a:ext>
            </a:extLst>
          </p:cNvPr>
          <p:cNvSpPr>
            <a:spLocks xmlns:a="http://schemas.openxmlformats.org/drawingml/2006/main" noGrp="1"/>
          </p:cNvSpPr>
          <p:nvPr/>
        </p:nvSpPr>
        <p:spPr>
          <a:xfrm xmlns:a="http://schemas.openxmlformats.org/drawingml/2006/main">
            <a:off x="7991475" y="6600825"/>
            <a:ext cx="1990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FFFFFF"/>
                </a:solidFill>
                <a:latin typeface="Arial"/>
                <a:ea typeface="Arial"/>
                <a:cs typeface="Arial"/>
              </a:defRPr>
            </a:defPPr>
            <a:lvl1pPr algn="ctr">
              <a:defRPr sz="1425" b="1">
                <a:solidFill>
                  <a:srgbClr val="FFFFFF"/>
                </a:solidFill>
                <a:latin typeface="Arial"/>
                <a:ea typeface="Arial"/>
                <a:cs typeface="Arial"/>
              </a:defRPr>
            </a:lvl1pPr>
            <a:lvl2pPr algn="ctr">
              <a:defRPr sz="1425" b="1">
                <a:solidFill>
                  <a:srgbClr val="FFFFFF"/>
                </a:solidFill>
                <a:latin typeface="Arial"/>
                <a:ea typeface="Arial"/>
                <a:cs typeface="Arial"/>
              </a:defRPr>
            </a:lvl2pPr>
            <a:lvl3pPr algn="ctr">
              <a:defRPr sz="1425" b="1">
                <a:solidFill>
                  <a:srgbClr val="FFFFFF"/>
                </a:solidFill>
                <a:latin typeface="Arial"/>
                <a:ea typeface="Arial"/>
                <a:cs typeface="Arial"/>
              </a:defRPr>
            </a:lvl3pPr>
            <a:lvl4pPr algn="ctr">
              <a:defRPr sz="1425" b="1">
                <a:solidFill>
                  <a:srgbClr val="FFFFFF"/>
                </a:solidFill>
                <a:latin typeface="Arial"/>
                <a:ea typeface="Arial"/>
                <a:cs typeface="Arial"/>
              </a:defRPr>
            </a:lvl4pPr>
            <a:lvl5pPr algn="ctr">
              <a:defRPr sz="1425" b="1">
                <a:solidFill>
                  <a:srgbClr val="FFFFFF"/>
                </a:solidFill>
                <a:latin typeface="Arial"/>
                <a:ea typeface="Arial"/>
                <a:cs typeface="Arial"/>
              </a:defRPr>
            </a:lvl5pPr>
            <a:lvl6pPr algn="ctr">
              <a:defRPr sz="1425" b="1">
                <a:solidFill>
                  <a:srgbClr val="FFFFFF"/>
                </a:solidFill>
                <a:latin typeface="Arial"/>
                <a:ea typeface="Arial"/>
                <a:cs typeface="Arial"/>
              </a:defRPr>
            </a:lvl6pPr>
            <a:lvl7pPr algn="ctr">
              <a:defRPr sz="1425" b="1">
                <a:solidFill>
                  <a:srgbClr val="FFFFFF"/>
                </a:solidFill>
                <a:latin typeface="Arial"/>
                <a:ea typeface="Arial"/>
                <a:cs typeface="Arial"/>
              </a:defRPr>
            </a:lvl7pPr>
            <a:lvl8pPr algn="ctr">
              <a:defRPr sz="1425" b="1">
                <a:solidFill>
                  <a:srgbClr val="FFFFFF"/>
                </a:solidFill>
                <a:latin typeface="Arial"/>
                <a:ea typeface="Arial"/>
                <a:cs typeface="Arial"/>
              </a:defRPr>
            </a:lvl8pPr>
            <a:lvl9pPr algn="ctr">
              <a:defRPr sz="1425" b="1">
                <a:solidFill>
                  <a:srgbClr val="FFFFFF"/>
                </a:solidFill>
                <a:latin typeface="Arial"/>
                <a:ea typeface="Arial"/>
                <a:cs typeface="Arial"/>
              </a:defRPr>
            </a:lvl9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Approve resolution</a:t>
            </a:r>
          </a:p>
        </p:txBody>
      </p:sp>
      <p:sp>
        <p:nvSpPr>
          <p:cNvPr id="38" name="s4-Reject action">
            <a:extLst xmlns:a="http://schemas.openxmlformats.org/drawingml/2006/main">
              <a:ext uri="{FF2B5EF4-FFF2-40B4-BE49-F238E27FC236}">
                <a16:creationId xmlns:a16="http://schemas.microsoft.com/office/drawing/2014/main" id="{830699A5-6E4F-4505-85BF-3C243CB804E6}"/>
              </a:ext>
            </a:extLst>
          </p:cNvPr>
          <p:cNvSpPr>
            <a:spLocks xmlns:a="http://schemas.openxmlformats.org/drawingml/2006/main" noGrp="1"/>
          </p:cNvSpPr>
          <p:nvPr/>
        </p:nvSpPr>
        <p:spPr>
          <a:xfrm xmlns:a="http://schemas.openxmlformats.org/drawingml/2006/main">
            <a:off x="10239375" y="6600825"/>
            <a:ext cx="95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475569"/>
                </a:solidFill>
                <a:latin typeface="Arial"/>
                <a:ea typeface="Arial"/>
                <a:cs typeface="Arial"/>
              </a:defRPr>
            </a:defPPr>
            <a:lvl1pPr algn="l">
              <a:defRPr sz="1200" b="0">
                <a:solidFill>
                  <a:srgbClr val="475569"/>
                </a:solidFill>
                <a:latin typeface="Arial"/>
                <a:ea typeface="Arial"/>
                <a:cs typeface="Arial"/>
              </a:defRPr>
            </a:lvl1pPr>
            <a:lvl2pPr algn="l">
              <a:defRPr sz="1200" b="0">
                <a:solidFill>
                  <a:srgbClr val="475569"/>
                </a:solidFill>
                <a:latin typeface="Arial"/>
                <a:ea typeface="Arial"/>
                <a:cs typeface="Arial"/>
              </a:defRPr>
            </a:lvl2pPr>
            <a:lvl3pPr algn="l">
              <a:defRPr sz="1200" b="0">
                <a:solidFill>
                  <a:srgbClr val="475569"/>
                </a:solidFill>
                <a:latin typeface="Arial"/>
                <a:ea typeface="Arial"/>
                <a:cs typeface="Arial"/>
              </a:defRPr>
            </a:lvl3pPr>
            <a:lvl4pPr algn="l">
              <a:defRPr sz="1200" b="0">
                <a:solidFill>
                  <a:srgbClr val="475569"/>
                </a:solidFill>
                <a:latin typeface="Arial"/>
                <a:ea typeface="Arial"/>
                <a:cs typeface="Arial"/>
              </a:defRPr>
            </a:lvl4pPr>
            <a:lvl5pPr algn="l">
              <a:defRPr sz="1200" b="0">
                <a:solidFill>
                  <a:srgbClr val="475569"/>
                </a:solidFill>
                <a:latin typeface="Arial"/>
                <a:ea typeface="Arial"/>
                <a:cs typeface="Arial"/>
              </a:defRPr>
            </a:lvl5pPr>
            <a:lvl6pPr algn="l">
              <a:defRPr sz="1200" b="0">
                <a:solidFill>
                  <a:srgbClr val="475569"/>
                </a:solidFill>
                <a:latin typeface="Arial"/>
                <a:ea typeface="Arial"/>
                <a:cs typeface="Arial"/>
              </a:defRPr>
            </a:lvl6pPr>
            <a:lvl7pPr algn="l">
              <a:defRPr sz="1200" b="0">
                <a:solidFill>
                  <a:srgbClr val="475569"/>
                </a:solidFill>
                <a:latin typeface="Arial"/>
                <a:ea typeface="Arial"/>
                <a:cs typeface="Arial"/>
              </a:defRPr>
            </a:lvl7pPr>
            <a:lvl8pPr algn="l">
              <a:defRPr sz="1200" b="0">
                <a:solidFill>
                  <a:srgbClr val="475569"/>
                </a:solidFill>
                <a:latin typeface="Arial"/>
                <a:ea typeface="Arial"/>
                <a:cs typeface="Arial"/>
              </a:defRPr>
            </a:lvl8pPr>
            <a:lvl9pPr algn="l">
              <a:defRPr sz="1200" b="0">
                <a:solidFill>
                  <a:srgbClr val="475569"/>
                </a:solidFill>
                <a:latin typeface="Arial"/>
                <a:ea typeface="Arial"/>
                <a:cs typeface="Arial"/>
              </a:defRPr>
            </a:lvl9pPr>
          </a:lstStyle>
          <a:p xmlns:a="http://schemas.openxmlformats.org/drawingml/2006/main">
            <a:pPr algn="l">
              <a:defRPr sz="1200" b="0">
                <a:solidFill>
                  <a:srgbClr val="475569"/>
                </a:solidFill>
                <a:latin typeface="Arial"/>
                <a:ea typeface="Arial"/>
                <a:cs typeface="Arial"/>
              </a:defRPr>
            </a:pPr>
            <a:r>
              <a:rPr sz="1200" b="0">
                <a:solidFill>
                  <a:srgbClr val="475569"/>
                </a:solidFill>
                <a:latin typeface="Arial"/>
                <a:ea typeface="Arial"/>
                <a:cs typeface="Arial"/>
              </a:rPr>
              <a:t>Reject and</a:t>
            </a:r>
          </a:p>
          <a:p xmlns:a="http://schemas.openxmlformats.org/drawingml/2006/main">
            <a:pPr algn="l">
              <a:defRPr sz="1200" b="0">
                <a:solidFill>
                  <a:srgbClr val="475569"/>
                </a:solidFill>
                <a:latin typeface="Arial"/>
                <a:ea typeface="Arial"/>
                <a:cs typeface="Arial"/>
              </a:defRPr>
            </a:pPr>
            <a:r>
              <a:rPr sz="1200" b="0">
                <a:solidFill>
                  <a:srgbClr val="475569"/>
                </a:solidFill>
                <a:latin typeface="Arial"/>
                <a:ea typeface="Arial"/>
                <a:cs typeface="Arial"/>
              </a:rPr>
              <a:t>block</a:t>
            </a:r>
          </a:p>
        </p:txBody>
      </p:sp>
      <p:sp>
        <p:nvSpPr>
          <p:cNvPr id="39" name="s4-Rail problem label">
            <a:extLst xmlns:a="http://schemas.openxmlformats.org/drawingml/2006/main">
              <a:ext uri="{FF2B5EF4-FFF2-40B4-BE49-F238E27FC236}">
                <a16:creationId xmlns:a16="http://schemas.microsoft.com/office/drawing/2014/main" id="{773AE2CB-CC0E-49F7-B68C-9D34EAA5EB95}"/>
              </a:ext>
            </a:extLst>
          </p:cNvPr>
          <p:cNvSpPr>
            <a:spLocks xmlns:a="http://schemas.openxmlformats.org/drawingml/2006/main" noGrp="1"/>
          </p:cNvSpPr>
          <p:nvPr/>
        </p:nvSpPr>
        <p:spPr>
          <a:xfrm xmlns:a="http://schemas.openxmlformats.org/drawingml/2006/main">
            <a:off x="12001500" y="1943100"/>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64748B"/>
                </a:solidFill>
                <a:latin typeface="Arial"/>
                <a:ea typeface="Arial"/>
                <a:cs typeface="Arial"/>
              </a:defRPr>
            </a:defPPr>
            <a:lvl1pPr algn="l">
              <a:defRPr sz="1200" b="1">
                <a:solidFill>
                  <a:srgbClr val="64748B"/>
                </a:solidFill>
                <a:latin typeface="Arial"/>
                <a:ea typeface="Arial"/>
                <a:cs typeface="Arial"/>
              </a:defRPr>
            </a:lvl1pPr>
            <a:lvl2pPr algn="l">
              <a:defRPr sz="1200" b="1">
                <a:solidFill>
                  <a:srgbClr val="64748B"/>
                </a:solidFill>
                <a:latin typeface="Arial"/>
                <a:ea typeface="Arial"/>
                <a:cs typeface="Arial"/>
              </a:defRPr>
            </a:lvl2pPr>
            <a:lvl3pPr algn="l">
              <a:defRPr sz="1200" b="1">
                <a:solidFill>
                  <a:srgbClr val="64748B"/>
                </a:solidFill>
                <a:latin typeface="Arial"/>
                <a:ea typeface="Arial"/>
                <a:cs typeface="Arial"/>
              </a:defRPr>
            </a:lvl3pPr>
            <a:lvl4pPr algn="l">
              <a:defRPr sz="1200" b="1">
                <a:solidFill>
                  <a:srgbClr val="64748B"/>
                </a:solidFill>
                <a:latin typeface="Arial"/>
                <a:ea typeface="Arial"/>
                <a:cs typeface="Arial"/>
              </a:defRPr>
            </a:lvl4pPr>
            <a:lvl5pPr algn="l">
              <a:defRPr sz="1200" b="1">
                <a:solidFill>
                  <a:srgbClr val="64748B"/>
                </a:solidFill>
                <a:latin typeface="Arial"/>
                <a:ea typeface="Arial"/>
                <a:cs typeface="Arial"/>
              </a:defRPr>
            </a:lvl5pPr>
            <a:lvl6pPr algn="l">
              <a:defRPr sz="1200" b="1">
                <a:solidFill>
                  <a:srgbClr val="64748B"/>
                </a:solidFill>
                <a:latin typeface="Arial"/>
                <a:ea typeface="Arial"/>
                <a:cs typeface="Arial"/>
              </a:defRPr>
            </a:lvl6pPr>
            <a:lvl7pPr algn="l">
              <a:defRPr sz="1200" b="1">
                <a:solidFill>
                  <a:srgbClr val="64748B"/>
                </a:solidFill>
                <a:latin typeface="Arial"/>
                <a:ea typeface="Arial"/>
                <a:cs typeface="Arial"/>
              </a:defRPr>
            </a:lvl7pPr>
            <a:lvl8pPr algn="l">
              <a:defRPr sz="1200" b="1">
                <a:solidFill>
                  <a:srgbClr val="64748B"/>
                </a:solidFill>
                <a:latin typeface="Arial"/>
                <a:ea typeface="Arial"/>
                <a:cs typeface="Arial"/>
              </a:defRPr>
            </a:lvl8pPr>
            <a:lvl9pPr algn="l">
              <a:defRPr sz="1200" b="1">
                <a:solidFill>
                  <a:srgbClr val="64748B"/>
                </a:solidFill>
                <a:latin typeface="Arial"/>
                <a:ea typeface="Arial"/>
                <a:cs typeface="Arial"/>
              </a:defRPr>
            </a:lvl9pPr>
          </a:lstStyle>
          <a:p xmlns:a="http://schemas.openxmlformats.org/drawingml/2006/main">
            <a:pPr algn="l">
              <a:defRPr sz="1200" b="1">
                <a:solidFill>
                  <a:srgbClr val="64748B"/>
                </a:solidFill>
                <a:latin typeface="Arial"/>
                <a:ea typeface="Arial"/>
                <a:cs typeface="Arial"/>
              </a:defRPr>
            </a:pPr>
            <a:r>
              <a:rPr sz="1200" b="1">
                <a:solidFill>
                  <a:srgbClr val="64748B"/>
                </a:solidFill>
                <a:latin typeface="Arial"/>
                <a:ea typeface="Arial"/>
                <a:cs typeface="Arial"/>
              </a:rPr>
              <a:t>CUSTOMER NEED</a:t>
            </a:r>
          </a:p>
        </p:txBody>
      </p:sp>
      <p:sp>
        <p:nvSpPr>
          <p:cNvPr id="40" name="s4-Rail problem title">
            <a:extLst xmlns:a="http://schemas.openxmlformats.org/drawingml/2006/main">
              <a:ext uri="{FF2B5EF4-FFF2-40B4-BE49-F238E27FC236}">
                <a16:creationId xmlns:a16="http://schemas.microsoft.com/office/drawing/2014/main" id="{A6580502-AA7B-499D-9135-71E43AED6CC6}"/>
              </a:ext>
            </a:extLst>
          </p:cNvPr>
          <p:cNvSpPr>
            <a:spLocks xmlns:a="http://schemas.openxmlformats.org/drawingml/2006/main" noGrp="1"/>
          </p:cNvSpPr>
          <p:nvPr/>
        </p:nvSpPr>
        <p:spPr>
          <a:xfrm xmlns:a="http://schemas.openxmlformats.org/drawingml/2006/main">
            <a:off x="12001500" y="2286000"/>
            <a:ext cx="28194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243F"/>
                </a:solidFill>
                <a:latin typeface="Arial"/>
                <a:ea typeface="Arial"/>
                <a:cs typeface="Arial"/>
              </a:defRPr>
            </a:defPPr>
            <a:lvl1pPr algn="l">
              <a:defRPr sz="2100" b="1">
                <a:solidFill>
                  <a:srgbClr val="17243F"/>
                </a:solidFill>
                <a:latin typeface="Arial"/>
                <a:ea typeface="Arial"/>
                <a:cs typeface="Arial"/>
              </a:defRPr>
            </a:lvl1pPr>
            <a:lvl2pPr algn="l">
              <a:defRPr sz="2100" b="1">
                <a:solidFill>
                  <a:srgbClr val="17243F"/>
                </a:solidFill>
                <a:latin typeface="Arial"/>
                <a:ea typeface="Arial"/>
                <a:cs typeface="Arial"/>
              </a:defRPr>
            </a:lvl2pPr>
            <a:lvl3pPr algn="l">
              <a:defRPr sz="2100" b="1">
                <a:solidFill>
                  <a:srgbClr val="17243F"/>
                </a:solidFill>
                <a:latin typeface="Arial"/>
                <a:ea typeface="Arial"/>
                <a:cs typeface="Arial"/>
              </a:defRPr>
            </a:lvl3pPr>
            <a:lvl4pPr algn="l">
              <a:defRPr sz="2100" b="1">
                <a:solidFill>
                  <a:srgbClr val="17243F"/>
                </a:solidFill>
                <a:latin typeface="Arial"/>
                <a:ea typeface="Arial"/>
                <a:cs typeface="Arial"/>
              </a:defRPr>
            </a:lvl4pPr>
            <a:lvl5pPr algn="l">
              <a:defRPr sz="2100" b="1">
                <a:solidFill>
                  <a:srgbClr val="17243F"/>
                </a:solidFill>
                <a:latin typeface="Arial"/>
                <a:ea typeface="Arial"/>
                <a:cs typeface="Arial"/>
              </a:defRPr>
            </a:lvl5pPr>
            <a:lvl6pPr algn="l">
              <a:defRPr sz="2100" b="1">
                <a:solidFill>
                  <a:srgbClr val="17243F"/>
                </a:solidFill>
                <a:latin typeface="Arial"/>
                <a:ea typeface="Arial"/>
                <a:cs typeface="Arial"/>
              </a:defRPr>
            </a:lvl6pPr>
            <a:lvl7pPr algn="l">
              <a:defRPr sz="2100" b="1">
                <a:solidFill>
                  <a:srgbClr val="17243F"/>
                </a:solidFill>
                <a:latin typeface="Arial"/>
                <a:ea typeface="Arial"/>
                <a:cs typeface="Arial"/>
              </a:defRPr>
            </a:lvl7pPr>
            <a:lvl8pPr algn="l">
              <a:defRPr sz="2100" b="1">
                <a:solidFill>
                  <a:srgbClr val="17243F"/>
                </a:solidFill>
                <a:latin typeface="Arial"/>
                <a:ea typeface="Arial"/>
                <a:cs typeface="Arial"/>
              </a:defRPr>
            </a:lvl8pPr>
            <a:lvl9pPr algn="l">
              <a:defRPr sz="2100" b="1">
                <a:solidFill>
                  <a:srgbClr val="17243F"/>
                </a:solidFill>
                <a:latin typeface="Arial"/>
                <a:ea typeface="Arial"/>
                <a:cs typeface="Arial"/>
              </a:defRPr>
            </a:lvl9pPr>
          </a:lstStyle>
          <a:p xmlns:a="http://schemas.openxmlformats.org/drawingml/2006/main">
            <a:pPr algn="l">
              <a:defRPr sz="2100" b="1">
                <a:solidFill>
                  <a:srgbClr val="17243F"/>
                </a:solidFill>
                <a:latin typeface="Arial"/>
                <a:ea typeface="Arial"/>
                <a:cs typeface="Arial"/>
              </a:defRPr>
            </a:pPr>
            <a:r>
              <a:rPr sz="2100" b="1">
                <a:solidFill>
                  <a:srgbClr val="17243F"/>
                </a:solidFill>
                <a:latin typeface="Arial"/>
                <a:ea typeface="Arial"/>
                <a:cs typeface="Arial"/>
              </a:rPr>
              <a:t>A pause should</a:t>
            </a:r>
          </a:p>
          <a:p xmlns:a="http://schemas.openxmlformats.org/drawingml/2006/main">
            <a:pPr algn="l">
              <a:defRPr sz="2100" b="1">
                <a:solidFill>
                  <a:srgbClr val="17243F"/>
                </a:solidFill>
                <a:latin typeface="Arial"/>
                <a:ea typeface="Arial"/>
                <a:cs typeface="Arial"/>
              </a:defRPr>
            </a:pPr>
            <a:r>
              <a:rPr sz="2100" b="1">
                <a:solidFill>
                  <a:srgbClr val="17243F"/>
                </a:solidFill>
                <a:latin typeface="Arial"/>
                <a:ea typeface="Arial"/>
                <a:cs typeface="Arial"/>
              </a:rPr>
              <a:t>be understandable.</a:t>
            </a:r>
          </a:p>
        </p:txBody>
      </p:sp>
      <p:sp>
        <p:nvSpPr>
          <p:cNvPr id="41" name="s4-Rail problem body">
            <a:extLst xmlns:a="http://schemas.openxmlformats.org/drawingml/2006/main">
              <a:ext uri="{FF2B5EF4-FFF2-40B4-BE49-F238E27FC236}">
                <a16:creationId xmlns:a16="http://schemas.microsoft.com/office/drawing/2014/main" id="{0C9BB086-9F05-413B-AFEE-B664A43F845B}"/>
              </a:ext>
            </a:extLst>
          </p:cNvPr>
          <p:cNvSpPr>
            <a:spLocks xmlns:a="http://schemas.openxmlformats.org/drawingml/2006/main" noGrp="1"/>
          </p:cNvSpPr>
          <p:nvPr/>
        </p:nvSpPr>
        <p:spPr>
          <a:xfrm xmlns:a="http://schemas.openxmlformats.org/drawingml/2006/main">
            <a:off x="12001500" y="3152775"/>
            <a:ext cx="2819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75569"/>
                </a:solidFill>
                <a:latin typeface="Arial"/>
                <a:ea typeface="Arial"/>
                <a:cs typeface="Arial"/>
              </a:defRPr>
            </a:defPPr>
            <a:lvl1pPr algn="l">
              <a:defRPr sz="1500" b="0">
                <a:solidFill>
                  <a:srgbClr val="475569"/>
                </a:solidFill>
                <a:latin typeface="Arial"/>
                <a:ea typeface="Arial"/>
                <a:cs typeface="Arial"/>
              </a:defRPr>
            </a:lvl1pPr>
            <a:lvl2pPr algn="l">
              <a:defRPr sz="1500" b="0">
                <a:solidFill>
                  <a:srgbClr val="475569"/>
                </a:solidFill>
                <a:latin typeface="Arial"/>
                <a:ea typeface="Arial"/>
                <a:cs typeface="Arial"/>
              </a:defRPr>
            </a:lvl2pPr>
            <a:lvl3pPr algn="l">
              <a:defRPr sz="1500" b="0">
                <a:solidFill>
                  <a:srgbClr val="475569"/>
                </a:solidFill>
                <a:latin typeface="Arial"/>
                <a:ea typeface="Arial"/>
                <a:cs typeface="Arial"/>
              </a:defRPr>
            </a:lvl3pPr>
            <a:lvl4pPr algn="l">
              <a:defRPr sz="1500" b="0">
                <a:solidFill>
                  <a:srgbClr val="475569"/>
                </a:solidFill>
                <a:latin typeface="Arial"/>
                <a:ea typeface="Arial"/>
                <a:cs typeface="Arial"/>
              </a:defRPr>
            </a:lvl4pPr>
            <a:lvl5pPr algn="l">
              <a:defRPr sz="1500" b="0">
                <a:solidFill>
                  <a:srgbClr val="475569"/>
                </a:solidFill>
                <a:latin typeface="Arial"/>
                <a:ea typeface="Arial"/>
                <a:cs typeface="Arial"/>
              </a:defRPr>
            </a:lvl5pPr>
            <a:lvl6pPr algn="l">
              <a:defRPr sz="1500" b="0">
                <a:solidFill>
                  <a:srgbClr val="475569"/>
                </a:solidFill>
                <a:latin typeface="Arial"/>
                <a:ea typeface="Arial"/>
                <a:cs typeface="Arial"/>
              </a:defRPr>
            </a:lvl6pPr>
            <a:lvl7pPr algn="l">
              <a:defRPr sz="1500" b="0">
                <a:solidFill>
                  <a:srgbClr val="475569"/>
                </a:solidFill>
                <a:latin typeface="Arial"/>
                <a:ea typeface="Arial"/>
                <a:cs typeface="Arial"/>
              </a:defRPr>
            </a:lvl7pPr>
            <a:lvl8pPr algn="l">
              <a:defRPr sz="1500" b="0">
                <a:solidFill>
                  <a:srgbClr val="475569"/>
                </a:solidFill>
                <a:latin typeface="Arial"/>
                <a:ea typeface="Arial"/>
                <a:cs typeface="Arial"/>
              </a:defRPr>
            </a:lvl8pPr>
            <a:lvl9pPr algn="l">
              <a:defRPr sz="1500" b="0">
                <a:solidFill>
                  <a:srgbClr val="475569"/>
                </a:solidFill>
                <a:latin typeface="Arial"/>
                <a:ea typeface="Arial"/>
                <a:cs typeface="Arial"/>
              </a:defRPr>
            </a:lvl9pPr>
          </a:lstStyle>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The user sees what finished,</a:t>
            </a:r>
          </a:p>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what failed and exactly what</a:t>
            </a:r>
          </a:p>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an approved retry will do.</a:t>
            </a:r>
          </a:p>
        </p:txBody>
      </p:sp>
      <p:cxnSp>
        <p:nvCxnSpPr>
          <p:cNvPr id="42" name="s4-Rail separator">
            <a:extLst xmlns:a="http://schemas.openxmlformats.org/drawingml/2006/main">
              <a:ext uri="{FF2B5EF4-FFF2-40B4-BE49-F238E27FC236}">
                <a16:creationId xmlns:a16="http://schemas.microsoft.com/office/drawing/2014/main" id="{D4CAEC94-2C2B-45D0-850F-4448FD9E6A40}"/>
              </a:ext>
            </a:extLst>
          </p:cNvPr>
          <p:cNvCxnSpPr/>
          <p:nvPr/>
        </p:nvCxnSpPr>
        <p:spPr>
          <a:xfrm xmlns:a="http://schemas.openxmlformats.org/drawingml/2006/main" flipH="0" flipV="0">
            <a:off x="12001500" y="4171950"/>
            <a:ext cx="2819400" cy="0"/>
          </a:xfrm>
          <a:prstGeom xmlns:a="http://schemas.openxmlformats.org/drawingml/2006/main" prst="straightConnector1">
            <a:avLst/>
          </a:prstGeom>
          <a:ln xmlns:a="http://schemas.openxmlformats.org/drawingml/2006/main" w="9525">
            <a:solidFill>
              <a:srgbClr val="D8E0EB"/>
            </a:solidFill>
            <a:tailEnd type="none" w="sm" len="sm"/>
          </a:ln>
        </p:spPr>
      </p:cxnSp>
      <p:sp>
        <p:nvSpPr>
          <p:cNvPr id="43" name="s4-AI value heading">
            <a:extLst xmlns:a="http://schemas.openxmlformats.org/drawingml/2006/main">
              <a:ext uri="{FF2B5EF4-FFF2-40B4-BE49-F238E27FC236}">
                <a16:creationId xmlns:a16="http://schemas.microsoft.com/office/drawing/2014/main" id="{DE1DAC14-CE2A-40AC-A391-E1DC88ADE14A}"/>
              </a:ext>
            </a:extLst>
          </p:cNvPr>
          <p:cNvSpPr>
            <a:spLocks xmlns:a="http://schemas.openxmlformats.org/drawingml/2006/main" noGrp="1"/>
          </p:cNvSpPr>
          <p:nvPr/>
        </p:nvSpPr>
        <p:spPr>
          <a:xfrm xmlns:a="http://schemas.openxmlformats.org/drawingml/2006/main">
            <a:off x="12001500" y="43910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5448C8"/>
                </a:solidFill>
                <a:latin typeface="Arial"/>
                <a:ea typeface="Arial"/>
                <a:cs typeface="Arial"/>
              </a:defRPr>
            </a:defPPr>
            <a:lvl1pPr algn="l">
              <a:defRPr sz="1350" b="1">
                <a:solidFill>
                  <a:srgbClr val="5448C8"/>
                </a:solidFill>
                <a:latin typeface="Arial"/>
                <a:ea typeface="Arial"/>
                <a:cs typeface="Arial"/>
              </a:defRPr>
            </a:lvl1pPr>
            <a:lvl2pPr algn="l">
              <a:defRPr sz="1350" b="1">
                <a:solidFill>
                  <a:srgbClr val="5448C8"/>
                </a:solidFill>
                <a:latin typeface="Arial"/>
                <a:ea typeface="Arial"/>
                <a:cs typeface="Arial"/>
              </a:defRPr>
            </a:lvl2pPr>
            <a:lvl3pPr algn="l">
              <a:defRPr sz="1350" b="1">
                <a:solidFill>
                  <a:srgbClr val="5448C8"/>
                </a:solidFill>
                <a:latin typeface="Arial"/>
                <a:ea typeface="Arial"/>
                <a:cs typeface="Arial"/>
              </a:defRPr>
            </a:lvl3pPr>
            <a:lvl4pPr algn="l">
              <a:defRPr sz="1350" b="1">
                <a:solidFill>
                  <a:srgbClr val="5448C8"/>
                </a:solidFill>
                <a:latin typeface="Arial"/>
                <a:ea typeface="Arial"/>
                <a:cs typeface="Arial"/>
              </a:defRPr>
            </a:lvl4pPr>
            <a:lvl5pPr algn="l">
              <a:defRPr sz="1350" b="1">
                <a:solidFill>
                  <a:srgbClr val="5448C8"/>
                </a:solidFill>
                <a:latin typeface="Arial"/>
                <a:ea typeface="Arial"/>
                <a:cs typeface="Arial"/>
              </a:defRPr>
            </a:lvl5pPr>
            <a:lvl6pPr algn="l">
              <a:defRPr sz="1350" b="1">
                <a:solidFill>
                  <a:srgbClr val="5448C8"/>
                </a:solidFill>
                <a:latin typeface="Arial"/>
                <a:ea typeface="Arial"/>
                <a:cs typeface="Arial"/>
              </a:defRPr>
            </a:lvl6pPr>
            <a:lvl7pPr algn="l">
              <a:defRPr sz="1350" b="1">
                <a:solidFill>
                  <a:srgbClr val="5448C8"/>
                </a:solidFill>
                <a:latin typeface="Arial"/>
                <a:ea typeface="Arial"/>
                <a:cs typeface="Arial"/>
              </a:defRPr>
            </a:lvl7pPr>
            <a:lvl8pPr algn="l">
              <a:defRPr sz="1350" b="1">
                <a:solidFill>
                  <a:srgbClr val="5448C8"/>
                </a:solidFill>
                <a:latin typeface="Arial"/>
                <a:ea typeface="Arial"/>
                <a:cs typeface="Arial"/>
              </a:defRPr>
            </a:lvl8pPr>
            <a:lvl9pPr algn="l">
              <a:defRPr sz="1350" b="1">
                <a:solidFill>
                  <a:srgbClr val="5448C8"/>
                </a:solidFill>
                <a:latin typeface="Arial"/>
                <a:ea typeface="Arial"/>
                <a:cs typeface="Arial"/>
              </a:defRPr>
            </a:lvl9pPr>
          </a:lstStyle>
          <a:p xmlns:a="http://schemas.openxmlformats.org/drawingml/2006/main">
            <a:pPr algn="l">
              <a:defRPr sz="1350" b="1">
                <a:solidFill>
                  <a:srgbClr val="5448C8"/>
                </a:solidFill>
                <a:latin typeface="Arial"/>
                <a:ea typeface="Arial"/>
                <a:cs typeface="Arial"/>
              </a:defRPr>
            </a:pPr>
            <a:r>
              <a:rPr sz="1350" b="1">
                <a:solidFill>
                  <a:srgbClr val="5448C8"/>
                </a:solidFill>
                <a:latin typeface="Arial"/>
                <a:ea typeface="Arial"/>
                <a:cs typeface="Arial"/>
              </a:rPr>
              <a:t>AI-AGENT VALUE</a:t>
            </a:r>
          </a:p>
        </p:txBody>
      </p:sp>
      <p:sp>
        <p:nvSpPr>
          <p:cNvPr id="44" name="s4-AI value annotation">
            <a:extLst xmlns:a="http://schemas.openxmlformats.org/drawingml/2006/main">
              <a:ext uri="{FF2B5EF4-FFF2-40B4-BE49-F238E27FC236}">
                <a16:creationId xmlns:a16="http://schemas.microsoft.com/office/drawing/2014/main" id="{23EB95B8-10EE-4CA6-86AB-FCE83517E4AF}"/>
              </a:ext>
            </a:extLst>
          </p:cNvPr>
          <p:cNvSpPr>
            <a:spLocks xmlns:a="http://schemas.openxmlformats.org/drawingml/2006/main" noGrp="1"/>
          </p:cNvSpPr>
          <p:nvPr/>
        </p:nvSpPr>
        <p:spPr>
          <a:xfrm xmlns:a="http://schemas.openxmlformats.org/drawingml/2006/main">
            <a:off x="12001500" y="4733925"/>
            <a:ext cx="2819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7243F"/>
                </a:solidFill>
                <a:latin typeface="Arial"/>
                <a:ea typeface="Arial"/>
                <a:cs typeface="Arial"/>
              </a:defRPr>
            </a:defPPr>
            <a:lvl1pPr algn="l">
              <a:defRPr sz="1575" b="0">
                <a:solidFill>
                  <a:srgbClr val="17243F"/>
                </a:solidFill>
                <a:latin typeface="Arial"/>
                <a:ea typeface="Arial"/>
                <a:cs typeface="Arial"/>
              </a:defRPr>
            </a:lvl1pPr>
            <a:lvl2pPr algn="l">
              <a:defRPr sz="1575" b="0">
                <a:solidFill>
                  <a:srgbClr val="17243F"/>
                </a:solidFill>
                <a:latin typeface="Arial"/>
                <a:ea typeface="Arial"/>
                <a:cs typeface="Arial"/>
              </a:defRPr>
            </a:lvl2pPr>
            <a:lvl3pPr algn="l">
              <a:defRPr sz="1575" b="0">
                <a:solidFill>
                  <a:srgbClr val="17243F"/>
                </a:solidFill>
                <a:latin typeface="Arial"/>
                <a:ea typeface="Arial"/>
                <a:cs typeface="Arial"/>
              </a:defRPr>
            </a:lvl3pPr>
            <a:lvl4pPr algn="l">
              <a:defRPr sz="1575" b="0">
                <a:solidFill>
                  <a:srgbClr val="17243F"/>
                </a:solidFill>
                <a:latin typeface="Arial"/>
                <a:ea typeface="Arial"/>
                <a:cs typeface="Arial"/>
              </a:defRPr>
            </a:lvl4pPr>
            <a:lvl5pPr algn="l">
              <a:defRPr sz="1575" b="0">
                <a:solidFill>
                  <a:srgbClr val="17243F"/>
                </a:solidFill>
                <a:latin typeface="Arial"/>
                <a:ea typeface="Arial"/>
                <a:cs typeface="Arial"/>
              </a:defRPr>
            </a:lvl5pPr>
            <a:lvl6pPr algn="l">
              <a:defRPr sz="1575" b="0">
                <a:solidFill>
                  <a:srgbClr val="17243F"/>
                </a:solidFill>
                <a:latin typeface="Arial"/>
                <a:ea typeface="Arial"/>
                <a:cs typeface="Arial"/>
              </a:defRPr>
            </a:lvl6pPr>
            <a:lvl7pPr algn="l">
              <a:defRPr sz="1575" b="0">
                <a:solidFill>
                  <a:srgbClr val="17243F"/>
                </a:solidFill>
                <a:latin typeface="Arial"/>
                <a:ea typeface="Arial"/>
                <a:cs typeface="Arial"/>
              </a:defRPr>
            </a:lvl7pPr>
            <a:lvl8pPr algn="l">
              <a:defRPr sz="1575" b="0">
                <a:solidFill>
                  <a:srgbClr val="17243F"/>
                </a:solidFill>
                <a:latin typeface="Arial"/>
                <a:ea typeface="Arial"/>
                <a:cs typeface="Arial"/>
              </a:defRPr>
            </a:lvl8pPr>
            <a:lvl9pPr algn="l">
              <a:defRPr sz="1575" b="0">
                <a:solidFill>
                  <a:srgbClr val="17243F"/>
                </a:solidFill>
                <a:latin typeface="Arial"/>
                <a:ea typeface="Arial"/>
                <a:cs typeface="Arial"/>
              </a:defRPr>
            </a:lvl9pPr>
          </a:lstStyle>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Partial: explain the permitted</a:t>
            </a:r>
          </a:p>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remedy and escalation criteria.</a:t>
            </a:r>
          </a:p>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Policy and scoped tools own</a:t>
            </a:r>
          </a:p>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the actual recovery.</a:t>
            </a:r>
          </a:p>
        </p:txBody>
      </p:sp>
      <p:sp>
        <p:nvSpPr>
          <p:cNvPr id="45" name="s4-Beta classification">
            <a:extLst xmlns:a="http://schemas.openxmlformats.org/drawingml/2006/main">
              <a:ext uri="{FF2B5EF4-FFF2-40B4-BE49-F238E27FC236}">
                <a16:creationId xmlns:a16="http://schemas.microsoft.com/office/drawing/2014/main" id="{C64CC8B8-738D-4855-9BEB-09F9BEBDF69F}"/>
              </a:ext>
            </a:extLst>
          </p:cNvPr>
          <p:cNvSpPr>
            <a:spLocks xmlns:a="http://schemas.openxmlformats.org/drawingml/2006/main" noGrp="1"/>
          </p:cNvSpPr>
          <p:nvPr/>
        </p:nvSpPr>
        <p:spPr>
          <a:xfrm xmlns:a="http://schemas.openxmlformats.org/drawingml/2006/main">
            <a:off x="12001500" y="6057900"/>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A55"/>
                </a:solidFill>
                <a:latin typeface="Arial"/>
                <a:ea typeface="Arial"/>
                <a:cs typeface="Arial"/>
              </a:defRPr>
            </a:defPPr>
            <a:lvl1pPr algn="l">
              <a:defRPr sz="1275" b="1">
                <a:solidFill>
                  <a:srgbClr val="087A55"/>
                </a:solidFill>
                <a:latin typeface="Arial"/>
                <a:ea typeface="Arial"/>
                <a:cs typeface="Arial"/>
              </a:defRPr>
            </a:lvl1pPr>
            <a:lvl2pPr algn="l">
              <a:defRPr sz="1275" b="1">
                <a:solidFill>
                  <a:srgbClr val="087A55"/>
                </a:solidFill>
                <a:latin typeface="Arial"/>
                <a:ea typeface="Arial"/>
                <a:cs typeface="Arial"/>
              </a:defRPr>
            </a:lvl2pPr>
            <a:lvl3pPr algn="l">
              <a:defRPr sz="1275" b="1">
                <a:solidFill>
                  <a:srgbClr val="087A55"/>
                </a:solidFill>
                <a:latin typeface="Arial"/>
                <a:ea typeface="Arial"/>
                <a:cs typeface="Arial"/>
              </a:defRPr>
            </a:lvl3pPr>
            <a:lvl4pPr algn="l">
              <a:defRPr sz="1275" b="1">
                <a:solidFill>
                  <a:srgbClr val="087A55"/>
                </a:solidFill>
                <a:latin typeface="Arial"/>
                <a:ea typeface="Arial"/>
                <a:cs typeface="Arial"/>
              </a:defRPr>
            </a:lvl4pPr>
            <a:lvl5pPr algn="l">
              <a:defRPr sz="1275" b="1">
                <a:solidFill>
                  <a:srgbClr val="087A55"/>
                </a:solidFill>
                <a:latin typeface="Arial"/>
                <a:ea typeface="Arial"/>
                <a:cs typeface="Arial"/>
              </a:defRPr>
            </a:lvl5pPr>
            <a:lvl6pPr algn="l">
              <a:defRPr sz="1275" b="1">
                <a:solidFill>
                  <a:srgbClr val="087A55"/>
                </a:solidFill>
                <a:latin typeface="Arial"/>
                <a:ea typeface="Arial"/>
                <a:cs typeface="Arial"/>
              </a:defRPr>
            </a:lvl6pPr>
            <a:lvl7pPr algn="l">
              <a:defRPr sz="1275" b="1">
                <a:solidFill>
                  <a:srgbClr val="087A55"/>
                </a:solidFill>
                <a:latin typeface="Arial"/>
                <a:ea typeface="Arial"/>
                <a:cs typeface="Arial"/>
              </a:defRPr>
            </a:lvl7pPr>
            <a:lvl8pPr algn="l">
              <a:defRPr sz="1275" b="1">
                <a:solidFill>
                  <a:srgbClr val="087A55"/>
                </a:solidFill>
                <a:latin typeface="Arial"/>
                <a:ea typeface="Arial"/>
                <a:cs typeface="Arial"/>
              </a:defRPr>
            </a:lvl8pPr>
            <a:lvl9pPr algn="l">
              <a:defRPr sz="1275" b="1">
                <a:solidFill>
                  <a:srgbClr val="087A55"/>
                </a:solidFill>
                <a:latin typeface="Arial"/>
                <a:ea typeface="Arial"/>
                <a:cs typeface="Arial"/>
              </a:defRPr>
            </a:lvl9pPr>
          </a:lstStyle>
          <a:p xmlns:a="http://schemas.openxmlformats.org/drawingml/2006/main">
            <a:pPr algn="l">
              <a:defRPr sz="1275" b="1">
                <a:solidFill>
                  <a:srgbClr val="087A55"/>
                </a:solidFill>
                <a:latin typeface="Arial"/>
                <a:ea typeface="Arial"/>
                <a:cs typeface="Arial"/>
              </a:defRPr>
            </a:pPr>
            <a:r>
              <a:rPr sz="1275" b="1">
                <a:solidFill>
                  <a:srgbClr val="087A55"/>
                </a:solidFill>
                <a:latin typeface="Arial"/>
                <a:ea typeface="Arial"/>
                <a:cs typeface="Arial"/>
              </a:rPr>
              <a:t>Beta Implemented</a:t>
            </a:r>
          </a:p>
        </p:txBody>
      </p:sp>
      <p:sp>
        <p:nvSpPr>
          <p:cNvPr id="46" name="s4-Beta classified capabilities">
            <a:extLst xmlns:a="http://schemas.openxmlformats.org/drawingml/2006/main">
              <a:ext uri="{FF2B5EF4-FFF2-40B4-BE49-F238E27FC236}">
                <a16:creationId xmlns:a16="http://schemas.microsoft.com/office/drawing/2014/main" id="{CA096A7A-148C-4C06-8031-82B4114CFAC3}"/>
              </a:ext>
            </a:extLst>
          </p:cNvPr>
          <p:cNvSpPr>
            <a:spLocks xmlns:a="http://schemas.openxmlformats.org/drawingml/2006/main" noGrp="1"/>
          </p:cNvSpPr>
          <p:nvPr/>
        </p:nvSpPr>
        <p:spPr>
          <a:xfrm xmlns:a="http://schemas.openxmlformats.org/drawingml/2006/main">
            <a:off x="12001500" y="6362700"/>
            <a:ext cx="28194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Checkpointed batches,</a:t>
            </a:r>
          </a:p>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policy-controlled fix and retry.</a:t>
            </a:r>
          </a:p>
        </p:txBody>
      </p:sp>
      <p:sp>
        <p:nvSpPr>
          <p:cNvPr id="47" name="s4-Other classification">
            <a:extLst xmlns:a="http://schemas.openxmlformats.org/drawingml/2006/main">
              <a:ext uri="{FF2B5EF4-FFF2-40B4-BE49-F238E27FC236}">
                <a16:creationId xmlns:a16="http://schemas.microsoft.com/office/drawing/2014/main" id="{41F3D320-E0D8-4633-918F-4A7940F80894}"/>
              </a:ext>
            </a:extLst>
          </p:cNvPr>
          <p:cNvSpPr>
            <a:spLocks xmlns:a="http://schemas.openxmlformats.org/drawingml/2006/main" noGrp="1"/>
          </p:cNvSpPr>
          <p:nvPr/>
        </p:nvSpPr>
        <p:spPr>
          <a:xfrm xmlns:a="http://schemas.openxmlformats.org/drawingml/2006/main">
            <a:off x="12001500" y="7010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448C8"/>
                </a:solidFill>
                <a:latin typeface="Arial"/>
                <a:ea typeface="Arial"/>
                <a:cs typeface="Arial"/>
              </a:defRPr>
            </a:defPPr>
            <a:lvl1pPr algn="l">
              <a:defRPr sz="1275" b="1">
                <a:solidFill>
                  <a:srgbClr val="5448C8"/>
                </a:solidFill>
                <a:latin typeface="Arial"/>
                <a:ea typeface="Arial"/>
                <a:cs typeface="Arial"/>
              </a:defRPr>
            </a:lvl1pPr>
            <a:lvl2pPr algn="l">
              <a:defRPr sz="1275" b="1">
                <a:solidFill>
                  <a:srgbClr val="5448C8"/>
                </a:solidFill>
                <a:latin typeface="Arial"/>
                <a:ea typeface="Arial"/>
                <a:cs typeface="Arial"/>
              </a:defRPr>
            </a:lvl2pPr>
            <a:lvl3pPr algn="l">
              <a:defRPr sz="1275" b="1">
                <a:solidFill>
                  <a:srgbClr val="5448C8"/>
                </a:solidFill>
                <a:latin typeface="Arial"/>
                <a:ea typeface="Arial"/>
                <a:cs typeface="Arial"/>
              </a:defRPr>
            </a:lvl3pPr>
            <a:lvl4pPr algn="l">
              <a:defRPr sz="1275" b="1">
                <a:solidFill>
                  <a:srgbClr val="5448C8"/>
                </a:solidFill>
                <a:latin typeface="Arial"/>
                <a:ea typeface="Arial"/>
                <a:cs typeface="Arial"/>
              </a:defRPr>
            </a:lvl4pPr>
            <a:lvl5pPr algn="l">
              <a:defRPr sz="1275" b="1">
                <a:solidFill>
                  <a:srgbClr val="5448C8"/>
                </a:solidFill>
                <a:latin typeface="Arial"/>
                <a:ea typeface="Arial"/>
                <a:cs typeface="Arial"/>
              </a:defRPr>
            </a:lvl5pPr>
            <a:lvl6pPr algn="l">
              <a:defRPr sz="1275" b="1">
                <a:solidFill>
                  <a:srgbClr val="5448C8"/>
                </a:solidFill>
                <a:latin typeface="Arial"/>
                <a:ea typeface="Arial"/>
                <a:cs typeface="Arial"/>
              </a:defRPr>
            </a:lvl6pPr>
            <a:lvl7pPr algn="l">
              <a:defRPr sz="1275" b="1">
                <a:solidFill>
                  <a:srgbClr val="5448C8"/>
                </a:solidFill>
                <a:latin typeface="Arial"/>
                <a:ea typeface="Arial"/>
                <a:cs typeface="Arial"/>
              </a:defRPr>
            </a:lvl7pPr>
            <a:lvl8pPr algn="l">
              <a:defRPr sz="1275" b="1">
                <a:solidFill>
                  <a:srgbClr val="5448C8"/>
                </a:solidFill>
                <a:latin typeface="Arial"/>
                <a:ea typeface="Arial"/>
                <a:cs typeface="Arial"/>
              </a:defRPr>
            </a:lvl8pPr>
            <a:lvl9pPr algn="l">
              <a:defRPr sz="1275" b="1">
                <a:solidFill>
                  <a:srgbClr val="5448C8"/>
                </a:solidFill>
                <a:latin typeface="Arial"/>
                <a:ea typeface="Arial"/>
                <a:cs typeface="Arial"/>
              </a:defRPr>
            </a:lvl9pPr>
          </a:lstStyle>
          <a:p xmlns:a="http://schemas.openxmlformats.org/drawingml/2006/main">
            <a:pPr algn="l">
              <a:defRPr sz="1275" b="1">
                <a:solidFill>
                  <a:srgbClr val="5448C8"/>
                </a:solidFill>
                <a:latin typeface="Arial"/>
                <a:ea typeface="Arial"/>
                <a:cs typeface="Arial"/>
              </a:defRPr>
            </a:pPr>
            <a:r>
              <a:rPr sz="1275" b="1">
                <a:solidFill>
                  <a:srgbClr val="5448C8"/>
                </a:solidFill>
                <a:latin typeface="Arial"/>
                <a:ea typeface="Arial"/>
                <a:cs typeface="Arial"/>
              </a:rPr>
              <a:t>Partial / Proposed</a:t>
            </a:r>
          </a:p>
        </p:txBody>
      </p:sp>
      <p:sp>
        <p:nvSpPr>
          <p:cNvPr id="48" name="s4-Other classified capabilities">
            <a:extLst xmlns:a="http://schemas.openxmlformats.org/drawingml/2006/main">
              <a:ext uri="{FF2B5EF4-FFF2-40B4-BE49-F238E27FC236}">
                <a16:creationId xmlns:a16="http://schemas.microsoft.com/office/drawing/2014/main" id="{AEEA11A7-B748-47FF-B24F-84D2A2837E17}"/>
              </a:ext>
            </a:extLst>
          </p:cNvPr>
          <p:cNvSpPr>
            <a:spLocks xmlns:a="http://schemas.openxmlformats.org/drawingml/2006/main" noGrp="1"/>
          </p:cNvSpPr>
          <p:nvPr/>
        </p:nvSpPr>
        <p:spPr>
          <a:xfrm xmlns:a="http://schemas.openxmlformats.org/drawingml/2006/main">
            <a:off x="12001500" y="7296150"/>
            <a:ext cx="2819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Live resolution advice pending;</a:t>
            </a:r>
          </a:p>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proposed compact review panel.</a:t>
            </a:r>
          </a:p>
        </p:txBody>
      </p:sp>
    </p:spTree>
    <p:extLst>
      <p:ext uri="{BB962C8B-B14F-4D97-AF65-F5344CB8AC3E}">
        <p14:creationId xmlns:p14="http://schemas.microsoft.com/office/powerpoint/2010/main" val="8895149"/>
      </p:ext>
    </p:extLst>
  </p:cSld>
</p:sld>
</file>

<file path=ppt/slides/slide5.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0" name="s5-Slide title">
            <a:extLst xmlns:a="http://schemas.openxmlformats.org/drawingml/2006/main">
              <a:ext uri="{FF2B5EF4-FFF2-40B4-BE49-F238E27FC236}">
                <a16:creationId xmlns:a16="http://schemas.microsoft.com/office/drawing/2014/main" id="{0535F87C-61B8-4550-8234-F69E0EF2FED8}"/>
              </a:ext>
            </a:extLst>
          </p:cNvPr>
          <p:cNvSpPr>
            <a:spLocks xmlns:a="http://schemas.openxmlformats.org/drawingml/2006/main" noGrp="1"/>
          </p:cNvSpPr>
          <p:nvPr/>
        </p:nvSpPr>
        <p:spPr>
          <a:xfrm xmlns:a="http://schemas.openxmlformats.org/drawingml/2006/main">
            <a:off x="419100" y="314325"/>
            <a:ext cx="112204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17243F"/>
                </a:solidFill>
                <a:latin typeface="Arial"/>
                <a:ea typeface="Arial"/>
                <a:cs typeface="Arial"/>
              </a:defRPr>
            </a:defPPr>
            <a:lvl1pPr algn="l">
              <a:defRPr sz="3150" b="1">
                <a:solidFill>
                  <a:srgbClr val="17243F"/>
                </a:solidFill>
                <a:latin typeface="Arial"/>
                <a:ea typeface="Arial"/>
                <a:cs typeface="Arial"/>
              </a:defRPr>
            </a:lvl1pPr>
            <a:lvl2pPr algn="l">
              <a:defRPr sz="3150" b="1">
                <a:solidFill>
                  <a:srgbClr val="17243F"/>
                </a:solidFill>
                <a:latin typeface="Arial"/>
                <a:ea typeface="Arial"/>
                <a:cs typeface="Arial"/>
              </a:defRPr>
            </a:lvl2pPr>
            <a:lvl3pPr algn="l">
              <a:defRPr sz="3150" b="1">
                <a:solidFill>
                  <a:srgbClr val="17243F"/>
                </a:solidFill>
                <a:latin typeface="Arial"/>
                <a:ea typeface="Arial"/>
                <a:cs typeface="Arial"/>
              </a:defRPr>
            </a:lvl3pPr>
            <a:lvl4pPr algn="l">
              <a:defRPr sz="3150" b="1">
                <a:solidFill>
                  <a:srgbClr val="17243F"/>
                </a:solidFill>
                <a:latin typeface="Arial"/>
                <a:ea typeface="Arial"/>
                <a:cs typeface="Arial"/>
              </a:defRPr>
            </a:lvl4pPr>
            <a:lvl5pPr algn="l">
              <a:defRPr sz="3150" b="1">
                <a:solidFill>
                  <a:srgbClr val="17243F"/>
                </a:solidFill>
                <a:latin typeface="Arial"/>
                <a:ea typeface="Arial"/>
                <a:cs typeface="Arial"/>
              </a:defRPr>
            </a:lvl5pPr>
            <a:lvl6pPr algn="l">
              <a:defRPr sz="3150" b="1">
                <a:solidFill>
                  <a:srgbClr val="17243F"/>
                </a:solidFill>
                <a:latin typeface="Arial"/>
                <a:ea typeface="Arial"/>
                <a:cs typeface="Arial"/>
              </a:defRPr>
            </a:lvl6pPr>
            <a:lvl7pPr algn="l">
              <a:defRPr sz="3150" b="1">
                <a:solidFill>
                  <a:srgbClr val="17243F"/>
                </a:solidFill>
                <a:latin typeface="Arial"/>
                <a:ea typeface="Arial"/>
                <a:cs typeface="Arial"/>
              </a:defRPr>
            </a:lvl7pPr>
            <a:lvl8pPr algn="l">
              <a:defRPr sz="3150" b="1">
                <a:solidFill>
                  <a:srgbClr val="17243F"/>
                </a:solidFill>
                <a:latin typeface="Arial"/>
                <a:ea typeface="Arial"/>
                <a:cs typeface="Arial"/>
              </a:defRPr>
            </a:lvl8pPr>
            <a:lvl9pPr algn="l">
              <a:defRPr sz="3150" b="1">
                <a:solidFill>
                  <a:srgbClr val="17243F"/>
                </a:solidFill>
                <a:latin typeface="Arial"/>
                <a:ea typeface="Arial"/>
                <a:cs typeface="Arial"/>
              </a:defRPr>
            </a:lvl9pPr>
          </a:lstStyle>
          <a:p xmlns:a="http://schemas.openxmlformats.org/drawingml/2006/main">
            <a:pPr algn="l">
              <a:defRPr sz="3150" b="1">
                <a:solidFill>
                  <a:srgbClr val="17243F"/>
                </a:solidFill>
                <a:latin typeface="Arial"/>
                <a:ea typeface="Arial"/>
                <a:cs typeface="Arial"/>
              </a:defRPr>
            </a:pPr>
            <a:r>
              <a:rPr sz="3150" b="1">
                <a:solidFill>
                  <a:srgbClr val="17243F"/>
                </a:solidFill>
                <a:latin typeface="Arial"/>
                <a:ea typeface="Arial"/>
                <a:cs typeface="Arial"/>
              </a:rPr>
              <a:t>05  Financial Validation</a:t>
            </a:r>
          </a:p>
        </p:txBody>
      </p:sp>
      <p:sp>
        <p:nvSpPr>
          <p:cNvPr id="2" name="s5-Customer goal">
            <a:extLst xmlns:a="http://schemas.openxmlformats.org/drawingml/2006/main">
              <a:ext uri="{FF2B5EF4-FFF2-40B4-BE49-F238E27FC236}">
                <a16:creationId xmlns:a16="http://schemas.microsoft.com/office/drawing/2014/main" id="{FE9876AB-2700-4C12-9BA9-34458EC22628}"/>
              </a:ext>
            </a:extLst>
          </p:cNvPr>
          <p:cNvSpPr>
            <a:spLocks xmlns:a="http://schemas.openxmlformats.org/drawingml/2006/main" noGrp="1"/>
          </p:cNvSpPr>
          <p:nvPr/>
        </p:nvSpPr>
        <p:spPr>
          <a:xfrm xmlns:a="http://schemas.openxmlformats.org/drawingml/2006/main">
            <a:off x="419100" y="990600"/>
            <a:ext cx="11220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75569"/>
                </a:solidFill>
                <a:latin typeface="Arial"/>
                <a:ea typeface="Arial"/>
                <a:cs typeface="Arial"/>
              </a:defRPr>
            </a:defPPr>
            <a:lvl1pPr algn="l">
              <a:defRPr sz="1650" b="0">
                <a:solidFill>
                  <a:srgbClr val="475569"/>
                </a:solidFill>
                <a:latin typeface="Arial"/>
                <a:ea typeface="Arial"/>
                <a:cs typeface="Arial"/>
              </a:defRPr>
            </a:lvl1pPr>
            <a:lvl2pPr algn="l">
              <a:defRPr sz="1650" b="0">
                <a:solidFill>
                  <a:srgbClr val="475569"/>
                </a:solidFill>
                <a:latin typeface="Arial"/>
                <a:ea typeface="Arial"/>
                <a:cs typeface="Arial"/>
              </a:defRPr>
            </a:lvl2pPr>
            <a:lvl3pPr algn="l">
              <a:defRPr sz="1650" b="0">
                <a:solidFill>
                  <a:srgbClr val="475569"/>
                </a:solidFill>
                <a:latin typeface="Arial"/>
                <a:ea typeface="Arial"/>
                <a:cs typeface="Arial"/>
              </a:defRPr>
            </a:lvl3pPr>
            <a:lvl4pPr algn="l">
              <a:defRPr sz="1650" b="0">
                <a:solidFill>
                  <a:srgbClr val="475569"/>
                </a:solidFill>
                <a:latin typeface="Arial"/>
                <a:ea typeface="Arial"/>
                <a:cs typeface="Arial"/>
              </a:defRPr>
            </a:lvl4pPr>
            <a:lvl5pPr algn="l">
              <a:defRPr sz="1650" b="0">
                <a:solidFill>
                  <a:srgbClr val="475569"/>
                </a:solidFill>
                <a:latin typeface="Arial"/>
                <a:ea typeface="Arial"/>
                <a:cs typeface="Arial"/>
              </a:defRPr>
            </a:lvl5pPr>
            <a:lvl6pPr algn="l">
              <a:defRPr sz="1650" b="0">
                <a:solidFill>
                  <a:srgbClr val="475569"/>
                </a:solidFill>
                <a:latin typeface="Arial"/>
                <a:ea typeface="Arial"/>
                <a:cs typeface="Arial"/>
              </a:defRPr>
            </a:lvl6pPr>
            <a:lvl7pPr algn="l">
              <a:defRPr sz="1650" b="0">
                <a:solidFill>
                  <a:srgbClr val="475569"/>
                </a:solidFill>
                <a:latin typeface="Arial"/>
                <a:ea typeface="Arial"/>
                <a:cs typeface="Arial"/>
              </a:defRPr>
            </a:lvl7pPr>
            <a:lvl8pPr algn="l">
              <a:defRPr sz="1650" b="0">
                <a:solidFill>
                  <a:srgbClr val="475569"/>
                </a:solidFill>
                <a:latin typeface="Arial"/>
                <a:ea typeface="Arial"/>
                <a:cs typeface="Arial"/>
              </a:defRPr>
            </a:lvl8pPr>
            <a:lvl9pPr algn="l">
              <a:defRPr sz="1650" b="0">
                <a:solidFill>
                  <a:srgbClr val="475569"/>
                </a:solidFill>
                <a:latin typeface="Arial"/>
                <a:ea typeface="Arial"/>
                <a:cs typeface="Arial"/>
              </a:defRPr>
            </a:lvl9pPr>
          </a:lstStyle>
          <a:p xmlns:a="http://schemas.openxmlformats.org/drawingml/2006/main">
            <a:pPr algn="l">
              <a:defRPr sz="1650" b="0">
                <a:solidFill>
                  <a:srgbClr val="475569"/>
                </a:solidFill>
                <a:latin typeface="Arial"/>
                <a:ea typeface="Arial"/>
                <a:cs typeface="Arial"/>
              </a:defRPr>
            </a:pPr>
            <a:r>
              <a:rPr sz="1650" b="0">
                <a:solidFill>
                  <a:srgbClr val="475569"/>
                </a:solidFill>
                <a:latin typeface="Arial"/>
                <a:ea typeface="Arial"/>
                <a:cs typeface="Arial"/>
              </a:rPr>
              <a:t>Goal: Prove the migrated books match before continuing.</a:t>
            </a:r>
          </a:p>
        </p:txBody>
      </p:sp>
      <p:sp>
        <p:nvSpPr>
          <p:cNvPr id="3" name="s5-Artifact classification">
            <a:extLst xmlns:a="http://schemas.openxmlformats.org/drawingml/2006/main">
              <a:ext uri="{FF2B5EF4-FFF2-40B4-BE49-F238E27FC236}">
                <a16:creationId xmlns:a16="http://schemas.microsoft.com/office/drawing/2014/main" id="{35EA7487-E58D-46F2-B664-24F81E4AA03F}"/>
              </a:ext>
            </a:extLst>
          </p:cNvPr>
          <p:cNvSpPr>
            <a:spLocks xmlns:a="http://schemas.openxmlformats.org/drawingml/2006/main" noGrp="1"/>
          </p:cNvSpPr>
          <p:nvPr/>
        </p:nvSpPr>
        <p:spPr>
          <a:xfrm xmlns:a="http://schemas.openxmlformats.org/drawingml/2006/main">
            <a:off x="12001500" y="428625"/>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4748B"/>
                </a:solidFill>
                <a:latin typeface="Arial"/>
                <a:ea typeface="Arial"/>
                <a:cs typeface="Arial"/>
              </a:defRPr>
            </a:defPPr>
            <a:lvl1pPr algn="l">
              <a:defRPr sz="1275" b="1">
                <a:solidFill>
                  <a:srgbClr val="64748B"/>
                </a:solidFill>
                <a:latin typeface="Arial"/>
                <a:ea typeface="Arial"/>
                <a:cs typeface="Arial"/>
              </a:defRPr>
            </a:lvl1pPr>
            <a:lvl2pPr algn="l">
              <a:defRPr sz="1275" b="1">
                <a:solidFill>
                  <a:srgbClr val="64748B"/>
                </a:solidFill>
                <a:latin typeface="Arial"/>
                <a:ea typeface="Arial"/>
                <a:cs typeface="Arial"/>
              </a:defRPr>
            </a:lvl2pPr>
            <a:lvl3pPr algn="l">
              <a:defRPr sz="1275" b="1">
                <a:solidFill>
                  <a:srgbClr val="64748B"/>
                </a:solidFill>
                <a:latin typeface="Arial"/>
                <a:ea typeface="Arial"/>
                <a:cs typeface="Arial"/>
              </a:defRPr>
            </a:lvl3pPr>
            <a:lvl4pPr algn="l">
              <a:defRPr sz="1275" b="1">
                <a:solidFill>
                  <a:srgbClr val="64748B"/>
                </a:solidFill>
                <a:latin typeface="Arial"/>
                <a:ea typeface="Arial"/>
                <a:cs typeface="Arial"/>
              </a:defRPr>
            </a:lvl4pPr>
            <a:lvl5pPr algn="l">
              <a:defRPr sz="1275" b="1">
                <a:solidFill>
                  <a:srgbClr val="64748B"/>
                </a:solidFill>
                <a:latin typeface="Arial"/>
                <a:ea typeface="Arial"/>
                <a:cs typeface="Arial"/>
              </a:defRPr>
            </a:lvl5pPr>
            <a:lvl6pPr algn="l">
              <a:defRPr sz="1275" b="1">
                <a:solidFill>
                  <a:srgbClr val="64748B"/>
                </a:solidFill>
                <a:latin typeface="Arial"/>
                <a:ea typeface="Arial"/>
                <a:cs typeface="Arial"/>
              </a:defRPr>
            </a:lvl6pPr>
            <a:lvl7pPr algn="l">
              <a:defRPr sz="1275" b="1">
                <a:solidFill>
                  <a:srgbClr val="64748B"/>
                </a:solidFill>
                <a:latin typeface="Arial"/>
                <a:ea typeface="Arial"/>
                <a:cs typeface="Arial"/>
              </a:defRPr>
            </a:lvl7pPr>
            <a:lvl8pPr algn="l">
              <a:defRPr sz="1275" b="1">
                <a:solidFill>
                  <a:srgbClr val="64748B"/>
                </a:solidFill>
                <a:latin typeface="Arial"/>
                <a:ea typeface="Arial"/>
                <a:cs typeface="Arial"/>
              </a:defRPr>
            </a:lvl8pPr>
            <a:lvl9pPr algn="l">
              <a:defRPr sz="1275" b="1">
                <a:solidFill>
                  <a:srgbClr val="64748B"/>
                </a:solidFill>
                <a:latin typeface="Arial"/>
                <a:ea typeface="Arial"/>
                <a:cs typeface="Arial"/>
              </a:defRPr>
            </a:lvl9pPr>
          </a:lstStyle>
          <a:p xmlns:a="http://schemas.openxmlformats.org/drawingml/2006/main">
            <a:pPr algn="l">
              <a:defRPr sz="1275" b="1">
                <a:solidFill>
                  <a:srgbClr val="64748B"/>
                </a:solidFill>
                <a:latin typeface="Arial"/>
                <a:ea typeface="Arial"/>
                <a:cs typeface="Arial"/>
              </a:defRPr>
            </a:pPr>
            <a:r>
              <a:rPr sz="1275" b="1">
                <a:solidFill>
                  <a:srgbClr val="64748B"/>
                </a:solidFill>
                <a:latin typeface="Arial"/>
                <a:ea typeface="Arial"/>
                <a:cs typeface="Arial"/>
              </a:rPr>
              <a:t>PROPOSED LAYOUT</a:t>
            </a:r>
          </a:p>
        </p:txBody>
      </p:sp>
      <p:sp>
        <p:nvSpPr>
          <p:cNvPr id="4" name="s5-Artifact type">
            <a:extLst xmlns:a="http://schemas.openxmlformats.org/drawingml/2006/main">
              <a:ext uri="{FF2B5EF4-FFF2-40B4-BE49-F238E27FC236}">
                <a16:creationId xmlns:a16="http://schemas.microsoft.com/office/drawing/2014/main" id="{4D03FF17-5A2E-437A-89BB-E04EDFF2D99F}"/>
              </a:ext>
            </a:extLst>
          </p:cNvPr>
          <p:cNvSpPr>
            <a:spLocks xmlns:a="http://schemas.openxmlformats.org/drawingml/2006/main" noGrp="1"/>
          </p:cNvSpPr>
          <p:nvPr/>
        </p:nvSpPr>
        <p:spPr>
          <a:xfrm xmlns:a="http://schemas.openxmlformats.org/drawingml/2006/main">
            <a:off x="12001500" y="723900"/>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Editable product mockup</a:t>
            </a:r>
          </a:p>
        </p:txBody>
      </p:sp>
      <p:sp>
        <p:nvSpPr>
          <p:cNvPr id="5" name="s5-Application frame">
            <a:extLst xmlns:a="http://schemas.openxmlformats.org/drawingml/2006/main">
              <a:ext uri="{FF2B5EF4-FFF2-40B4-BE49-F238E27FC236}">
                <a16:creationId xmlns:a16="http://schemas.microsoft.com/office/drawing/2014/main" id="{4B90E3F5-9FE9-4AC9-8747-BA906A55D990}"/>
              </a:ext>
            </a:extLst>
          </p:cNvPr>
          <p:cNvSpPr>
            <a:spLocks xmlns:a="http://schemas.openxmlformats.org/drawingml/2006/main" noGrp="1"/>
          </p:cNvSpPr>
          <p:nvPr/>
        </p:nvSpPr>
        <p:spPr>
          <a:xfrm xmlns:a="http://schemas.openxmlformats.org/drawingml/2006/main">
            <a:off x="419100" y="1543050"/>
            <a:ext cx="11239500" cy="6191250"/>
          </a:xfrm>
          <a:prstGeom xmlns:a="http://schemas.openxmlformats.org/drawingml/2006/main" prst="roundRect">
            <a:avLst>
              <a:gd name="adj" fmla="val 1231"/>
            </a:avLst>
          </a:prstGeom>
          <a:solidFill xmlns:a="http://schemas.openxmlformats.org/drawingml/2006/main">
            <a:srgbClr val="F7F9FC"/>
          </a:solidFill>
          <a:ln xmlns:a="http://schemas.openxmlformats.org/drawingml/2006/main" w="9525">
            <a:solidFill>
              <a:srgbClr val="D8E0EB"/>
            </a:solidFill>
            <a:prstDash val="solid"/>
          </a:ln>
        </p:spPr>
      </p:sp>
      <p:sp>
        <p:nvSpPr>
          <p:cNvPr id="6" name="s5-Application header">
            <a:extLst xmlns:a="http://schemas.openxmlformats.org/drawingml/2006/main">
              <a:ext uri="{FF2B5EF4-FFF2-40B4-BE49-F238E27FC236}">
                <a16:creationId xmlns:a16="http://schemas.microsoft.com/office/drawing/2014/main" id="{FA6DB6FC-E33E-43B5-B2B6-1E98B3B3C60F}"/>
              </a:ext>
            </a:extLst>
          </p:cNvPr>
          <p:cNvSpPr>
            <a:spLocks xmlns:a="http://schemas.openxmlformats.org/drawingml/2006/main" noGrp="1"/>
          </p:cNvSpPr>
          <p:nvPr/>
        </p:nvSpPr>
        <p:spPr>
          <a:xfrm xmlns:a="http://schemas.openxmlformats.org/drawingml/2006/main">
            <a:off x="428625" y="1552575"/>
            <a:ext cx="11220450" cy="552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7" name="s5-Brand mark">
            <a:extLst xmlns:a="http://schemas.openxmlformats.org/drawingml/2006/main">
              <a:ext uri="{FF2B5EF4-FFF2-40B4-BE49-F238E27FC236}">
                <a16:creationId xmlns:a16="http://schemas.microsoft.com/office/drawing/2014/main" id="{C98DB92E-1416-4D74-88FB-C93E1AB0D2FB}"/>
              </a:ext>
            </a:extLst>
          </p:cNvPr>
          <p:cNvSpPr>
            <a:spLocks xmlns:a="http://schemas.openxmlformats.org/drawingml/2006/main" noGrp="1"/>
          </p:cNvSpPr>
          <p:nvPr/>
        </p:nvSpPr>
        <p:spPr>
          <a:xfrm xmlns:a="http://schemas.openxmlformats.org/drawingml/2006/main">
            <a:off x="704850" y="1685925"/>
            <a:ext cx="285750" cy="285750"/>
          </a:xfrm>
          <a:prstGeom xmlns:a="http://schemas.openxmlformats.org/drawingml/2006/main" prst="roundRect">
            <a:avLst>
              <a:gd name="adj" fmla="val 26667"/>
            </a:avLst>
          </a:prstGeom>
          <a:solidFill xmlns:a="http://schemas.openxmlformats.org/drawingml/2006/main">
            <a:srgbClr val="155EEF"/>
          </a:solidFill>
          <a:ln xmlns:a="http://schemas.openxmlformats.org/drawingml/2006/main" w="0">
            <a:noFill/>
            <a:prstDash val="solid"/>
          </a:ln>
        </p:spPr>
      </p:sp>
      <p:sp>
        <p:nvSpPr>
          <p:cNvPr id="8" name="s5-Brand initial">
            <a:extLst xmlns:a="http://schemas.openxmlformats.org/drawingml/2006/main">
              <a:ext uri="{FF2B5EF4-FFF2-40B4-BE49-F238E27FC236}">
                <a16:creationId xmlns:a16="http://schemas.microsoft.com/office/drawing/2014/main" id="{CEDA4039-293D-4D0F-AFA1-55B54BB3888A}"/>
              </a:ext>
            </a:extLst>
          </p:cNvPr>
          <p:cNvSpPr>
            <a:spLocks xmlns:a="http://schemas.openxmlformats.org/drawingml/2006/main" noGrp="1"/>
          </p:cNvSpPr>
          <p:nvPr/>
        </p:nvSpPr>
        <p:spPr>
          <a:xfrm xmlns:a="http://schemas.openxmlformats.org/drawingml/2006/main">
            <a:off x="762000" y="1714500"/>
            <a:ext cx="171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vl1pPr algn="ctr">
              <a:defRPr sz="1425" b="1">
                <a:solidFill>
                  <a:srgbClr val="FFFFFF"/>
                </a:solidFill>
                <a:latin typeface="Arial"/>
                <a:ea typeface="Arial"/>
                <a:cs typeface="Arial"/>
              </a:defRPr>
            </a:lvl1pPr>
            <a:lvl2pPr algn="ctr">
              <a:defRPr sz="1425" b="1">
                <a:solidFill>
                  <a:srgbClr val="FFFFFF"/>
                </a:solidFill>
                <a:latin typeface="Arial"/>
                <a:ea typeface="Arial"/>
                <a:cs typeface="Arial"/>
              </a:defRPr>
            </a:lvl2pPr>
            <a:lvl3pPr algn="ctr">
              <a:defRPr sz="1425" b="1">
                <a:solidFill>
                  <a:srgbClr val="FFFFFF"/>
                </a:solidFill>
                <a:latin typeface="Arial"/>
                <a:ea typeface="Arial"/>
                <a:cs typeface="Arial"/>
              </a:defRPr>
            </a:lvl3pPr>
            <a:lvl4pPr algn="ctr">
              <a:defRPr sz="1425" b="1">
                <a:solidFill>
                  <a:srgbClr val="FFFFFF"/>
                </a:solidFill>
                <a:latin typeface="Arial"/>
                <a:ea typeface="Arial"/>
                <a:cs typeface="Arial"/>
              </a:defRPr>
            </a:lvl4pPr>
            <a:lvl5pPr algn="ctr">
              <a:defRPr sz="1425" b="1">
                <a:solidFill>
                  <a:srgbClr val="FFFFFF"/>
                </a:solidFill>
                <a:latin typeface="Arial"/>
                <a:ea typeface="Arial"/>
                <a:cs typeface="Arial"/>
              </a:defRPr>
            </a:lvl5pPr>
            <a:lvl6pPr algn="ctr">
              <a:defRPr sz="1425" b="1">
                <a:solidFill>
                  <a:srgbClr val="FFFFFF"/>
                </a:solidFill>
                <a:latin typeface="Arial"/>
                <a:ea typeface="Arial"/>
                <a:cs typeface="Arial"/>
              </a:defRPr>
            </a:lvl6pPr>
            <a:lvl7pPr algn="ctr">
              <a:defRPr sz="1425" b="1">
                <a:solidFill>
                  <a:srgbClr val="FFFFFF"/>
                </a:solidFill>
                <a:latin typeface="Arial"/>
                <a:ea typeface="Arial"/>
                <a:cs typeface="Arial"/>
              </a:defRPr>
            </a:lvl7pPr>
            <a:lvl8pPr algn="ctr">
              <a:defRPr sz="1425" b="1">
                <a:solidFill>
                  <a:srgbClr val="FFFFFF"/>
                </a:solidFill>
                <a:latin typeface="Arial"/>
                <a:ea typeface="Arial"/>
                <a:cs typeface="Arial"/>
              </a:defRPr>
            </a:lvl8pPr>
            <a:lvl9pPr algn="ctr">
              <a:defRPr sz="1425" b="1">
                <a:solidFill>
                  <a:srgbClr val="FFFFFF"/>
                </a:solidFill>
                <a:latin typeface="Arial"/>
                <a:ea typeface="Arial"/>
                <a:cs typeface="Arial"/>
              </a:defRPr>
            </a:lvl9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M</a:t>
            </a:r>
          </a:p>
        </p:txBody>
      </p:sp>
      <p:sp>
        <p:nvSpPr>
          <p:cNvPr id="9" name="s5-Brand wordmark">
            <a:extLst xmlns:a="http://schemas.openxmlformats.org/drawingml/2006/main">
              <a:ext uri="{FF2B5EF4-FFF2-40B4-BE49-F238E27FC236}">
                <a16:creationId xmlns:a16="http://schemas.microsoft.com/office/drawing/2014/main" id="{A770B470-606C-4232-A05E-C0EB8FE6038F}"/>
              </a:ext>
            </a:extLst>
          </p:cNvPr>
          <p:cNvSpPr>
            <a:spLocks xmlns:a="http://schemas.openxmlformats.org/drawingml/2006/main" noGrp="1"/>
          </p:cNvSpPr>
          <p:nvPr/>
        </p:nvSpPr>
        <p:spPr>
          <a:xfrm xmlns:a="http://schemas.openxmlformats.org/drawingml/2006/main">
            <a:off x="1095375" y="1714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11827"/>
                </a:solidFill>
                <a:latin typeface="Arial"/>
                <a:ea typeface="Arial"/>
                <a:cs typeface="Arial"/>
              </a:defRPr>
            </a:defPPr>
            <a:lvl1pPr algn="l">
              <a:defRPr sz="1575" b="1">
                <a:solidFill>
                  <a:srgbClr val="111827"/>
                </a:solidFill>
                <a:latin typeface="Arial"/>
                <a:ea typeface="Arial"/>
                <a:cs typeface="Arial"/>
              </a:defRPr>
            </a:lvl1pPr>
            <a:lvl2pPr algn="l">
              <a:defRPr sz="1575" b="1">
                <a:solidFill>
                  <a:srgbClr val="111827"/>
                </a:solidFill>
                <a:latin typeface="Arial"/>
                <a:ea typeface="Arial"/>
                <a:cs typeface="Arial"/>
              </a:defRPr>
            </a:lvl2pPr>
            <a:lvl3pPr algn="l">
              <a:defRPr sz="1575" b="1">
                <a:solidFill>
                  <a:srgbClr val="111827"/>
                </a:solidFill>
                <a:latin typeface="Arial"/>
                <a:ea typeface="Arial"/>
                <a:cs typeface="Arial"/>
              </a:defRPr>
            </a:lvl3pPr>
            <a:lvl4pPr algn="l">
              <a:defRPr sz="1575" b="1">
                <a:solidFill>
                  <a:srgbClr val="111827"/>
                </a:solidFill>
                <a:latin typeface="Arial"/>
                <a:ea typeface="Arial"/>
                <a:cs typeface="Arial"/>
              </a:defRPr>
            </a:lvl4pPr>
            <a:lvl5pPr algn="l">
              <a:defRPr sz="1575" b="1">
                <a:solidFill>
                  <a:srgbClr val="111827"/>
                </a:solidFill>
                <a:latin typeface="Arial"/>
                <a:ea typeface="Arial"/>
                <a:cs typeface="Arial"/>
              </a:defRPr>
            </a:lvl5pPr>
            <a:lvl6pPr algn="l">
              <a:defRPr sz="1575" b="1">
                <a:solidFill>
                  <a:srgbClr val="111827"/>
                </a:solidFill>
                <a:latin typeface="Arial"/>
                <a:ea typeface="Arial"/>
                <a:cs typeface="Arial"/>
              </a:defRPr>
            </a:lvl6pPr>
            <a:lvl7pPr algn="l">
              <a:defRPr sz="1575" b="1">
                <a:solidFill>
                  <a:srgbClr val="111827"/>
                </a:solidFill>
                <a:latin typeface="Arial"/>
                <a:ea typeface="Arial"/>
                <a:cs typeface="Arial"/>
              </a:defRPr>
            </a:lvl7pPr>
            <a:lvl8pPr algn="l">
              <a:defRPr sz="1575" b="1">
                <a:solidFill>
                  <a:srgbClr val="111827"/>
                </a:solidFill>
                <a:latin typeface="Arial"/>
                <a:ea typeface="Arial"/>
                <a:cs typeface="Arial"/>
              </a:defRPr>
            </a:lvl8pPr>
            <a:lvl9pPr algn="l">
              <a:defRPr sz="1575" b="1">
                <a:solidFill>
                  <a:srgbClr val="111827"/>
                </a:solidFill>
                <a:latin typeface="Arial"/>
                <a:ea typeface="Arial"/>
                <a:cs typeface="Arial"/>
              </a:defRPr>
            </a:lvl9pPr>
          </a:lstStyle>
          <a:p xmlns:a="http://schemas.openxmlformats.org/drawingml/2006/main">
            <a:pPr algn="l">
              <a:defRPr sz="1575" b="1">
                <a:solidFill>
                  <a:srgbClr val="111827"/>
                </a:solidFill>
                <a:latin typeface="Arial"/>
                <a:ea typeface="Arial"/>
                <a:cs typeface="Arial"/>
              </a:defRPr>
            </a:pPr>
            <a:r>
              <a:rPr sz="1575" b="1">
                <a:solidFill>
                  <a:srgbClr val="111827"/>
                </a:solidFill>
                <a:latin typeface="Arial"/>
                <a:ea typeface="Arial"/>
                <a:cs typeface="Arial"/>
              </a:rPr>
              <a:t>MoveBooks AI</a:t>
            </a:r>
          </a:p>
        </p:txBody>
      </p:sp>
      <p:sp>
        <p:nvSpPr>
          <p:cNvPr id="10" name="s5-Top navigation">
            <a:extLst xmlns:a="http://schemas.openxmlformats.org/drawingml/2006/main">
              <a:ext uri="{FF2B5EF4-FFF2-40B4-BE49-F238E27FC236}">
                <a16:creationId xmlns:a16="http://schemas.microsoft.com/office/drawing/2014/main" id="{4DAF5F00-58A1-4D29-A804-5DECCA1FB8AD}"/>
              </a:ext>
            </a:extLst>
          </p:cNvPr>
          <p:cNvSpPr>
            <a:spLocks xmlns:a="http://schemas.openxmlformats.org/drawingml/2006/main" noGrp="1"/>
          </p:cNvSpPr>
          <p:nvPr/>
        </p:nvSpPr>
        <p:spPr>
          <a:xfrm xmlns:a="http://schemas.openxmlformats.org/drawingml/2006/main">
            <a:off x="7200900" y="1743075"/>
            <a:ext cx="4133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475569"/>
                </a:solidFill>
                <a:latin typeface="Arial"/>
                <a:ea typeface="Arial"/>
                <a:cs typeface="Arial"/>
              </a:defRPr>
            </a:defPPr>
            <a:lvl1pPr algn="l">
              <a:defRPr sz="1275" b="0">
                <a:solidFill>
                  <a:srgbClr val="475569"/>
                </a:solidFill>
                <a:latin typeface="Arial"/>
                <a:ea typeface="Arial"/>
                <a:cs typeface="Arial"/>
              </a:defRPr>
            </a:lvl1pPr>
            <a:lvl2pPr algn="l">
              <a:defRPr sz="1275" b="0">
                <a:solidFill>
                  <a:srgbClr val="475569"/>
                </a:solidFill>
                <a:latin typeface="Arial"/>
                <a:ea typeface="Arial"/>
                <a:cs typeface="Arial"/>
              </a:defRPr>
            </a:lvl2pPr>
            <a:lvl3pPr algn="l">
              <a:defRPr sz="1275" b="0">
                <a:solidFill>
                  <a:srgbClr val="475569"/>
                </a:solidFill>
                <a:latin typeface="Arial"/>
                <a:ea typeface="Arial"/>
                <a:cs typeface="Arial"/>
              </a:defRPr>
            </a:lvl3pPr>
            <a:lvl4pPr algn="l">
              <a:defRPr sz="1275" b="0">
                <a:solidFill>
                  <a:srgbClr val="475569"/>
                </a:solidFill>
                <a:latin typeface="Arial"/>
                <a:ea typeface="Arial"/>
                <a:cs typeface="Arial"/>
              </a:defRPr>
            </a:lvl4pPr>
            <a:lvl5pPr algn="l">
              <a:defRPr sz="1275" b="0">
                <a:solidFill>
                  <a:srgbClr val="475569"/>
                </a:solidFill>
                <a:latin typeface="Arial"/>
                <a:ea typeface="Arial"/>
                <a:cs typeface="Arial"/>
              </a:defRPr>
            </a:lvl5pPr>
            <a:lvl6pPr algn="l">
              <a:defRPr sz="1275" b="0">
                <a:solidFill>
                  <a:srgbClr val="475569"/>
                </a:solidFill>
                <a:latin typeface="Arial"/>
                <a:ea typeface="Arial"/>
                <a:cs typeface="Arial"/>
              </a:defRPr>
            </a:lvl6pPr>
            <a:lvl7pPr algn="l">
              <a:defRPr sz="1275" b="0">
                <a:solidFill>
                  <a:srgbClr val="475569"/>
                </a:solidFill>
                <a:latin typeface="Arial"/>
                <a:ea typeface="Arial"/>
                <a:cs typeface="Arial"/>
              </a:defRPr>
            </a:lvl7pPr>
            <a:lvl8pPr algn="l">
              <a:defRPr sz="1275" b="0">
                <a:solidFill>
                  <a:srgbClr val="475569"/>
                </a:solidFill>
                <a:latin typeface="Arial"/>
                <a:ea typeface="Arial"/>
                <a:cs typeface="Arial"/>
              </a:defRPr>
            </a:lvl8pPr>
            <a:lvl9pPr algn="l">
              <a:defRPr sz="1275" b="0">
                <a:solidFill>
                  <a:srgbClr val="475569"/>
                </a:solidFill>
                <a:latin typeface="Arial"/>
                <a:ea typeface="Arial"/>
                <a:cs typeface="Arial"/>
              </a:defRPr>
            </a:lvl9pPr>
          </a:lstStyle>
          <a:p xmlns:a="http://schemas.openxmlformats.org/drawingml/2006/main">
            <a:pPr algn="l">
              <a:defRPr sz="1275" b="0">
                <a:solidFill>
                  <a:srgbClr val="475569"/>
                </a:solidFill>
                <a:latin typeface="Arial"/>
                <a:ea typeface="Arial"/>
                <a:cs typeface="Arial"/>
              </a:defRPr>
            </a:pPr>
            <a:r>
              <a:rPr sz="1275" b="0">
                <a:solidFill>
                  <a:srgbClr val="475569"/>
                </a:solidFill>
                <a:latin typeface="Arial"/>
                <a:ea typeface="Arial"/>
                <a:cs typeface="Arial"/>
              </a:rPr>
              <a:t>My Migration        Play        Help        Account</a:t>
            </a:r>
          </a:p>
        </p:txBody>
      </p:sp>
      <p:cxnSp>
        <p:nvCxnSpPr>
          <p:cNvPr id="11" name="s5-App header divider">
            <a:extLst xmlns:a="http://schemas.openxmlformats.org/drawingml/2006/main">
              <a:ext uri="{FF2B5EF4-FFF2-40B4-BE49-F238E27FC236}">
                <a16:creationId xmlns:a16="http://schemas.microsoft.com/office/drawing/2014/main" id="{A25FC1EB-B048-42D3-B81C-6A598D255296}"/>
              </a:ext>
            </a:extLst>
          </p:cNvPr>
          <p:cNvCxnSpPr/>
          <p:nvPr/>
        </p:nvCxnSpPr>
        <p:spPr>
          <a:xfrm xmlns:a="http://schemas.openxmlformats.org/drawingml/2006/main" flipH="0" flipV="0">
            <a:off x="428625" y="2105025"/>
            <a:ext cx="11220450" cy="0"/>
          </a:xfrm>
          <a:prstGeom xmlns:a="http://schemas.openxmlformats.org/drawingml/2006/main" prst="straightConnector1">
            <a:avLst/>
          </a:prstGeom>
          <a:ln xmlns:a="http://schemas.openxmlformats.org/drawingml/2006/main" w="9525">
            <a:solidFill>
              <a:srgbClr val="D8E0EB"/>
            </a:solidFill>
            <a:tailEnd type="none" w="sm" len="sm"/>
          </a:ln>
        </p:spPr>
      </p:cxnSp>
      <p:sp>
        <p:nvSpPr>
          <p:cNvPr id="12" name="s5-Phase Understand">
            <a:extLst xmlns:a="http://schemas.openxmlformats.org/drawingml/2006/main">
              <a:ext uri="{FF2B5EF4-FFF2-40B4-BE49-F238E27FC236}">
                <a16:creationId xmlns:a16="http://schemas.microsoft.com/office/drawing/2014/main" id="{8FAC2E08-1358-42E0-9B14-8C6B6C84055C}"/>
              </a:ext>
            </a:extLst>
          </p:cNvPr>
          <p:cNvSpPr>
            <a:spLocks xmlns:a="http://schemas.openxmlformats.org/drawingml/2006/main" noGrp="1"/>
          </p:cNvSpPr>
          <p:nvPr/>
        </p:nvSpPr>
        <p:spPr>
          <a:xfrm xmlns:a="http://schemas.openxmlformats.org/drawingml/2006/main">
            <a:off x="762000"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87A55"/>
                </a:solidFill>
                <a:latin typeface="Arial"/>
                <a:ea typeface="Arial"/>
                <a:cs typeface="Arial"/>
              </a:defRPr>
            </a:defPPr>
            <a:lvl1pPr algn="l">
              <a:defRPr sz="1350" b="0">
                <a:solidFill>
                  <a:srgbClr val="087A55"/>
                </a:solidFill>
                <a:latin typeface="Arial"/>
                <a:ea typeface="Arial"/>
                <a:cs typeface="Arial"/>
              </a:defRPr>
            </a:lvl1pPr>
            <a:lvl2pPr algn="l">
              <a:defRPr sz="1350" b="0">
                <a:solidFill>
                  <a:srgbClr val="087A55"/>
                </a:solidFill>
                <a:latin typeface="Arial"/>
                <a:ea typeface="Arial"/>
                <a:cs typeface="Arial"/>
              </a:defRPr>
            </a:lvl2pPr>
            <a:lvl3pPr algn="l">
              <a:defRPr sz="1350" b="0">
                <a:solidFill>
                  <a:srgbClr val="087A55"/>
                </a:solidFill>
                <a:latin typeface="Arial"/>
                <a:ea typeface="Arial"/>
                <a:cs typeface="Arial"/>
              </a:defRPr>
            </a:lvl3pPr>
            <a:lvl4pPr algn="l">
              <a:defRPr sz="1350" b="0">
                <a:solidFill>
                  <a:srgbClr val="087A55"/>
                </a:solidFill>
                <a:latin typeface="Arial"/>
                <a:ea typeface="Arial"/>
                <a:cs typeface="Arial"/>
              </a:defRPr>
            </a:lvl4pPr>
            <a:lvl5pPr algn="l">
              <a:defRPr sz="1350" b="0">
                <a:solidFill>
                  <a:srgbClr val="087A55"/>
                </a:solidFill>
                <a:latin typeface="Arial"/>
                <a:ea typeface="Arial"/>
                <a:cs typeface="Arial"/>
              </a:defRPr>
            </a:lvl5pPr>
            <a:lvl6pPr algn="l">
              <a:defRPr sz="1350" b="0">
                <a:solidFill>
                  <a:srgbClr val="087A55"/>
                </a:solidFill>
                <a:latin typeface="Arial"/>
                <a:ea typeface="Arial"/>
                <a:cs typeface="Arial"/>
              </a:defRPr>
            </a:lvl6pPr>
            <a:lvl7pPr algn="l">
              <a:defRPr sz="1350" b="0">
                <a:solidFill>
                  <a:srgbClr val="087A55"/>
                </a:solidFill>
                <a:latin typeface="Arial"/>
                <a:ea typeface="Arial"/>
                <a:cs typeface="Arial"/>
              </a:defRPr>
            </a:lvl7pPr>
            <a:lvl8pPr algn="l">
              <a:defRPr sz="1350" b="0">
                <a:solidFill>
                  <a:srgbClr val="087A55"/>
                </a:solidFill>
                <a:latin typeface="Arial"/>
                <a:ea typeface="Arial"/>
                <a:cs typeface="Arial"/>
              </a:defRPr>
            </a:lvl8pPr>
            <a:lvl9pPr algn="l">
              <a:defRPr sz="1350" b="0">
                <a:solidFill>
                  <a:srgbClr val="087A55"/>
                </a:solidFill>
                <a:latin typeface="Arial"/>
                <a:ea typeface="Arial"/>
                <a:cs typeface="Arial"/>
              </a:defRPr>
            </a:lvl9pPr>
          </a:lstStyle>
          <a:p xmlns:a="http://schemas.openxmlformats.org/drawingml/2006/main">
            <a:pPr algn="l">
              <a:defRPr sz="1350" b="0">
                <a:solidFill>
                  <a:srgbClr val="087A55"/>
                </a:solidFill>
                <a:latin typeface="Arial"/>
                <a:ea typeface="Arial"/>
                <a:cs typeface="Arial"/>
              </a:defRPr>
            </a:pPr>
            <a:r>
              <a:rPr sz="1350" b="0">
                <a:solidFill>
                  <a:srgbClr val="087A55"/>
                </a:solidFill>
                <a:latin typeface="Arial"/>
                <a:ea typeface="Arial"/>
                <a:cs typeface="Arial"/>
              </a:rPr>
              <a:t>✓  Understand</a:t>
            </a:r>
          </a:p>
        </p:txBody>
      </p:sp>
      <p:sp>
        <p:nvSpPr>
          <p:cNvPr id="13" name="s5-Phase Prepare">
            <a:extLst xmlns:a="http://schemas.openxmlformats.org/drawingml/2006/main">
              <a:ext uri="{FF2B5EF4-FFF2-40B4-BE49-F238E27FC236}">
                <a16:creationId xmlns:a16="http://schemas.microsoft.com/office/drawing/2014/main" id="{B2B8CE67-78F0-4B79-97AB-2C68C7438119}"/>
              </a:ext>
            </a:extLst>
          </p:cNvPr>
          <p:cNvSpPr>
            <a:spLocks xmlns:a="http://schemas.openxmlformats.org/drawingml/2006/main" noGrp="1"/>
          </p:cNvSpPr>
          <p:nvPr/>
        </p:nvSpPr>
        <p:spPr>
          <a:xfrm xmlns:a="http://schemas.openxmlformats.org/drawingml/2006/main">
            <a:off x="2867025"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87A55"/>
                </a:solidFill>
                <a:latin typeface="Arial"/>
                <a:ea typeface="Arial"/>
                <a:cs typeface="Arial"/>
              </a:defRPr>
            </a:defPPr>
            <a:lvl1pPr algn="l">
              <a:defRPr sz="1350" b="0">
                <a:solidFill>
                  <a:srgbClr val="087A55"/>
                </a:solidFill>
                <a:latin typeface="Arial"/>
                <a:ea typeface="Arial"/>
                <a:cs typeface="Arial"/>
              </a:defRPr>
            </a:lvl1pPr>
            <a:lvl2pPr algn="l">
              <a:defRPr sz="1350" b="0">
                <a:solidFill>
                  <a:srgbClr val="087A55"/>
                </a:solidFill>
                <a:latin typeface="Arial"/>
                <a:ea typeface="Arial"/>
                <a:cs typeface="Arial"/>
              </a:defRPr>
            </a:lvl2pPr>
            <a:lvl3pPr algn="l">
              <a:defRPr sz="1350" b="0">
                <a:solidFill>
                  <a:srgbClr val="087A55"/>
                </a:solidFill>
                <a:latin typeface="Arial"/>
                <a:ea typeface="Arial"/>
                <a:cs typeface="Arial"/>
              </a:defRPr>
            </a:lvl3pPr>
            <a:lvl4pPr algn="l">
              <a:defRPr sz="1350" b="0">
                <a:solidFill>
                  <a:srgbClr val="087A55"/>
                </a:solidFill>
                <a:latin typeface="Arial"/>
                <a:ea typeface="Arial"/>
                <a:cs typeface="Arial"/>
              </a:defRPr>
            </a:lvl4pPr>
            <a:lvl5pPr algn="l">
              <a:defRPr sz="1350" b="0">
                <a:solidFill>
                  <a:srgbClr val="087A55"/>
                </a:solidFill>
                <a:latin typeface="Arial"/>
                <a:ea typeface="Arial"/>
                <a:cs typeface="Arial"/>
              </a:defRPr>
            </a:lvl5pPr>
            <a:lvl6pPr algn="l">
              <a:defRPr sz="1350" b="0">
                <a:solidFill>
                  <a:srgbClr val="087A55"/>
                </a:solidFill>
                <a:latin typeface="Arial"/>
                <a:ea typeface="Arial"/>
                <a:cs typeface="Arial"/>
              </a:defRPr>
            </a:lvl6pPr>
            <a:lvl7pPr algn="l">
              <a:defRPr sz="1350" b="0">
                <a:solidFill>
                  <a:srgbClr val="087A55"/>
                </a:solidFill>
                <a:latin typeface="Arial"/>
                <a:ea typeface="Arial"/>
                <a:cs typeface="Arial"/>
              </a:defRPr>
            </a:lvl7pPr>
            <a:lvl8pPr algn="l">
              <a:defRPr sz="1350" b="0">
                <a:solidFill>
                  <a:srgbClr val="087A55"/>
                </a:solidFill>
                <a:latin typeface="Arial"/>
                <a:ea typeface="Arial"/>
                <a:cs typeface="Arial"/>
              </a:defRPr>
            </a:lvl8pPr>
            <a:lvl9pPr algn="l">
              <a:defRPr sz="1350" b="0">
                <a:solidFill>
                  <a:srgbClr val="087A55"/>
                </a:solidFill>
                <a:latin typeface="Arial"/>
                <a:ea typeface="Arial"/>
                <a:cs typeface="Arial"/>
              </a:defRPr>
            </a:lvl9pPr>
          </a:lstStyle>
          <a:p xmlns:a="http://schemas.openxmlformats.org/drawingml/2006/main">
            <a:pPr algn="l">
              <a:defRPr sz="1350" b="0">
                <a:solidFill>
                  <a:srgbClr val="087A55"/>
                </a:solidFill>
                <a:latin typeface="Arial"/>
                <a:ea typeface="Arial"/>
                <a:cs typeface="Arial"/>
              </a:defRPr>
            </a:pPr>
            <a:r>
              <a:rPr sz="1350" b="0">
                <a:solidFill>
                  <a:srgbClr val="087A55"/>
                </a:solidFill>
                <a:latin typeface="Arial"/>
                <a:ea typeface="Arial"/>
                <a:cs typeface="Arial"/>
              </a:rPr>
              <a:t>✓  Prepare</a:t>
            </a:r>
          </a:p>
        </p:txBody>
      </p:sp>
      <p:sp>
        <p:nvSpPr>
          <p:cNvPr id="14" name="s5-Phase Move">
            <a:extLst xmlns:a="http://schemas.openxmlformats.org/drawingml/2006/main">
              <a:ext uri="{FF2B5EF4-FFF2-40B4-BE49-F238E27FC236}">
                <a16:creationId xmlns:a16="http://schemas.microsoft.com/office/drawing/2014/main" id="{C2598152-57C9-4A82-897D-36F8F905D4FA}"/>
              </a:ext>
            </a:extLst>
          </p:cNvPr>
          <p:cNvSpPr>
            <a:spLocks xmlns:a="http://schemas.openxmlformats.org/drawingml/2006/main" noGrp="1"/>
          </p:cNvSpPr>
          <p:nvPr/>
        </p:nvSpPr>
        <p:spPr>
          <a:xfrm xmlns:a="http://schemas.openxmlformats.org/drawingml/2006/main">
            <a:off x="4972050"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87A55"/>
                </a:solidFill>
                <a:latin typeface="Arial"/>
                <a:ea typeface="Arial"/>
                <a:cs typeface="Arial"/>
              </a:defRPr>
            </a:defPPr>
            <a:lvl1pPr algn="l">
              <a:defRPr sz="1350" b="0">
                <a:solidFill>
                  <a:srgbClr val="087A55"/>
                </a:solidFill>
                <a:latin typeface="Arial"/>
                <a:ea typeface="Arial"/>
                <a:cs typeface="Arial"/>
              </a:defRPr>
            </a:lvl1pPr>
            <a:lvl2pPr algn="l">
              <a:defRPr sz="1350" b="0">
                <a:solidFill>
                  <a:srgbClr val="087A55"/>
                </a:solidFill>
                <a:latin typeface="Arial"/>
                <a:ea typeface="Arial"/>
                <a:cs typeface="Arial"/>
              </a:defRPr>
            </a:lvl2pPr>
            <a:lvl3pPr algn="l">
              <a:defRPr sz="1350" b="0">
                <a:solidFill>
                  <a:srgbClr val="087A55"/>
                </a:solidFill>
                <a:latin typeface="Arial"/>
                <a:ea typeface="Arial"/>
                <a:cs typeface="Arial"/>
              </a:defRPr>
            </a:lvl3pPr>
            <a:lvl4pPr algn="l">
              <a:defRPr sz="1350" b="0">
                <a:solidFill>
                  <a:srgbClr val="087A55"/>
                </a:solidFill>
                <a:latin typeface="Arial"/>
                <a:ea typeface="Arial"/>
                <a:cs typeface="Arial"/>
              </a:defRPr>
            </a:lvl4pPr>
            <a:lvl5pPr algn="l">
              <a:defRPr sz="1350" b="0">
                <a:solidFill>
                  <a:srgbClr val="087A55"/>
                </a:solidFill>
                <a:latin typeface="Arial"/>
                <a:ea typeface="Arial"/>
                <a:cs typeface="Arial"/>
              </a:defRPr>
            </a:lvl5pPr>
            <a:lvl6pPr algn="l">
              <a:defRPr sz="1350" b="0">
                <a:solidFill>
                  <a:srgbClr val="087A55"/>
                </a:solidFill>
                <a:latin typeface="Arial"/>
                <a:ea typeface="Arial"/>
                <a:cs typeface="Arial"/>
              </a:defRPr>
            </a:lvl6pPr>
            <a:lvl7pPr algn="l">
              <a:defRPr sz="1350" b="0">
                <a:solidFill>
                  <a:srgbClr val="087A55"/>
                </a:solidFill>
                <a:latin typeface="Arial"/>
                <a:ea typeface="Arial"/>
                <a:cs typeface="Arial"/>
              </a:defRPr>
            </a:lvl7pPr>
            <a:lvl8pPr algn="l">
              <a:defRPr sz="1350" b="0">
                <a:solidFill>
                  <a:srgbClr val="087A55"/>
                </a:solidFill>
                <a:latin typeface="Arial"/>
                <a:ea typeface="Arial"/>
                <a:cs typeface="Arial"/>
              </a:defRPr>
            </a:lvl8pPr>
            <a:lvl9pPr algn="l">
              <a:defRPr sz="1350" b="0">
                <a:solidFill>
                  <a:srgbClr val="087A55"/>
                </a:solidFill>
                <a:latin typeface="Arial"/>
                <a:ea typeface="Arial"/>
                <a:cs typeface="Arial"/>
              </a:defRPr>
            </a:lvl9pPr>
          </a:lstStyle>
          <a:p xmlns:a="http://schemas.openxmlformats.org/drawingml/2006/main">
            <a:pPr algn="l">
              <a:defRPr sz="1350" b="0">
                <a:solidFill>
                  <a:srgbClr val="087A55"/>
                </a:solidFill>
                <a:latin typeface="Arial"/>
                <a:ea typeface="Arial"/>
                <a:cs typeface="Arial"/>
              </a:defRPr>
            </a:pPr>
            <a:r>
              <a:rPr sz="1350" b="0">
                <a:solidFill>
                  <a:srgbClr val="087A55"/>
                </a:solidFill>
                <a:latin typeface="Arial"/>
                <a:ea typeface="Arial"/>
                <a:cs typeface="Arial"/>
              </a:rPr>
              <a:t>✓  Move</a:t>
            </a:r>
          </a:p>
        </p:txBody>
      </p:sp>
      <p:sp>
        <p:nvSpPr>
          <p:cNvPr id="15" name="s5-Phase Verify">
            <a:extLst xmlns:a="http://schemas.openxmlformats.org/drawingml/2006/main">
              <a:ext uri="{FF2B5EF4-FFF2-40B4-BE49-F238E27FC236}">
                <a16:creationId xmlns:a16="http://schemas.microsoft.com/office/drawing/2014/main" id="{38BC1800-BDAA-4B1D-BED1-BC0B54B7F390}"/>
              </a:ext>
            </a:extLst>
          </p:cNvPr>
          <p:cNvSpPr>
            <a:spLocks xmlns:a="http://schemas.openxmlformats.org/drawingml/2006/main" noGrp="1"/>
          </p:cNvSpPr>
          <p:nvPr/>
        </p:nvSpPr>
        <p:spPr>
          <a:xfrm xmlns:a="http://schemas.openxmlformats.org/drawingml/2006/main">
            <a:off x="7077075"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55EEF"/>
                </a:solidFill>
                <a:latin typeface="Arial"/>
                <a:ea typeface="Arial"/>
                <a:cs typeface="Arial"/>
              </a:defRPr>
            </a:defPPr>
            <a:lvl1pPr algn="l">
              <a:defRPr sz="1350" b="1">
                <a:solidFill>
                  <a:srgbClr val="155EEF"/>
                </a:solidFill>
                <a:latin typeface="Arial"/>
                <a:ea typeface="Arial"/>
                <a:cs typeface="Arial"/>
              </a:defRPr>
            </a:lvl1pPr>
            <a:lvl2pPr algn="l">
              <a:defRPr sz="1350" b="1">
                <a:solidFill>
                  <a:srgbClr val="155EEF"/>
                </a:solidFill>
                <a:latin typeface="Arial"/>
                <a:ea typeface="Arial"/>
                <a:cs typeface="Arial"/>
              </a:defRPr>
            </a:lvl2pPr>
            <a:lvl3pPr algn="l">
              <a:defRPr sz="1350" b="1">
                <a:solidFill>
                  <a:srgbClr val="155EEF"/>
                </a:solidFill>
                <a:latin typeface="Arial"/>
                <a:ea typeface="Arial"/>
                <a:cs typeface="Arial"/>
              </a:defRPr>
            </a:lvl3pPr>
            <a:lvl4pPr algn="l">
              <a:defRPr sz="1350" b="1">
                <a:solidFill>
                  <a:srgbClr val="155EEF"/>
                </a:solidFill>
                <a:latin typeface="Arial"/>
                <a:ea typeface="Arial"/>
                <a:cs typeface="Arial"/>
              </a:defRPr>
            </a:lvl4pPr>
            <a:lvl5pPr algn="l">
              <a:defRPr sz="1350" b="1">
                <a:solidFill>
                  <a:srgbClr val="155EEF"/>
                </a:solidFill>
                <a:latin typeface="Arial"/>
                <a:ea typeface="Arial"/>
                <a:cs typeface="Arial"/>
              </a:defRPr>
            </a:lvl5pPr>
            <a:lvl6pPr algn="l">
              <a:defRPr sz="1350" b="1">
                <a:solidFill>
                  <a:srgbClr val="155EEF"/>
                </a:solidFill>
                <a:latin typeface="Arial"/>
                <a:ea typeface="Arial"/>
                <a:cs typeface="Arial"/>
              </a:defRPr>
            </a:lvl6pPr>
            <a:lvl7pPr algn="l">
              <a:defRPr sz="1350" b="1">
                <a:solidFill>
                  <a:srgbClr val="155EEF"/>
                </a:solidFill>
                <a:latin typeface="Arial"/>
                <a:ea typeface="Arial"/>
                <a:cs typeface="Arial"/>
              </a:defRPr>
            </a:lvl7pPr>
            <a:lvl8pPr algn="l">
              <a:defRPr sz="1350" b="1">
                <a:solidFill>
                  <a:srgbClr val="155EEF"/>
                </a:solidFill>
                <a:latin typeface="Arial"/>
                <a:ea typeface="Arial"/>
                <a:cs typeface="Arial"/>
              </a:defRPr>
            </a:lvl8pPr>
            <a:lvl9pPr algn="l">
              <a:defRPr sz="1350" b="1">
                <a:solidFill>
                  <a:srgbClr val="155EEF"/>
                </a:solidFill>
                <a:latin typeface="Arial"/>
                <a:ea typeface="Arial"/>
                <a:cs typeface="Arial"/>
              </a:defRPr>
            </a:lvl9pPr>
          </a:lstStyle>
          <a:p xmlns:a="http://schemas.openxmlformats.org/drawingml/2006/main">
            <a:pPr algn="l">
              <a:defRPr sz="1350" b="1">
                <a:solidFill>
                  <a:srgbClr val="155EEF"/>
                </a:solidFill>
                <a:latin typeface="Arial"/>
                <a:ea typeface="Arial"/>
                <a:cs typeface="Arial"/>
              </a:defRPr>
            </a:pPr>
            <a:r>
              <a:rPr sz="1350" b="1">
                <a:solidFill>
                  <a:srgbClr val="155EEF"/>
                </a:solidFill>
                <a:latin typeface="Arial"/>
                <a:ea typeface="Arial"/>
                <a:cs typeface="Arial"/>
              </a:rPr>
              <a:t>Verify</a:t>
            </a:r>
          </a:p>
        </p:txBody>
      </p:sp>
      <p:sp>
        <p:nvSpPr>
          <p:cNvPr id="16" name="s5-Current phase underline">
            <a:extLst xmlns:a="http://schemas.openxmlformats.org/drawingml/2006/main">
              <a:ext uri="{FF2B5EF4-FFF2-40B4-BE49-F238E27FC236}">
                <a16:creationId xmlns:a16="http://schemas.microsoft.com/office/drawing/2014/main" id="{842A0BCD-BB82-44E4-89D1-A8F8866E6F80}"/>
              </a:ext>
            </a:extLst>
          </p:cNvPr>
          <p:cNvSpPr>
            <a:spLocks xmlns:a="http://schemas.openxmlformats.org/drawingml/2006/main" noGrp="1"/>
          </p:cNvSpPr>
          <p:nvPr/>
        </p:nvSpPr>
        <p:spPr>
          <a:xfrm xmlns:a="http://schemas.openxmlformats.org/drawingml/2006/main">
            <a:off x="7077075" y="2628900"/>
            <a:ext cx="1857375" cy="28575"/>
          </a:xfrm>
          <a:prstGeom xmlns:a="http://schemas.openxmlformats.org/drawingml/2006/main" prst="rect">
            <a:avLst/>
          </a:prstGeom>
          <a:solidFill xmlns:a="http://schemas.openxmlformats.org/drawingml/2006/main">
            <a:srgbClr val="155EEF"/>
          </a:solidFill>
          <a:ln xmlns:a="http://schemas.openxmlformats.org/drawingml/2006/main" w="0">
            <a:noFill/>
            <a:prstDash val="solid"/>
          </a:ln>
        </p:spPr>
      </p:sp>
      <p:sp>
        <p:nvSpPr>
          <p:cNvPr id="17" name="s5-Phase Start">
            <a:extLst xmlns:a="http://schemas.openxmlformats.org/drawingml/2006/main">
              <a:ext uri="{FF2B5EF4-FFF2-40B4-BE49-F238E27FC236}">
                <a16:creationId xmlns:a16="http://schemas.microsoft.com/office/drawing/2014/main" id="{C1AA7259-E535-402F-9216-B5A21FADD34B}"/>
              </a:ext>
            </a:extLst>
          </p:cNvPr>
          <p:cNvSpPr>
            <a:spLocks xmlns:a="http://schemas.openxmlformats.org/drawingml/2006/main" noGrp="1"/>
          </p:cNvSpPr>
          <p:nvPr/>
        </p:nvSpPr>
        <p:spPr>
          <a:xfrm xmlns:a="http://schemas.openxmlformats.org/drawingml/2006/main">
            <a:off x="9182100"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4748B"/>
                </a:solidFill>
                <a:latin typeface="Arial"/>
                <a:ea typeface="Arial"/>
                <a:cs typeface="Arial"/>
              </a:defRPr>
            </a:defPPr>
            <a:lvl1pPr algn="l">
              <a:defRPr sz="1350" b="0">
                <a:solidFill>
                  <a:srgbClr val="64748B"/>
                </a:solidFill>
                <a:latin typeface="Arial"/>
                <a:ea typeface="Arial"/>
                <a:cs typeface="Arial"/>
              </a:defRPr>
            </a:lvl1pPr>
            <a:lvl2pPr algn="l">
              <a:defRPr sz="1350" b="0">
                <a:solidFill>
                  <a:srgbClr val="64748B"/>
                </a:solidFill>
                <a:latin typeface="Arial"/>
                <a:ea typeface="Arial"/>
                <a:cs typeface="Arial"/>
              </a:defRPr>
            </a:lvl2pPr>
            <a:lvl3pPr algn="l">
              <a:defRPr sz="1350" b="0">
                <a:solidFill>
                  <a:srgbClr val="64748B"/>
                </a:solidFill>
                <a:latin typeface="Arial"/>
                <a:ea typeface="Arial"/>
                <a:cs typeface="Arial"/>
              </a:defRPr>
            </a:lvl3pPr>
            <a:lvl4pPr algn="l">
              <a:defRPr sz="1350" b="0">
                <a:solidFill>
                  <a:srgbClr val="64748B"/>
                </a:solidFill>
                <a:latin typeface="Arial"/>
                <a:ea typeface="Arial"/>
                <a:cs typeface="Arial"/>
              </a:defRPr>
            </a:lvl4pPr>
            <a:lvl5pPr algn="l">
              <a:defRPr sz="1350" b="0">
                <a:solidFill>
                  <a:srgbClr val="64748B"/>
                </a:solidFill>
                <a:latin typeface="Arial"/>
                <a:ea typeface="Arial"/>
                <a:cs typeface="Arial"/>
              </a:defRPr>
            </a:lvl5pPr>
            <a:lvl6pPr algn="l">
              <a:defRPr sz="1350" b="0">
                <a:solidFill>
                  <a:srgbClr val="64748B"/>
                </a:solidFill>
                <a:latin typeface="Arial"/>
                <a:ea typeface="Arial"/>
                <a:cs typeface="Arial"/>
              </a:defRPr>
            </a:lvl6pPr>
            <a:lvl7pPr algn="l">
              <a:defRPr sz="1350" b="0">
                <a:solidFill>
                  <a:srgbClr val="64748B"/>
                </a:solidFill>
                <a:latin typeface="Arial"/>
                <a:ea typeface="Arial"/>
                <a:cs typeface="Arial"/>
              </a:defRPr>
            </a:lvl7pPr>
            <a:lvl8pPr algn="l">
              <a:defRPr sz="1350" b="0">
                <a:solidFill>
                  <a:srgbClr val="64748B"/>
                </a:solidFill>
                <a:latin typeface="Arial"/>
                <a:ea typeface="Arial"/>
                <a:cs typeface="Arial"/>
              </a:defRPr>
            </a:lvl8pPr>
            <a:lvl9pPr algn="l">
              <a:defRPr sz="1350" b="0">
                <a:solidFill>
                  <a:srgbClr val="64748B"/>
                </a:solidFill>
                <a:latin typeface="Arial"/>
                <a:ea typeface="Arial"/>
                <a:cs typeface="Arial"/>
              </a:defRPr>
            </a:lvl9pPr>
          </a:lstStyle>
          <a:p xmlns:a="http://schemas.openxmlformats.org/drawingml/2006/main">
            <a:pPr algn="l">
              <a:defRPr sz="1350" b="0">
                <a:solidFill>
                  <a:srgbClr val="64748B"/>
                </a:solidFill>
                <a:latin typeface="Arial"/>
                <a:ea typeface="Arial"/>
                <a:cs typeface="Arial"/>
              </a:defRPr>
            </a:pPr>
            <a:r>
              <a:rPr sz="1350" b="0">
                <a:solidFill>
                  <a:srgbClr val="64748B"/>
                </a:solidFill>
                <a:latin typeface="Arial"/>
                <a:ea typeface="Arial"/>
                <a:cs typeface="Arial"/>
              </a:rPr>
              <a:t>Start</a:t>
            </a:r>
          </a:p>
        </p:txBody>
      </p:sp>
      <p:cxnSp>
        <p:nvCxnSpPr>
          <p:cNvPr id="18" name="s5-App footer divider">
            <a:extLst xmlns:a="http://schemas.openxmlformats.org/drawingml/2006/main">
              <a:ext uri="{FF2B5EF4-FFF2-40B4-BE49-F238E27FC236}">
                <a16:creationId xmlns:a16="http://schemas.microsoft.com/office/drawing/2014/main" id="{7A21B839-5B23-4433-AC69-5236ACCE2849}"/>
              </a:ext>
            </a:extLst>
          </p:cNvPr>
          <p:cNvCxnSpPr/>
          <p:nvPr/>
        </p:nvCxnSpPr>
        <p:spPr>
          <a:xfrm xmlns:a="http://schemas.openxmlformats.org/drawingml/2006/main" flipH="0" flipV="0">
            <a:off x="762000" y="7343775"/>
            <a:ext cx="10553700" cy="0"/>
          </a:xfrm>
          <a:prstGeom xmlns:a="http://schemas.openxmlformats.org/drawingml/2006/main" prst="straightConnector1">
            <a:avLst/>
          </a:prstGeom>
          <a:ln xmlns:a="http://schemas.openxmlformats.org/drawingml/2006/main" w="9525">
            <a:solidFill>
              <a:srgbClr val="D8E0EB"/>
            </a:solidFill>
            <a:tailEnd type="none" w="sm" len="sm"/>
          </a:ln>
        </p:spPr>
      </p:cxnSp>
      <p:sp>
        <p:nvSpPr>
          <p:cNvPr id="19" name="s5-Synthetic scope">
            <a:extLst xmlns:a="http://schemas.openxmlformats.org/drawingml/2006/main">
              <a:ext uri="{FF2B5EF4-FFF2-40B4-BE49-F238E27FC236}">
                <a16:creationId xmlns:a16="http://schemas.microsoft.com/office/drawing/2014/main" id="{4E92935A-D25E-4F00-900D-487913144784}"/>
              </a:ext>
            </a:extLst>
          </p:cNvPr>
          <p:cNvSpPr>
            <a:spLocks xmlns:a="http://schemas.openxmlformats.org/drawingml/2006/main" noGrp="1"/>
          </p:cNvSpPr>
          <p:nvPr/>
        </p:nvSpPr>
        <p:spPr>
          <a:xfrm xmlns:a="http://schemas.openxmlformats.org/drawingml/2006/main">
            <a:off x="762000" y="7458075"/>
            <a:ext cx="10553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4748B"/>
                </a:solidFill>
                <a:latin typeface="Arial"/>
                <a:ea typeface="Arial"/>
                <a:cs typeface="Arial"/>
              </a:defRPr>
            </a:defPPr>
            <a:lvl1pPr algn="l">
              <a:defRPr sz="1200" b="0">
                <a:solidFill>
                  <a:srgbClr val="64748B"/>
                </a:solidFill>
                <a:latin typeface="Arial"/>
                <a:ea typeface="Arial"/>
                <a:cs typeface="Arial"/>
              </a:defRPr>
            </a:lvl1pPr>
            <a:lvl2pPr algn="l">
              <a:defRPr sz="1200" b="0">
                <a:solidFill>
                  <a:srgbClr val="64748B"/>
                </a:solidFill>
                <a:latin typeface="Arial"/>
                <a:ea typeface="Arial"/>
                <a:cs typeface="Arial"/>
              </a:defRPr>
            </a:lvl2pPr>
            <a:lvl3pPr algn="l">
              <a:defRPr sz="1200" b="0">
                <a:solidFill>
                  <a:srgbClr val="64748B"/>
                </a:solidFill>
                <a:latin typeface="Arial"/>
                <a:ea typeface="Arial"/>
                <a:cs typeface="Arial"/>
              </a:defRPr>
            </a:lvl3pPr>
            <a:lvl4pPr algn="l">
              <a:defRPr sz="1200" b="0">
                <a:solidFill>
                  <a:srgbClr val="64748B"/>
                </a:solidFill>
                <a:latin typeface="Arial"/>
                <a:ea typeface="Arial"/>
                <a:cs typeface="Arial"/>
              </a:defRPr>
            </a:lvl4pPr>
            <a:lvl5pPr algn="l">
              <a:defRPr sz="1200" b="0">
                <a:solidFill>
                  <a:srgbClr val="64748B"/>
                </a:solidFill>
                <a:latin typeface="Arial"/>
                <a:ea typeface="Arial"/>
                <a:cs typeface="Arial"/>
              </a:defRPr>
            </a:lvl5pPr>
            <a:lvl6pPr algn="l">
              <a:defRPr sz="1200" b="0">
                <a:solidFill>
                  <a:srgbClr val="64748B"/>
                </a:solidFill>
                <a:latin typeface="Arial"/>
                <a:ea typeface="Arial"/>
                <a:cs typeface="Arial"/>
              </a:defRPr>
            </a:lvl6pPr>
            <a:lvl7pPr algn="l">
              <a:defRPr sz="1200" b="0">
                <a:solidFill>
                  <a:srgbClr val="64748B"/>
                </a:solidFill>
                <a:latin typeface="Arial"/>
                <a:ea typeface="Arial"/>
                <a:cs typeface="Arial"/>
              </a:defRPr>
            </a:lvl7pPr>
            <a:lvl8pPr algn="l">
              <a:defRPr sz="1200" b="0">
                <a:solidFill>
                  <a:srgbClr val="64748B"/>
                </a:solidFill>
                <a:latin typeface="Arial"/>
                <a:ea typeface="Arial"/>
                <a:cs typeface="Arial"/>
              </a:defRPr>
            </a:lvl8pPr>
            <a:lvl9pPr algn="l">
              <a:defRPr sz="1200" b="0">
                <a:solidFill>
                  <a:srgbClr val="64748B"/>
                </a:solidFill>
                <a:latin typeface="Arial"/>
                <a:ea typeface="Arial"/>
                <a:cs typeface="Arial"/>
              </a:defRPr>
            </a:lvl9pPr>
          </a:lstStyle>
          <a:p xmlns:a="http://schemas.openxmlformats.org/drawingml/2006/main">
            <a:pPr algn="l">
              <a:defRPr sz="1200" b="0">
                <a:solidFill>
                  <a:srgbClr val="64748B"/>
                </a:solidFill>
                <a:latin typeface="Arial"/>
                <a:ea typeface="Arial"/>
                <a:cs typeface="Arial"/>
              </a:defRPr>
            </a:pPr>
            <a:r>
              <a:rPr sz="1200" b="0">
                <a:solidFill>
                  <a:srgbClr val="64748B"/>
                </a:solidFill>
                <a:latin typeface="Arial"/>
                <a:ea typeface="Arial"/>
                <a:cs typeface="Arial"/>
              </a:rPr>
              <a:t>Synthetic demonstration. No live accounting-provider connection.</a:t>
            </a:r>
          </a:p>
        </p:txBody>
      </p:sp>
      <p:sp>
        <p:nvSpPr>
          <p:cNvPr id="20" name="s5-Business outcome">
            <a:extLst xmlns:a="http://schemas.openxmlformats.org/drawingml/2006/main">
              <a:ext uri="{FF2B5EF4-FFF2-40B4-BE49-F238E27FC236}">
                <a16:creationId xmlns:a16="http://schemas.microsoft.com/office/drawing/2014/main" id="{9F811EE0-AB01-4CFA-B696-F0B816D820BA}"/>
              </a:ext>
            </a:extLst>
          </p:cNvPr>
          <p:cNvSpPr>
            <a:spLocks xmlns:a="http://schemas.openxmlformats.org/drawingml/2006/main" noGrp="1"/>
          </p:cNvSpPr>
          <p:nvPr/>
        </p:nvSpPr>
        <p:spPr>
          <a:xfrm xmlns:a="http://schemas.openxmlformats.org/drawingml/2006/main">
            <a:off x="419100" y="8067675"/>
            <a:ext cx="1440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243F"/>
                </a:solidFill>
                <a:latin typeface="Arial"/>
                <a:ea typeface="Arial"/>
                <a:cs typeface="Arial"/>
              </a:defRPr>
            </a:defPPr>
            <a:lvl1pPr algn="l">
              <a:defRPr sz="1800" b="1">
                <a:solidFill>
                  <a:srgbClr val="17243F"/>
                </a:solidFill>
                <a:latin typeface="Arial"/>
                <a:ea typeface="Arial"/>
                <a:cs typeface="Arial"/>
              </a:defRPr>
            </a:lvl1pPr>
            <a:lvl2pPr algn="l">
              <a:defRPr sz="1800" b="1">
                <a:solidFill>
                  <a:srgbClr val="17243F"/>
                </a:solidFill>
                <a:latin typeface="Arial"/>
                <a:ea typeface="Arial"/>
                <a:cs typeface="Arial"/>
              </a:defRPr>
            </a:lvl2pPr>
            <a:lvl3pPr algn="l">
              <a:defRPr sz="1800" b="1">
                <a:solidFill>
                  <a:srgbClr val="17243F"/>
                </a:solidFill>
                <a:latin typeface="Arial"/>
                <a:ea typeface="Arial"/>
                <a:cs typeface="Arial"/>
              </a:defRPr>
            </a:lvl3pPr>
            <a:lvl4pPr algn="l">
              <a:defRPr sz="1800" b="1">
                <a:solidFill>
                  <a:srgbClr val="17243F"/>
                </a:solidFill>
                <a:latin typeface="Arial"/>
                <a:ea typeface="Arial"/>
                <a:cs typeface="Arial"/>
              </a:defRPr>
            </a:lvl4pPr>
            <a:lvl5pPr algn="l">
              <a:defRPr sz="1800" b="1">
                <a:solidFill>
                  <a:srgbClr val="17243F"/>
                </a:solidFill>
                <a:latin typeface="Arial"/>
                <a:ea typeface="Arial"/>
                <a:cs typeface="Arial"/>
              </a:defRPr>
            </a:lvl5pPr>
            <a:lvl6pPr algn="l">
              <a:defRPr sz="1800" b="1">
                <a:solidFill>
                  <a:srgbClr val="17243F"/>
                </a:solidFill>
                <a:latin typeface="Arial"/>
                <a:ea typeface="Arial"/>
                <a:cs typeface="Arial"/>
              </a:defRPr>
            </a:lvl6pPr>
            <a:lvl7pPr algn="l">
              <a:defRPr sz="1800" b="1">
                <a:solidFill>
                  <a:srgbClr val="17243F"/>
                </a:solidFill>
                <a:latin typeface="Arial"/>
                <a:ea typeface="Arial"/>
                <a:cs typeface="Arial"/>
              </a:defRPr>
            </a:lvl7pPr>
            <a:lvl8pPr algn="l">
              <a:defRPr sz="1800" b="1">
                <a:solidFill>
                  <a:srgbClr val="17243F"/>
                </a:solidFill>
                <a:latin typeface="Arial"/>
                <a:ea typeface="Arial"/>
                <a:cs typeface="Arial"/>
              </a:defRPr>
            </a:lvl8pPr>
            <a:lvl9pPr algn="l">
              <a:defRPr sz="1800" b="1">
                <a:solidFill>
                  <a:srgbClr val="17243F"/>
                </a:solidFill>
                <a:latin typeface="Arial"/>
                <a:ea typeface="Arial"/>
                <a:cs typeface="Arial"/>
              </a:defRPr>
            </a:lvl9pPr>
          </a:lstStyle>
          <a:p xmlns:a="http://schemas.openxmlformats.org/drawingml/2006/main">
            <a:pPr algn="l">
              <a:defRPr sz="1800" b="1">
                <a:solidFill>
                  <a:srgbClr val="17243F"/>
                </a:solidFill>
                <a:latin typeface="Arial"/>
                <a:ea typeface="Arial"/>
                <a:cs typeface="Arial"/>
              </a:defRPr>
            </a:pPr>
            <a:r>
              <a:rPr sz="1800" b="1">
                <a:solidFill>
                  <a:srgbClr val="17243F"/>
                </a:solidFill>
                <a:latin typeface="Arial"/>
                <a:ea typeface="Arial"/>
                <a:cs typeface="Arial"/>
              </a:rPr>
              <a:t>Transferred records are only the start. Exact reconciliation establishes the result.</a:t>
            </a:r>
          </a:p>
        </p:txBody>
      </p:sp>
      <p:sp>
        <p:nvSpPr>
          <p:cNvPr id="21" name="s5-Screen title">
            <a:extLst xmlns:a="http://schemas.openxmlformats.org/drawingml/2006/main">
              <a:ext uri="{FF2B5EF4-FFF2-40B4-BE49-F238E27FC236}">
                <a16:creationId xmlns:a16="http://schemas.microsoft.com/office/drawing/2014/main" id="{BD43D647-4772-4D92-AE80-591D5EEA1453}"/>
              </a:ext>
            </a:extLst>
          </p:cNvPr>
          <p:cNvSpPr>
            <a:spLocks xmlns:a="http://schemas.openxmlformats.org/drawingml/2006/main" noGrp="1"/>
          </p:cNvSpPr>
          <p:nvPr/>
        </p:nvSpPr>
        <p:spPr>
          <a:xfrm xmlns:a="http://schemas.openxmlformats.org/drawingml/2006/main">
            <a:off x="762000" y="2895600"/>
            <a:ext cx="1057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11827"/>
                </a:solidFill>
                <a:latin typeface="Arial"/>
                <a:ea typeface="Arial"/>
                <a:cs typeface="Arial"/>
              </a:defRPr>
            </a:defPPr>
            <a:lvl1pPr algn="l">
              <a:defRPr sz="2325" b="1">
                <a:solidFill>
                  <a:srgbClr val="111827"/>
                </a:solidFill>
                <a:latin typeface="Arial"/>
                <a:ea typeface="Arial"/>
                <a:cs typeface="Arial"/>
              </a:defRPr>
            </a:lvl1pPr>
            <a:lvl2pPr algn="l">
              <a:defRPr sz="2325" b="1">
                <a:solidFill>
                  <a:srgbClr val="111827"/>
                </a:solidFill>
                <a:latin typeface="Arial"/>
                <a:ea typeface="Arial"/>
                <a:cs typeface="Arial"/>
              </a:defRPr>
            </a:lvl2pPr>
            <a:lvl3pPr algn="l">
              <a:defRPr sz="2325" b="1">
                <a:solidFill>
                  <a:srgbClr val="111827"/>
                </a:solidFill>
                <a:latin typeface="Arial"/>
                <a:ea typeface="Arial"/>
                <a:cs typeface="Arial"/>
              </a:defRPr>
            </a:lvl3pPr>
            <a:lvl4pPr algn="l">
              <a:defRPr sz="2325" b="1">
                <a:solidFill>
                  <a:srgbClr val="111827"/>
                </a:solidFill>
                <a:latin typeface="Arial"/>
                <a:ea typeface="Arial"/>
                <a:cs typeface="Arial"/>
              </a:defRPr>
            </a:lvl4pPr>
            <a:lvl5pPr algn="l">
              <a:defRPr sz="2325" b="1">
                <a:solidFill>
                  <a:srgbClr val="111827"/>
                </a:solidFill>
                <a:latin typeface="Arial"/>
                <a:ea typeface="Arial"/>
                <a:cs typeface="Arial"/>
              </a:defRPr>
            </a:lvl5pPr>
            <a:lvl6pPr algn="l">
              <a:defRPr sz="2325" b="1">
                <a:solidFill>
                  <a:srgbClr val="111827"/>
                </a:solidFill>
                <a:latin typeface="Arial"/>
                <a:ea typeface="Arial"/>
                <a:cs typeface="Arial"/>
              </a:defRPr>
            </a:lvl6pPr>
            <a:lvl7pPr algn="l">
              <a:defRPr sz="2325" b="1">
                <a:solidFill>
                  <a:srgbClr val="111827"/>
                </a:solidFill>
                <a:latin typeface="Arial"/>
                <a:ea typeface="Arial"/>
                <a:cs typeface="Arial"/>
              </a:defRPr>
            </a:lvl7pPr>
            <a:lvl8pPr algn="l">
              <a:defRPr sz="2325" b="1">
                <a:solidFill>
                  <a:srgbClr val="111827"/>
                </a:solidFill>
                <a:latin typeface="Arial"/>
                <a:ea typeface="Arial"/>
                <a:cs typeface="Arial"/>
              </a:defRPr>
            </a:lvl8pPr>
            <a:lvl9pPr algn="l">
              <a:defRPr sz="2325" b="1">
                <a:solidFill>
                  <a:srgbClr val="111827"/>
                </a:solidFill>
                <a:latin typeface="Arial"/>
                <a:ea typeface="Arial"/>
                <a:cs typeface="Arial"/>
              </a:defRPr>
            </a:lvl9pPr>
          </a:lstStyle>
          <a:p xmlns:a="http://schemas.openxmlformats.org/drawingml/2006/main">
            <a:pPr algn="l">
              <a:defRPr sz="2325" b="1">
                <a:solidFill>
                  <a:srgbClr val="111827"/>
                </a:solidFill>
                <a:latin typeface="Arial"/>
                <a:ea typeface="Arial"/>
                <a:cs typeface="Arial"/>
              </a:defRPr>
            </a:pPr>
            <a:r>
              <a:rPr sz="2325" b="1">
                <a:solidFill>
                  <a:srgbClr val="111827"/>
                </a:solidFill>
                <a:latin typeface="Arial"/>
                <a:ea typeface="Arial"/>
                <a:cs typeface="Arial"/>
              </a:rPr>
              <a:t>Verify your books</a:t>
            </a:r>
          </a:p>
        </p:txBody>
      </p:sp>
      <p:sp>
        <p:nvSpPr>
          <p:cNvPr id="22" name="s5-Screen subtitle">
            <a:extLst xmlns:a="http://schemas.openxmlformats.org/drawingml/2006/main">
              <a:ext uri="{FF2B5EF4-FFF2-40B4-BE49-F238E27FC236}">
                <a16:creationId xmlns:a16="http://schemas.microsoft.com/office/drawing/2014/main" id="{C28FD653-CDDC-4BBB-9003-3A1C277B1584}"/>
              </a:ext>
            </a:extLst>
          </p:cNvPr>
          <p:cNvSpPr>
            <a:spLocks xmlns:a="http://schemas.openxmlformats.org/drawingml/2006/main" noGrp="1"/>
          </p:cNvSpPr>
          <p:nvPr/>
        </p:nvSpPr>
        <p:spPr>
          <a:xfrm xmlns:a="http://schemas.openxmlformats.org/drawingml/2006/main">
            <a:off x="762000" y="33813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75569"/>
                </a:solidFill>
                <a:latin typeface="Arial"/>
                <a:ea typeface="Arial"/>
                <a:cs typeface="Arial"/>
              </a:defRPr>
            </a:defPPr>
            <a:lvl1pPr algn="l">
              <a:defRPr sz="1425" b="0">
                <a:solidFill>
                  <a:srgbClr val="475569"/>
                </a:solidFill>
                <a:latin typeface="Arial"/>
                <a:ea typeface="Arial"/>
                <a:cs typeface="Arial"/>
              </a:defRPr>
            </a:lvl1pPr>
            <a:lvl2pPr algn="l">
              <a:defRPr sz="1425" b="0">
                <a:solidFill>
                  <a:srgbClr val="475569"/>
                </a:solidFill>
                <a:latin typeface="Arial"/>
                <a:ea typeface="Arial"/>
                <a:cs typeface="Arial"/>
              </a:defRPr>
            </a:lvl2pPr>
            <a:lvl3pPr algn="l">
              <a:defRPr sz="1425" b="0">
                <a:solidFill>
                  <a:srgbClr val="475569"/>
                </a:solidFill>
                <a:latin typeface="Arial"/>
                <a:ea typeface="Arial"/>
                <a:cs typeface="Arial"/>
              </a:defRPr>
            </a:lvl3pPr>
            <a:lvl4pPr algn="l">
              <a:defRPr sz="1425" b="0">
                <a:solidFill>
                  <a:srgbClr val="475569"/>
                </a:solidFill>
                <a:latin typeface="Arial"/>
                <a:ea typeface="Arial"/>
                <a:cs typeface="Arial"/>
              </a:defRPr>
            </a:lvl4pPr>
            <a:lvl5pPr algn="l">
              <a:defRPr sz="1425" b="0">
                <a:solidFill>
                  <a:srgbClr val="475569"/>
                </a:solidFill>
                <a:latin typeface="Arial"/>
                <a:ea typeface="Arial"/>
                <a:cs typeface="Arial"/>
              </a:defRPr>
            </a:lvl5pPr>
            <a:lvl6pPr algn="l">
              <a:defRPr sz="1425" b="0">
                <a:solidFill>
                  <a:srgbClr val="475569"/>
                </a:solidFill>
                <a:latin typeface="Arial"/>
                <a:ea typeface="Arial"/>
                <a:cs typeface="Arial"/>
              </a:defRPr>
            </a:lvl6pPr>
            <a:lvl7pPr algn="l">
              <a:defRPr sz="1425" b="0">
                <a:solidFill>
                  <a:srgbClr val="475569"/>
                </a:solidFill>
                <a:latin typeface="Arial"/>
                <a:ea typeface="Arial"/>
                <a:cs typeface="Arial"/>
              </a:defRPr>
            </a:lvl7pPr>
            <a:lvl8pPr algn="l">
              <a:defRPr sz="1425" b="0">
                <a:solidFill>
                  <a:srgbClr val="475569"/>
                </a:solidFill>
                <a:latin typeface="Arial"/>
                <a:ea typeface="Arial"/>
                <a:cs typeface="Arial"/>
              </a:defRPr>
            </a:lvl8pPr>
            <a:lvl9pPr algn="l">
              <a:defRPr sz="1425" b="0">
                <a:solidFill>
                  <a:srgbClr val="475569"/>
                </a:solidFill>
                <a:latin typeface="Arial"/>
                <a:ea typeface="Arial"/>
                <a:cs typeface="Arial"/>
              </a:defRPr>
            </a:lvl9pPr>
          </a:lstStyle>
          <a:p xmlns:a="http://schemas.openxmlformats.org/drawingml/2006/main">
            <a:pPr algn="l">
              <a:defRPr sz="1425" b="0">
                <a:solidFill>
                  <a:srgbClr val="475569"/>
                </a:solidFill>
                <a:latin typeface="Arial"/>
                <a:ea typeface="Arial"/>
                <a:cs typeface="Arial"/>
              </a:defRPr>
            </a:pPr>
            <a:r>
              <a:rPr sz="1425" b="0">
                <a:solidFill>
                  <a:srgbClr val="475569"/>
                </a:solidFill>
                <a:latin typeface="Arial"/>
                <a:ea typeface="Arial"/>
                <a:cs typeface="Arial"/>
              </a:rPr>
              <a:t>Harbor Light Books · deterministic financial checks · USD</a:t>
            </a:r>
          </a:p>
        </p:txBody>
      </p:sp>
      <p:sp>
        <p:nvSpPr>
          <p:cNvPr id="23" name="s5-Status 17 CHECKS VERIFIED">
            <a:extLst xmlns:a="http://schemas.openxmlformats.org/drawingml/2006/main">
              <a:ext uri="{FF2B5EF4-FFF2-40B4-BE49-F238E27FC236}">
                <a16:creationId xmlns:a16="http://schemas.microsoft.com/office/drawing/2014/main" id="{75A7080C-00B5-46C4-A58C-C142A51F18AB}"/>
              </a:ext>
            </a:extLst>
          </p:cNvPr>
          <p:cNvSpPr>
            <a:spLocks xmlns:a="http://schemas.openxmlformats.org/drawingml/2006/main" noGrp="1"/>
          </p:cNvSpPr>
          <p:nvPr/>
        </p:nvSpPr>
        <p:spPr>
          <a:xfrm xmlns:a="http://schemas.openxmlformats.org/drawingml/2006/main">
            <a:off x="762000" y="3838575"/>
            <a:ext cx="2247900" cy="295275"/>
          </a:xfrm>
          <a:prstGeom xmlns:a="http://schemas.openxmlformats.org/drawingml/2006/main" prst="roundRect">
            <a:avLst>
              <a:gd name="adj" fmla="val 25806"/>
            </a:avLst>
          </a:prstGeom>
          <a:solidFill xmlns:a="http://schemas.openxmlformats.org/drawingml/2006/main">
            <a:srgbClr val="E6F7EF"/>
          </a:solidFill>
          <a:ln xmlns:a="http://schemas.openxmlformats.org/drawingml/2006/main" w="0">
            <a:noFill/>
            <a:prstDash val="solid"/>
          </a:ln>
        </p:spPr>
      </p:sp>
      <p:sp>
        <p:nvSpPr>
          <p:cNvPr id="24" name="s5-Status label 17 CHECKS VERIFIED">
            <a:extLst xmlns:a="http://schemas.openxmlformats.org/drawingml/2006/main">
              <a:ext uri="{FF2B5EF4-FFF2-40B4-BE49-F238E27FC236}">
                <a16:creationId xmlns:a16="http://schemas.microsoft.com/office/drawing/2014/main" id="{9F1F9363-53A7-457D-A589-522C332264C6}"/>
              </a:ext>
            </a:extLst>
          </p:cNvPr>
          <p:cNvSpPr>
            <a:spLocks xmlns:a="http://schemas.openxmlformats.org/drawingml/2006/main" noGrp="1"/>
          </p:cNvSpPr>
          <p:nvPr/>
        </p:nvSpPr>
        <p:spPr>
          <a:xfrm xmlns:a="http://schemas.openxmlformats.org/drawingml/2006/main">
            <a:off x="857250" y="3886200"/>
            <a:ext cx="2057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00" b="1">
                <a:solidFill>
                  <a:srgbClr val="087A55"/>
                </a:solidFill>
                <a:latin typeface="Arial"/>
                <a:ea typeface="Arial"/>
                <a:cs typeface="Arial"/>
              </a:defRPr>
            </a:defPPr>
            <a:lvl1pPr algn="ctr">
              <a:defRPr sz="1200" b="1">
                <a:solidFill>
                  <a:srgbClr val="087A55"/>
                </a:solidFill>
                <a:latin typeface="Arial"/>
                <a:ea typeface="Arial"/>
                <a:cs typeface="Arial"/>
              </a:defRPr>
            </a:lvl1pPr>
            <a:lvl2pPr algn="ctr">
              <a:defRPr sz="1200" b="1">
                <a:solidFill>
                  <a:srgbClr val="087A55"/>
                </a:solidFill>
                <a:latin typeface="Arial"/>
                <a:ea typeface="Arial"/>
                <a:cs typeface="Arial"/>
              </a:defRPr>
            </a:lvl2pPr>
            <a:lvl3pPr algn="ctr">
              <a:defRPr sz="1200" b="1">
                <a:solidFill>
                  <a:srgbClr val="087A55"/>
                </a:solidFill>
                <a:latin typeface="Arial"/>
                <a:ea typeface="Arial"/>
                <a:cs typeface="Arial"/>
              </a:defRPr>
            </a:lvl3pPr>
            <a:lvl4pPr algn="ctr">
              <a:defRPr sz="1200" b="1">
                <a:solidFill>
                  <a:srgbClr val="087A55"/>
                </a:solidFill>
                <a:latin typeface="Arial"/>
                <a:ea typeface="Arial"/>
                <a:cs typeface="Arial"/>
              </a:defRPr>
            </a:lvl4pPr>
            <a:lvl5pPr algn="ctr">
              <a:defRPr sz="1200" b="1">
                <a:solidFill>
                  <a:srgbClr val="087A55"/>
                </a:solidFill>
                <a:latin typeface="Arial"/>
                <a:ea typeface="Arial"/>
                <a:cs typeface="Arial"/>
              </a:defRPr>
            </a:lvl5pPr>
            <a:lvl6pPr algn="ctr">
              <a:defRPr sz="1200" b="1">
                <a:solidFill>
                  <a:srgbClr val="087A55"/>
                </a:solidFill>
                <a:latin typeface="Arial"/>
                <a:ea typeface="Arial"/>
                <a:cs typeface="Arial"/>
              </a:defRPr>
            </a:lvl6pPr>
            <a:lvl7pPr algn="ctr">
              <a:defRPr sz="1200" b="1">
                <a:solidFill>
                  <a:srgbClr val="087A55"/>
                </a:solidFill>
                <a:latin typeface="Arial"/>
                <a:ea typeface="Arial"/>
                <a:cs typeface="Arial"/>
              </a:defRPr>
            </a:lvl7pPr>
            <a:lvl8pPr algn="ctr">
              <a:defRPr sz="1200" b="1">
                <a:solidFill>
                  <a:srgbClr val="087A55"/>
                </a:solidFill>
                <a:latin typeface="Arial"/>
                <a:ea typeface="Arial"/>
                <a:cs typeface="Arial"/>
              </a:defRPr>
            </a:lvl8pPr>
            <a:lvl9pPr algn="ctr">
              <a:defRPr sz="1200" b="1">
                <a:solidFill>
                  <a:srgbClr val="087A55"/>
                </a:solidFill>
                <a:latin typeface="Arial"/>
                <a:ea typeface="Arial"/>
                <a:cs typeface="Arial"/>
              </a:defRPr>
            </a:lvl9pPr>
          </a:lstStyle>
          <a:p xmlns:a="http://schemas.openxmlformats.org/drawingml/2006/main">
            <a:pPr algn="ctr">
              <a:defRPr sz="1200" b="1">
                <a:solidFill>
                  <a:srgbClr val="087A55"/>
                </a:solidFill>
                <a:latin typeface="Arial"/>
                <a:ea typeface="Arial"/>
                <a:cs typeface="Arial"/>
              </a:defRPr>
            </a:pPr>
            <a:r>
              <a:rPr sz="1200" b="1">
                <a:solidFill>
                  <a:srgbClr val="087A55"/>
                </a:solidFill>
                <a:latin typeface="Arial"/>
                <a:ea typeface="Arial"/>
                <a:cs typeface="Arial"/>
              </a:rPr>
              <a:t>17 CHECKS VERIFIED</a:t>
            </a:r>
          </a:p>
        </p:txBody>
      </p:sp>
      <p:sp>
        <p:nvSpPr>
          <p:cNvPr id="25" name="s5-Validation unresolved count">
            <a:extLst xmlns:a="http://schemas.openxmlformats.org/drawingml/2006/main">
              <a:ext uri="{FF2B5EF4-FFF2-40B4-BE49-F238E27FC236}">
                <a16:creationId xmlns:a16="http://schemas.microsoft.com/office/drawing/2014/main" id="{42430556-9E95-412C-A578-0363C32E3F84}"/>
              </a:ext>
            </a:extLst>
          </p:cNvPr>
          <p:cNvSpPr>
            <a:spLocks xmlns:a="http://schemas.openxmlformats.org/drawingml/2006/main" noGrp="1"/>
          </p:cNvSpPr>
          <p:nvPr/>
        </p:nvSpPr>
        <p:spPr>
          <a:xfrm xmlns:a="http://schemas.openxmlformats.org/drawingml/2006/main">
            <a:off x="3257550" y="3867150"/>
            <a:ext cx="40671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087A55"/>
                </a:solidFill>
                <a:latin typeface="Arial"/>
                <a:ea typeface="Arial"/>
                <a:cs typeface="Arial"/>
              </a:defRPr>
            </a:defPPr>
            <a:lvl1pPr algn="l">
              <a:defRPr sz="1575" b="1">
                <a:solidFill>
                  <a:srgbClr val="087A55"/>
                </a:solidFill>
                <a:latin typeface="Arial"/>
                <a:ea typeface="Arial"/>
                <a:cs typeface="Arial"/>
              </a:defRPr>
            </a:lvl1pPr>
            <a:lvl2pPr algn="l">
              <a:defRPr sz="1575" b="1">
                <a:solidFill>
                  <a:srgbClr val="087A55"/>
                </a:solidFill>
                <a:latin typeface="Arial"/>
                <a:ea typeface="Arial"/>
                <a:cs typeface="Arial"/>
              </a:defRPr>
            </a:lvl2pPr>
            <a:lvl3pPr algn="l">
              <a:defRPr sz="1575" b="1">
                <a:solidFill>
                  <a:srgbClr val="087A55"/>
                </a:solidFill>
                <a:latin typeface="Arial"/>
                <a:ea typeface="Arial"/>
                <a:cs typeface="Arial"/>
              </a:defRPr>
            </a:lvl3pPr>
            <a:lvl4pPr algn="l">
              <a:defRPr sz="1575" b="1">
                <a:solidFill>
                  <a:srgbClr val="087A55"/>
                </a:solidFill>
                <a:latin typeface="Arial"/>
                <a:ea typeface="Arial"/>
                <a:cs typeface="Arial"/>
              </a:defRPr>
            </a:lvl4pPr>
            <a:lvl5pPr algn="l">
              <a:defRPr sz="1575" b="1">
                <a:solidFill>
                  <a:srgbClr val="087A55"/>
                </a:solidFill>
                <a:latin typeface="Arial"/>
                <a:ea typeface="Arial"/>
                <a:cs typeface="Arial"/>
              </a:defRPr>
            </a:lvl5pPr>
            <a:lvl6pPr algn="l">
              <a:defRPr sz="1575" b="1">
                <a:solidFill>
                  <a:srgbClr val="087A55"/>
                </a:solidFill>
                <a:latin typeface="Arial"/>
                <a:ea typeface="Arial"/>
                <a:cs typeface="Arial"/>
              </a:defRPr>
            </a:lvl6pPr>
            <a:lvl7pPr algn="l">
              <a:defRPr sz="1575" b="1">
                <a:solidFill>
                  <a:srgbClr val="087A55"/>
                </a:solidFill>
                <a:latin typeface="Arial"/>
                <a:ea typeface="Arial"/>
                <a:cs typeface="Arial"/>
              </a:defRPr>
            </a:lvl7pPr>
            <a:lvl8pPr algn="l">
              <a:defRPr sz="1575" b="1">
                <a:solidFill>
                  <a:srgbClr val="087A55"/>
                </a:solidFill>
                <a:latin typeface="Arial"/>
                <a:ea typeface="Arial"/>
                <a:cs typeface="Arial"/>
              </a:defRPr>
            </a:lvl8pPr>
            <a:lvl9pPr algn="l">
              <a:defRPr sz="1575" b="1">
                <a:solidFill>
                  <a:srgbClr val="087A55"/>
                </a:solidFill>
                <a:latin typeface="Arial"/>
                <a:ea typeface="Arial"/>
                <a:cs typeface="Arial"/>
              </a:defRPr>
            </a:lvl9pPr>
          </a:lstStyle>
          <a:p xmlns:a="http://schemas.openxmlformats.org/drawingml/2006/main">
            <a:pPr algn="l">
              <a:defRPr sz="1575" b="1">
                <a:solidFill>
                  <a:srgbClr val="087A55"/>
                </a:solidFill>
                <a:latin typeface="Arial"/>
                <a:ea typeface="Arial"/>
                <a:cs typeface="Arial"/>
              </a:defRPr>
            </a:pPr>
            <a:r>
              <a:rPr sz="1575" b="1">
                <a:solidFill>
                  <a:srgbClr val="087A55"/>
                </a:solidFill>
                <a:latin typeface="Arial"/>
                <a:ea typeface="Arial"/>
                <a:cs typeface="Arial"/>
              </a:rPr>
              <a:t>0 unresolved discrepancies</a:t>
            </a:r>
          </a:p>
        </p:txBody>
      </p:sp>
      <p:graphicFrame>
        <p:nvGraphicFramePr>
          <p:cNvPr id="26" name="">
            <a:extLst xmlns:a="http://schemas.openxmlformats.org/drawingml/2006/main">
              <a:ext uri="{FF2B5EF4-FFF2-40B4-BE49-F238E27FC236}">
                <a16:creationId xmlns:a16="http://schemas.microsoft.com/office/drawing/2014/main" id="{A251B4E2-4BFC-422E-AFCE-EF366D4A5E32}"/>
              </a:ext>
            </a:extLst>
          </p:cNvPr>
          <p:cNvGraphicFramePr/>
          <p:nvPr/>
        </p:nvGraphicFramePr>
        <p:xfrm>
          <a:off xmlns:a="http://schemas.openxmlformats.org/drawingml/2006/main" x="762000" y="4352925"/>
          <a:ext xmlns:a="http://schemas.openxmlformats.org/drawingml/2006/main" cx="6572250" cy="2047875"/>
        </p:xfrm>
        <a:graphic xmlns:a="http://schemas.openxmlformats.org/drawingml/2006/main">
          <a:graphicData uri="http://schemas.openxmlformats.org/drawingml/2006/table">
            <a:tbl>
              <a:tblPr firstRow="1" bandRow="0"/>
              <a:tblGrid>
                <a:gridCol w="2476500"/>
                <a:gridCol w="1333500"/>
                <a:gridCol w="1333500"/>
                <a:gridCol w="1428750"/>
              </a:tblGrid>
              <a:tr h="409575">
                <a:tc>
                  <a:txBody>
                    <a:bodyPr lIns="95250" tIns="76200" rIns="95250" bIns="76200">
                      <a:noAutofit/>
                    </a:bodyPr>
                    <a:lstStyle/>
                    <a:p>
                      <a:pPr algn="l"/>
                      <a:r>
                        <a:rPr sz="1200" b="1">
                          <a:solidFill>
                            <a:srgbClr val="64748B"/>
                          </a:solidFill>
                          <a:latin typeface="Arial"/>
                          <a:ea typeface="Arial"/>
                          <a:cs typeface="Arial"/>
                        </a:rPr>
                        <a:t>CONTROL</a:t>
                      </a:r>
                    </a:p>
                  </a:txBody>
                  <a:tcPr marL="91440" marR="91440" marT="45720" marB="45720">
                    <a:lnL w="6668">
                      <a:solidFill>
                        <a:srgbClr val="D8E0EB"/>
                      </a:solidFill>
                      <a:prstDash val="solid"/>
                    </a:lnL>
                    <a:lnR w="6668">
                      <a:solidFill>
                        <a:srgbClr val="D8E0EB"/>
                      </a:solidFill>
                      <a:prstDash val="solid"/>
                    </a:lnR>
                    <a:lnT w="6668">
                      <a:solidFill>
                        <a:srgbClr val="D8E0EB"/>
                      </a:solidFill>
                      <a:prstDash val="solid"/>
                    </a:lnT>
                    <a:lnB w="6668">
                      <a:solidFill>
                        <a:srgbClr val="D8E0EB"/>
                      </a:solidFill>
                      <a:prstDash val="solid"/>
                    </a:lnB>
                    <a:solidFill>
                      <a:srgbClr val="F7F9FC"/>
                    </a:solidFill>
                  </a:tcPr>
                </a:tc>
                <a:tc>
                  <a:txBody>
                    <a:bodyPr lIns="95250" tIns="76200" rIns="95250" bIns="76200">
                      <a:noAutofit/>
                    </a:bodyPr>
                    <a:lstStyle/>
                    <a:p>
                      <a:pPr algn="r"/>
                      <a:r>
                        <a:rPr sz="1200" b="1">
                          <a:solidFill>
                            <a:srgbClr val="64748B"/>
                          </a:solidFill>
                          <a:latin typeface="Arial"/>
                          <a:ea typeface="Arial"/>
                          <a:cs typeface="Arial"/>
                        </a:rPr>
                        <a:t>SOURCE</a:t>
                      </a:r>
                    </a:p>
                  </a:txBody>
                  <a:tcPr marL="91440" marR="91440" marT="45720" marB="45720">
                    <a:lnR w="6668">
                      <a:solidFill>
                        <a:srgbClr val="D8E0EB"/>
                      </a:solidFill>
                      <a:prstDash val="solid"/>
                    </a:lnR>
                    <a:lnT w="6668">
                      <a:solidFill>
                        <a:srgbClr val="D8E0EB"/>
                      </a:solidFill>
                      <a:prstDash val="solid"/>
                    </a:lnT>
                    <a:lnB w="6668">
                      <a:solidFill>
                        <a:srgbClr val="D8E0EB"/>
                      </a:solidFill>
                      <a:prstDash val="solid"/>
                    </a:lnB>
                    <a:solidFill>
                      <a:srgbClr val="F7F9FC"/>
                    </a:solidFill>
                  </a:tcPr>
                </a:tc>
                <a:tc>
                  <a:txBody>
                    <a:bodyPr lIns="95250" tIns="76200" rIns="95250" bIns="76200">
                      <a:noAutofit/>
                    </a:bodyPr>
                    <a:lstStyle/>
                    <a:p>
                      <a:pPr algn="r"/>
                      <a:r>
                        <a:rPr sz="1200" b="1">
                          <a:solidFill>
                            <a:srgbClr val="64748B"/>
                          </a:solidFill>
                          <a:latin typeface="Arial"/>
                          <a:ea typeface="Arial"/>
                          <a:cs typeface="Arial"/>
                        </a:rPr>
                        <a:t>TARGET</a:t>
                      </a:r>
                    </a:p>
                  </a:txBody>
                  <a:tcPr marL="91440" marR="91440" marT="45720" marB="45720">
                    <a:lnR w="6668">
                      <a:solidFill>
                        <a:srgbClr val="D8E0EB"/>
                      </a:solidFill>
                      <a:prstDash val="solid"/>
                    </a:lnR>
                    <a:lnT w="6668">
                      <a:solidFill>
                        <a:srgbClr val="D8E0EB"/>
                      </a:solidFill>
                      <a:prstDash val="solid"/>
                    </a:lnT>
                    <a:lnB w="6668">
                      <a:solidFill>
                        <a:srgbClr val="D8E0EB"/>
                      </a:solidFill>
                      <a:prstDash val="solid"/>
                    </a:lnB>
                    <a:solidFill>
                      <a:srgbClr val="F7F9FC"/>
                    </a:solidFill>
                  </a:tcPr>
                </a:tc>
                <a:tc>
                  <a:txBody>
                    <a:bodyPr lIns="95250" tIns="76200" rIns="95250" bIns="76200">
                      <a:noAutofit/>
                    </a:bodyPr>
                    <a:lstStyle/>
                    <a:p>
                      <a:pPr algn="r"/>
                      <a:r>
                        <a:rPr sz="1200" b="1">
                          <a:solidFill>
                            <a:srgbClr val="64748B"/>
                          </a:solidFill>
                          <a:latin typeface="Arial"/>
                          <a:ea typeface="Arial"/>
                          <a:cs typeface="Arial"/>
                        </a:rPr>
                        <a:t>DIFFERENCE</a:t>
                      </a:r>
                    </a:p>
                  </a:txBody>
                  <a:tcPr marL="91440" marR="91440" marT="45720" marB="45720">
                    <a:lnR w="6668">
                      <a:solidFill>
                        <a:srgbClr val="D8E0EB"/>
                      </a:solidFill>
                      <a:prstDash val="solid"/>
                    </a:lnR>
                    <a:lnT w="6668">
                      <a:solidFill>
                        <a:srgbClr val="D8E0EB"/>
                      </a:solidFill>
                      <a:prstDash val="solid"/>
                    </a:lnT>
                    <a:lnB w="6668">
                      <a:solidFill>
                        <a:srgbClr val="D8E0EB"/>
                      </a:solidFill>
                      <a:prstDash val="solid"/>
                    </a:lnB>
                    <a:solidFill>
                      <a:srgbClr val="F7F9FC"/>
                    </a:solidFill>
                  </a:tcPr>
                </a:tc>
              </a:tr>
              <a:tr h="409575">
                <a:tc>
                  <a:txBody>
                    <a:bodyPr lIns="95250" tIns="76200" rIns="95250" bIns="76200">
                      <a:noAutofit/>
                    </a:bodyPr>
                    <a:lstStyle/>
                    <a:p>
                      <a:pPr algn="l"/>
                      <a:r>
                        <a:rPr sz="1350" b="0">
                          <a:solidFill>
                            <a:srgbClr val="111827"/>
                          </a:solidFill>
                          <a:latin typeface="Arial"/>
                          <a:ea typeface="Arial"/>
                          <a:cs typeface="Arial"/>
                        </a:rPr>
                        <a:t>A/R open invoices</a:t>
                      </a:r>
                    </a:p>
                  </a:txBody>
                  <a:tcPr marL="91440" marR="91440" marT="45720" marB="45720">
                    <a:lnL w="6668">
                      <a:solidFill>
                        <a:srgbClr val="D8E0EB"/>
                      </a:solidFill>
                      <a:prstDash val="solid"/>
                    </a:lnL>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350" b="0">
                          <a:solidFill>
                            <a:srgbClr val="111827"/>
                          </a:solidFill>
                          <a:latin typeface="Arial"/>
                          <a:ea typeface="Arial"/>
                          <a:cs typeface="Arial"/>
                        </a:rPr>
                        <a:t>420.00</a:t>
                      </a:r>
                    </a:p>
                  </a:txBody>
                  <a:tcPr marL="91440" marR="91440" marT="45720" marB="45720">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350" b="0">
                          <a:solidFill>
                            <a:srgbClr val="111827"/>
                          </a:solidFill>
                          <a:latin typeface="Arial"/>
                          <a:ea typeface="Arial"/>
                          <a:cs typeface="Arial"/>
                        </a:rPr>
                        <a:t>420.00</a:t>
                      </a:r>
                    </a:p>
                  </a:txBody>
                  <a:tcPr marL="91440" marR="91440" marT="45720" marB="45720">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350" b="0">
                          <a:solidFill>
                            <a:srgbClr val="111827"/>
                          </a:solidFill>
                          <a:latin typeface="Arial"/>
                          <a:ea typeface="Arial"/>
                          <a:cs typeface="Arial"/>
                        </a:rPr>
                        <a:t>0.00</a:t>
                      </a:r>
                    </a:p>
                  </a:txBody>
                  <a:tcPr marL="91440" marR="91440" marT="45720" marB="45720">
                    <a:lnR w="6668">
                      <a:solidFill>
                        <a:srgbClr val="D8E0EB"/>
                      </a:solidFill>
                      <a:prstDash val="solid"/>
                    </a:lnR>
                    <a:lnB w="6668">
                      <a:solidFill>
                        <a:srgbClr val="D8E0EB"/>
                      </a:solidFill>
                      <a:prstDash val="solid"/>
                    </a:lnB>
                    <a:solidFill>
                      <a:srgbClr val="FFFFFF"/>
                    </a:solidFill>
                  </a:tcPr>
                </a:tc>
              </a:tr>
              <a:tr h="409575">
                <a:tc>
                  <a:txBody>
                    <a:bodyPr lIns="95250" tIns="76200" rIns="95250" bIns="76200">
                      <a:noAutofit/>
                    </a:bodyPr>
                    <a:lstStyle/>
                    <a:p>
                      <a:pPr algn="l"/>
                      <a:r>
                        <a:rPr sz="1350" b="0">
                          <a:solidFill>
                            <a:srgbClr val="111827"/>
                          </a:solidFill>
                          <a:latin typeface="Arial"/>
                          <a:ea typeface="Arial"/>
                          <a:cs typeface="Arial"/>
                        </a:rPr>
                        <a:t>A/P control</a:t>
                      </a:r>
                    </a:p>
                  </a:txBody>
                  <a:tcPr marL="91440" marR="91440" marT="45720" marB="45720">
                    <a:lnL w="6668">
                      <a:solidFill>
                        <a:srgbClr val="D8E0EB"/>
                      </a:solidFill>
                      <a:prstDash val="solid"/>
                    </a:lnL>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350" b="0">
                          <a:solidFill>
                            <a:srgbClr val="111827"/>
                          </a:solidFill>
                          <a:latin typeface="Arial"/>
                          <a:ea typeface="Arial"/>
                          <a:cs typeface="Arial"/>
                        </a:rPr>
                        <a:t>125.00</a:t>
                      </a:r>
                    </a:p>
                  </a:txBody>
                  <a:tcPr marL="91440" marR="91440" marT="45720" marB="45720">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350" b="0">
                          <a:solidFill>
                            <a:srgbClr val="111827"/>
                          </a:solidFill>
                          <a:latin typeface="Arial"/>
                          <a:ea typeface="Arial"/>
                          <a:cs typeface="Arial"/>
                        </a:rPr>
                        <a:t>125.00</a:t>
                      </a:r>
                    </a:p>
                  </a:txBody>
                  <a:tcPr marL="91440" marR="91440" marT="45720" marB="45720">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350" b="0">
                          <a:solidFill>
                            <a:srgbClr val="111827"/>
                          </a:solidFill>
                          <a:latin typeface="Arial"/>
                          <a:ea typeface="Arial"/>
                          <a:cs typeface="Arial"/>
                        </a:rPr>
                        <a:t>0.00</a:t>
                      </a:r>
                    </a:p>
                  </a:txBody>
                  <a:tcPr marL="91440" marR="91440" marT="45720" marB="45720">
                    <a:lnR w="6668">
                      <a:solidFill>
                        <a:srgbClr val="D8E0EB"/>
                      </a:solidFill>
                      <a:prstDash val="solid"/>
                    </a:lnR>
                    <a:lnB w="6668">
                      <a:solidFill>
                        <a:srgbClr val="D8E0EB"/>
                      </a:solidFill>
                      <a:prstDash val="solid"/>
                    </a:lnB>
                    <a:solidFill>
                      <a:srgbClr val="FFFFFF"/>
                    </a:solidFill>
                  </a:tcPr>
                </a:tc>
              </a:tr>
              <a:tr h="409575">
                <a:tc>
                  <a:txBody>
                    <a:bodyPr lIns="95250" tIns="76200" rIns="95250" bIns="76200">
                      <a:noAutofit/>
                    </a:bodyPr>
                    <a:lstStyle/>
                    <a:p>
                      <a:pPr algn="l"/>
                      <a:r>
                        <a:rPr sz="1350" b="0">
                          <a:solidFill>
                            <a:srgbClr val="111827"/>
                          </a:solidFill>
                          <a:latin typeface="Arial"/>
                          <a:ea typeface="Arial"/>
                          <a:cs typeface="Arial"/>
                        </a:rPr>
                        <a:t>Account count</a:t>
                      </a:r>
                    </a:p>
                  </a:txBody>
                  <a:tcPr marL="91440" marR="91440" marT="45720" marB="45720">
                    <a:lnL w="6668">
                      <a:solidFill>
                        <a:srgbClr val="D8E0EB"/>
                      </a:solidFill>
                      <a:prstDash val="solid"/>
                    </a:lnL>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350" b="0">
                          <a:solidFill>
                            <a:srgbClr val="111827"/>
                          </a:solidFill>
                          <a:latin typeface="Arial"/>
                          <a:ea typeface="Arial"/>
                          <a:cs typeface="Arial"/>
                        </a:rPr>
                        <a:t>5</a:t>
                      </a:r>
                    </a:p>
                  </a:txBody>
                  <a:tcPr marL="91440" marR="91440" marT="45720" marB="45720">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350" b="0">
                          <a:solidFill>
                            <a:srgbClr val="111827"/>
                          </a:solidFill>
                          <a:latin typeface="Arial"/>
                          <a:ea typeface="Arial"/>
                          <a:cs typeface="Arial"/>
                        </a:rPr>
                        <a:t>5</a:t>
                      </a:r>
                    </a:p>
                  </a:txBody>
                  <a:tcPr marL="91440" marR="91440" marT="45720" marB="45720">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350" b="0">
                          <a:solidFill>
                            <a:srgbClr val="111827"/>
                          </a:solidFill>
                          <a:latin typeface="Arial"/>
                          <a:ea typeface="Arial"/>
                          <a:cs typeface="Arial"/>
                        </a:rPr>
                        <a:t>0</a:t>
                      </a:r>
                    </a:p>
                  </a:txBody>
                  <a:tcPr marL="91440" marR="91440" marT="45720" marB="45720">
                    <a:lnR w="6668">
                      <a:solidFill>
                        <a:srgbClr val="D8E0EB"/>
                      </a:solidFill>
                      <a:prstDash val="solid"/>
                    </a:lnR>
                    <a:lnB w="6668">
                      <a:solidFill>
                        <a:srgbClr val="D8E0EB"/>
                      </a:solidFill>
                      <a:prstDash val="solid"/>
                    </a:lnB>
                    <a:solidFill>
                      <a:srgbClr val="FFFFFF"/>
                    </a:solidFill>
                  </a:tcPr>
                </a:tc>
              </a:tr>
              <a:tr h="409575">
                <a:tc>
                  <a:txBody>
                    <a:bodyPr lIns="95250" tIns="76200" rIns="95250" bIns="76200">
                      <a:noAutofit/>
                    </a:bodyPr>
                    <a:lstStyle/>
                    <a:p>
                      <a:pPr algn="l"/>
                      <a:r>
                        <a:rPr sz="1350" b="0">
                          <a:solidFill>
                            <a:srgbClr val="111827"/>
                          </a:solidFill>
                          <a:latin typeface="Arial"/>
                          <a:ea typeface="Arial"/>
                          <a:cs typeface="Arial"/>
                        </a:rPr>
                        <a:t>Journal count</a:t>
                      </a:r>
                    </a:p>
                  </a:txBody>
                  <a:tcPr marL="91440" marR="91440" marT="45720" marB="45720">
                    <a:lnL w="6668">
                      <a:solidFill>
                        <a:srgbClr val="D8E0EB"/>
                      </a:solidFill>
                      <a:prstDash val="solid"/>
                    </a:lnL>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350" b="0">
                          <a:solidFill>
                            <a:srgbClr val="111827"/>
                          </a:solidFill>
                          <a:latin typeface="Arial"/>
                          <a:ea typeface="Arial"/>
                          <a:cs typeface="Arial"/>
                        </a:rPr>
                        <a:t>2</a:t>
                      </a:r>
                    </a:p>
                  </a:txBody>
                  <a:tcPr marL="91440" marR="91440" marT="45720" marB="45720">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350" b="0">
                          <a:solidFill>
                            <a:srgbClr val="111827"/>
                          </a:solidFill>
                          <a:latin typeface="Arial"/>
                          <a:ea typeface="Arial"/>
                          <a:cs typeface="Arial"/>
                        </a:rPr>
                        <a:t>2</a:t>
                      </a:r>
                    </a:p>
                  </a:txBody>
                  <a:tcPr marL="91440" marR="91440" marT="45720" marB="45720">
                    <a:lnR w="6668">
                      <a:solidFill>
                        <a:srgbClr val="D8E0EB"/>
                      </a:solidFill>
                      <a:prstDash val="solid"/>
                    </a:lnR>
                    <a:lnB w="6668">
                      <a:solidFill>
                        <a:srgbClr val="D8E0EB"/>
                      </a:solidFill>
                      <a:prstDash val="solid"/>
                    </a:lnB>
                    <a:solidFill>
                      <a:srgbClr val="FFFFFF"/>
                    </a:solidFill>
                  </a:tcPr>
                </a:tc>
                <a:tc>
                  <a:txBody>
                    <a:bodyPr lIns="95250" tIns="76200" rIns="95250" bIns="76200">
                      <a:noAutofit/>
                    </a:bodyPr>
                    <a:lstStyle/>
                    <a:p>
                      <a:pPr algn="r"/>
                      <a:r>
                        <a:rPr sz="1350" b="0">
                          <a:solidFill>
                            <a:srgbClr val="111827"/>
                          </a:solidFill>
                          <a:latin typeface="Arial"/>
                          <a:ea typeface="Arial"/>
                          <a:cs typeface="Arial"/>
                        </a:rPr>
                        <a:t>0</a:t>
                      </a:r>
                    </a:p>
                  </a:txBody>
                  <a:tcPr marL="91440" marR="91440" marT="45720" marB="45720">
                    <a:lnR w="6668">
                      <a:solidFill>
                        <a:srgbClr val="D8E0EB"/>
                      </a:solidFill>
                      <a:prstDash val="solid"/>
                    </a:lnR>
                    <a:lnB w="6668">
                      <a:solidFill>
                        <a:srgbClr val="D8E0EB"/>
                      </a:solidFill>
                      <a:prstDash val="solid"/>
                    </a:lnB>
                    <a:solidFill>
                      <a:srgbClr val="FFFFFF"/>
                    </a:solidFill>
                  </a:tcPr>
                </a:tc>
              </a:tr>
            </a:tbl>
          </a:graphicData>
        </a:graphic>
      </p:graphicFrame>
      <p:sp>
        <p:nvSpPr>
          <p:cNvPr id="27" name="s5-Proposed sign-off checkbox">
            <a:extLst xmlns:a="http://schemas.openxmlformats.org/drawingml/2006/main">
              <a:ext uri="{FF2B5EF4-FFF2-40B4-BE49-F238E27FC236}">
                <a16:creationId xmlns:a16="http://schemas.microsoft.com/office/drawing/2014/main" id="{5EC4CD5F-075B-43A6-80A5-C330BAE5F50F}"/>
              </a:ext>
            </a:extLst>
          </p:cNvPr>
          <p:cNvSpPr>
            <a:spLocks xmlns:a="http://schemas.openxmlformats.org/drawingml/2006/main" noGrp="1"/>
          </p:cNvSpPr>
          <p:nvPr/>
        </p:nvSpPr>
        <p:spPr>
          <a:xfrm xmlns:a="http://schemas.openxmlformats.org/drawingml/2006/main">
            <a:off x="762000" y="6591300"/>
            <a:ext cx="190500" cy="190500"/>
          </a:xfrm>
          <a:prstGeom xmlns:a="http://schemas.openxmlformats.org/drawingml/2006/main" prst="rect">
            <a:avLst/>
          </a:prstGeom>
          <a:solidFill xmlns:a="http://schemas.openxmlformats.org/drawingml/2006/main">
            <a:srgbClr val="155EEF"/>
          </a:solidFill>
          <a:ln xmlns:a="http://schemas.openxmlformats.org/drawingml/2006/main" w="0">
            <a:noFill/>
            <a:prstDash val="solid"/>
          </a:ln>
        </p:spPr>
      </p:sp>
      <p:cxnSp>
        <p:nvCxnSpPr>
          <p:cNvPr id="28" name="s5-Sign-off check a">
            <a:extLst xmlns:a="http://schemas.openxmlformats.org/drawingml/2006/main">
              <a:ext uri="{FF2B5EF4-FFF2-40B4-BE49-F238E27FC236}">
                <a16:creationId xmlns:a16="http://schemas.microsoft.com/office/drawing/2014/main" id="{609CC0AC-2974-4D16-A181-804759FC9FF3}"/>
              </a:ext>
            </a:extLst>
          </p:cNvPr>
          <p:cNvCxnSpPr/>
          <p:nvPr/>
        </p:nvCxnSpPr>
        <p:spPr>
          <a:xfrm xmlns:a="http://schemas.openxmlformats.org/drawingml/2006/main" flipH="0" flipV="0">
            <a:off x="800100" y="6677025"/>
            <a:ext cx="47625" cy="47625"/>
          </a:xfrm>
          <a:prstGeom xmlns:a="http://schemas.openxmlformats.org/drawingml/2006/main" prst="straightConnector1">
            <a:avLst/>
          </a:prstGeom>
          <a:ln xmlns:a="http://schemas.openxmlformats.org/drawingml/2006/main" w="14288">
            <a:solidFill>
              <a:srgbClr val="FFFFFF"/>
            </a:solidFill>
            <a:tailEnd type="none" w="sm" len="sm"/>
          </a:ln>
        </p:spPr>
      </p:cxnSp>
      <p:cxnSp>
        <p:nvCxnSpPr>
          <p:cNvPr id="29" name="s5-Sign-off check b">
            <a:extLst xmlns:a="http://schemas.openxmlformats.org/drawingml/2006/main">
              <a:ext uri="{FF2B5EF4-FFF2-40B4-BE49-F238E27FC236}">
                <a16:creationId xmlns:a16="http://schemas.microsoft.com/office/drawing/2014/main" id="{2C8EA439-67C1-402C-9DFA-B44A637D6F0C}"/>
              </a:ext>
            </a:extLst>
          </p:cNvPr>
          <p:cNvCxnSpPr/>
          <p:nvPr/>
        </p:nvCxnSpPr>
        <p:spPr>
          <a:xfrm xmlns:a="http://schemas.openxmlformats.org/drawingml/2006/main" flipH="0" flipV="1">
            <a:off x="847725" y="6629400"/>
            <a:ext cx="76200" cy="95250"/>
          </a:xfrm>
          <a:prstGeom xmlns:a="http://schemas.openxmlformats.org/drawingml/2006/main" prst="straightConnector1">
            <a:avLst/>
          </a:prstGeom>
          <a:ln xmlns:a="http://schemas.openxmlformats.org/drawingml/2006/main" w="14288">
            <a:solidFill>
              <a:srgbClr val="FFFFFF"/>
            </a:solidFill>
            <a:tailEnd type="none" w="sm" len="sm"/>
          </a:ln>
        </p:spPr>
      </p:cxnSp>
      <p:sp>
        <p:nvSpPr>
          <p:cNvPr id="30" name="s5-Proposed sign-off">
            <a:extLst xmlns:a="http://schemas.openxmlformats.org/drawingml/2006/main">
              <a:ext uri="{FF2B5EF4-FFF2-40B4-BE49-F238E27FC236}">
                <a16:creationId xmlns:a16="http://schemas.microsoft.com/office/drawing/2014/main" id="{812958B0-15BD-4DA1-8A94-48533835E0FF}"/>
              </a:ext>
            </a:extLst>
          </p:cNvPr>
          <p:cNvSpPr>
            <a:spLocks xmlns:a="http://schemas.openxmlformats.org/drawingml/2006/main" noGrp="1"/>
          </p:cNvSpPr>
          <p:nvPr/>
        </p:nvSpPr>
        <p:spPr>
          <a:xfrm xmlns:a="http://schemas.openxmlformats.org/drawingml/2006/main">
            <a:off x="1057275" y="6572250"/>
            <a:ext cx="62769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I reviewed the report (proposed sign-off)</a:t>
            </a:r>
          </a:p>
        </p:txBody>
      </p:sp>
      <p:sp>
        <p:nvSpPr>
          <p:cNvPr id="31" name="s5-Button Continue to configuration">
            <a:extLst xmlns:a="http://schemas.openxmlformats.org/drawingml/2006/main">
              <a:ext uri="{FF2B5EF4-FFF2-40B4-BE49-F238E27FC236}">
                <a16:creationId xmlns:a16="http://schemas.microsoft.com/office/drawing/2014/main" id="{D6F56761-E86A-4955-9F0F-BEB81CA1F664}"/>
              </a:ext>
            </a:extLst>
          </p:cNvPr>
          <p:cNvSpPr>
            <a:spLocks xmlns:a="http://schemas.openxmlformats.org/drawingml/2006/main" noGrp="1"/>
          </p:cNvSpPr>
          <p:nvPr/>
        </p:nvSpPr>
        <p:spPr>
          <a:xfrm xmlns:a="http://schemas.openxmlformats.org/drawingml/2006/main">
            <a:off x="762000" y="6915150"/>
            <a:ext cx="2943225" cy="342900"/>
          </a:xfrm>
          <a:prstGeom xmlns:a="http://schemas.openxmlformats.org/drawingml/2006/main" prst="roundRect">
            <a:avLst>
              <a:gd name="adj" fmla="val 22222"/>
            </a:avLst>
          </a:prstGeom>
          <a:solidFill xmlns:a="http://schemas.openxmlformats.org/drawingml/2006/main">
            <a:srgbClr val="155EEF"/>
          </a:solidFill>
          <a:ln xmlns:a="http://schemas.openxmlformats.org/drawingml/2006/main" w="0">
            <a:noFill/>
            <a:prstDash val="solid"/>
          </a:ln>
        </p:spPr>
      </p:sp>
      <p:sp>
        <p:nvSpPr>
          <p:cNvPr id="32" name="s5-Button label Continue to configuration">
            <a:extLst xmlns:a="http://schemas.openxmlformats.org/drawingml/2006/main">
              <a:ext uri="{FF2B5EF4-FFF2-40B4-BE49-F238E27FC236}">
                <a16:creationId xmlns:a16="http://schemas.microsoft.com/office/drawing/2014/main" id="{C279F99D-40AC-4431-A295-3F5B45955069}"/>
              </a:ext>
            </a:extLst>
          </p:cNvPr>
          <p:cNvSpPr>
            <a:spLocks xmlns:a="http://schemas.openxmlformats.org/drawingml/2006/main" noGrp="1"/>
          </p:cNvSpPr>
          <p:nvPr/>
        </p:nvSpPr>
        <p:spPr>
          <a:xfrm xmlns:a="http://schemas.openxmlformats.org/drawingml/2006/main">
            <a:off x="895350" y="6972300"/>
            <a:ext cx="26765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FFFFFF"/>
                </a:solidFill>
                <a:latin typeface="Arial"/>
                <a:ea typeface="Arial"/>
                <a:cs typeface="Arial"/>
              </a:defRPr>
            </a:defPPr>
            <a:lvl1pPr algn="ctr">
              <a:defRPr sz="1425" b="1">
                <a:solidFill>
                  <a:srgbClr val="FFFFFF"/>
                </a:solidFill>
                <a:latin typeface="Arial"/>
                <a:ea typeface="Arial"/>
                <a:cs typeface="Arial"/>
              </a:defRPr>
            </a:lvl1pPr>
            <a:lvl2pPr algn="ctr">
              <a:defRPr sz="1425" b="1">
                <a:solidFill>
                  <a:srgbClr val="FFFFFF"/>
                </a:solidFill>
                <a:latin typeface="Arial"/>
                <a:ea typeface="Arial"/>
                <a:cs typeface="Arial"/>
              </a:defRPr>
            </a:lvl2pPr>
            <a:lvl3pPr algn="ctr">
              <a:defRPr sz="1425" b="1">
                <a:solidFill>
                  <a:srgbClr val="FFFFFF"/>
                </a:solidFill>
                <a:latin typeface="Arial"/>
                <a:ea typeface="Arial"/>
                <a:cs typeface="Arial"/>
              </a:defRPr>
            </a:lvl3pPr>
            <a:lvl4pPr algn="ctr">
              <a:defRPr sz="1425" b="1">
                <a:solidFill>
                  <a:srgbClr val="FFFFFF"/>
                </a:solidFill>
                <a:latin typeface="Arial"/>
                <a:ea typeface="Arial"/>
                <a:cs typeface="Arial"/>
              </a:defRPr>
            </a:lvl4pPr>
            <a:lvl5pPr algn="ctr">
              <a:defRPr sz="1425" b="1">
                <a:solidFill>
                  <a:srgbClr val="FFFFFF"/>
                </a:solidFill>
                <a:latin typeface="Arial"/>
                <a:ea typeface="Arial"/>
                <a:cs typeface="Arial"/>
              </a:defRPr>
            </a:lvl5pPr>
            <a:lvl6pPr algn="ctr">
              <a:defRPr sz="1425" b="1">
                <a:solidFill>
                  <a:srgbClr val="FFFFFF"/>
                </a:solidFill>
                <a:latin typeface="Arial"/>
                <a:ea typeface="Arial"/>
                <a:cs typeface="Arial"/>
              </a:defRPr>
            </a:lvl6pPr>
            <a:lvl7pPr algn="ctr">
              <a:defRPr sz="1425" b="1">
                <a:solidFill>
                  <a:srgbClr val="FFFFFF"/>
                </a:solidFill>
                <a:latin typeface="Arial"/>
                <a:ea typeface="Arial"/>
                <a:cs typeface="Arial"/>
              </a:defRPr>
            </a:lvl7pPr>
            <a:lvl8pPr algn="ctr">
              <a:defRPr sz="1425" b="1">
                <a:solidFill>
                  <a:srgbClr val="FFFFFF"/>
                </a:solidFill>
                <a:latin typeface="Arial"/>
                <a:ea typeface="Arial"/>
                <a:cs typeface="Arial"/>
              </a:defRPr>
            </a:lvl8pPr>
            <a:lvl9pPr algn="ctr">
              <a:defRPr sz="1425" b="1">
                <a:solidFill>
                  <a:srgbClr val="FFFFFF"/>
                </a:solidFill>
                <a:latin typeface="Arial"/>
                <a:ea typeface="Arial"/>
                <a:cs typeface="Arial"/>
              </a:defRPr>
            </a:lvl9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Continue to configuration</a:t>
            </a:r>
          </a:p>
        </p:txBody>
      </p:sp>
      <p:sp>
        <p:nvSpPr>
          <p:cNvPr id="33" name="s5-Failed reconciliation scenario">
            <a:extLst xmlns:a="http://schemas.openxmlformats.org/drawingml/2006/main">
              <a:ext uri="{FF2B5EF4-FFF2-40B4-BE49-F238E27FC236}">
                <a16:creationId xmlns:a16="http://schemas.microsoft.com/office/drawing/2014/main" id="{CC4B0EE0-F0CA-41FE-A0FB-807524A68DE3}"/>
              </a:ext>
            </a:extLst>
          </p:cNvPr>
          <p:cNvSpPr>
            <a:spLocks xmlns:a="http://schemas.openxmlformats.org/drawingml/2006/main" noGrp="1"/>
          </p:cNvSpPr>
          <p:nvPr/>
        </p:nvSpPr>
        <p:spPr>
          <a:xfrm xmlns:a="http://schemas.openxmlformats.org/drawingml/2006/main">
            <a:off x="7667625" y="3838575"/>
            <a:ext cx="3648075" cy="3419475"/>
          </a:xfrm>
          <a:prstGeom xmlns:a="http://schemas.openxmlformats.org/drawingml/2006/main" prst="roundRect">
            <a:avLst>
              <a:gd name="adj" fmla="val 2228"/>
            </a:avLst>
          </a:prstGeom>
          <a:solidFill xmlns:a="http://schemas.openxmlformats.org/drawingml/2006/main">
            <a:srgbClr val="FFF4D6"/>
          </a:solidFill>
          <a:ln xmlns:a="http://schemas.openxmlformats.org/drawingml/2006/main" w="0">
            <a:noFill/>
            <a:prstDash val="solid"/>
          </a:ln>
        </p:spPr>
      </p:sp>
      <p:sp>
        <p:nvSpPr>
          <p:cNvPr id="34" name="s5-Mismatch scenario label">
            <a:extLst xmlns:a="http://schemas.openxmlformats.org/drawingml/2006/main">
              <a:ext uri="{FF2B5EF4-FFF2-40B4-BE49-F238E27FC236}">
                <a16:creationId xmlns:a16="http://schemas.microsoft.com/office/drawing/2014/main" id="{E6D9617F-97BF-4A5D-BB16-FC8D436EFA30}"/>
              </a:ext>
            </a:extLst>
          </p:cNvPr>
          <p:cNvSpPr>
            <a:spLocks xmlns:a="http://schemas.openxmlformats.org/drawingml/2006/main" noGrp="1"/>
          </p:cNvSpPr>
          <p:nvPr/>
        </p:nvSpPr>
        <p:spPr>
          <a:xfrm xmlns:a="http://schemas.openxmlformats.org/drawingml/2006/main">
            <a:off x="7858125" y="3990975"/>
            <a:ext cx="32670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A15C00"/>
                </a:solidFill>
                <a:latin typeface="Arial"/>
                <a:ea typeface="Arial"/>
                <a:cs typeface="Arial"/>
              </a:defRPr>
            </a:defPPr>
            <a:lvl1pPr algn="l">
              <a:defRPr sz="1125" b="1">
                <a:solidFill>
                  <a:srgbClr val="A15C00"/>
                </a:solidFill>
                <a:latin typeface="Arial"/>
                <a:ea typeface="Arial"/>
                <a:cs typeface="Arial"/>
              </a:defRPr>
            </a:lvl1pPr>
            <a:lvl2pPr algn="l">
              <a:defRPr sz="1125" b="1">
                <a:solidFill>
                  <a:srgbClr val="A15C00"/>
                </a:solidFill>
                <a:latin typeface="Arial"/>
                <a:ea typeface="Arial"/>
                <a:cs typeface="Arial"/>
              </a:defRPr>
            </a:lvl2pPr>
            <a:lvl3pPr algn="l">
              <a:defRPr sz="1125" b="1">
                <a:solidFill>
                  <a:srgbClr val="A15C00"/>
                </a:solidFill>
                <a:latin typeface="Arial"/>
                <a:ea typeface="Arial"/>
                <a:cs typeface="Arial"/>
              </a:defRPr>
            </a:lvl3pPr>
            <a:lvl4pPr algn="l">
              <a:defRPr sz="1125" b="1">
                <a:solidFill>
                  <a:srgbClr val="A15C00"/>
                </a:solidFill>
                <a:latin typeface="Arial"/>
                <a:ea typeface="Arial"/>
                <a:cs typeface="Arial"/>
              </a:defRPr>
            </a:lvl4pPr>
            <a:lvl5pPr algn="l">
              <a:defRPr sz="1125" b="1">
                <a:solidFill>
                  <a:srgbClr val="A15C00"/>
                </a:solidFill>
                <a:latin typeface="Arial"/>
                <a:ea typeface="Arial"/>
                <a:cs typeface="Arial"/>
              </a:defRPr>
            </a:lvl5pPr>
            <a:lvl6pPr algn="l">
              <a:defRPr sz="1125" b="1">
                <a:solidFill>
                  <a:srgbClr val="A15C00"/>
                </a:solidFill>
                <a:latin typeface="Arial"/>
                <a:ea typeface="Arial"/>
                <a:cs typeface="Arial"/>
              </a:defRPr>
            </a:lvl6pPr>
            <a:lvl7pPr algn="l">
              <a:defRPr sz="1125" b="1">
                <a:solidFill>
                  <a:srgbClr val="A15C00"/>
                </a:solidFill>
                <a:latin typeface="Arial"/>
                <a:ea typeface="Arial"/>
                <a:cs typeface="Arial"/>
              </a:defRPr>
            </a:lvl7pPr>
            <a:lvl8pPr algn="l">
              <a:defRPr sz="1125" b="1">
                <a:solidFill>
                  <a:srgbClr val="A15C00"/>
                </a:solidFill>
                <a:latin typeface="Arial"/>
                <a:ea typeface="Arial"/>
                <a:cs typeface="Arial"/>
              </a:defRPr>
            </a:lvl8pPr>
            <a:lvl9pPr algn="l">
              <a:defRPr sz="1125" b="1">
                <a:solidFill>
                  <a:srgbClr val="A15C00"/>
                </a:solidFill>
                <a:latin typeface="Arial"/>
                <a:ea typeface="Arial"/>
                <a:cs typeface="Arial"/>
              </a:defRPr>
            </a:lvl9pPr>
          </a:lstStyle>
          <a:p xmlns:a="http://schemas.openxmlformats.org/drawingml/2006/main">
            <a:pPr algn="l">
              <a:defRPr sz="1125" b="1">
                <a:solidFill>
                  <a:srgbClr val="A15C00"/>
                </a:solidFill>
                <a:latin typeface="Arial"/>
                <a:ea typeface="Arial"/>
                <a:cs typeface="Arial"/>
              </a:defRPr>
            </a:pPr>
            <a:r>
              <a:rPr sz="1125" b="1">
                <a:solidFill>
                  <a:srgbClr val="A15C00"/>
                </a:solidFill>
                <a:latin typeface="Arial"/>
                <a:ea typeface="Arial"/>
                <a:cs typeface="Arial"/>
              </a:rPr>
              <a:t>ALTERNATE FAILED-CHECK STATE</a:t>
            </a:r>
          </a:p>
        </p:txBody>
      </p:sp>
      <p:sp>
        <p:nvSpPr>
          <p:cNvPr id="35" name="s5-Mismatch scenario heading">
            <a:extLst xmlns:a="http://schemas.openxmlformats.org/drawingml/2006/main">
              <a:ext uri="{FF2B5EF4-FFF2-40B4-BE49-F238E27FC236}">
                <a16:creationId xmlns:a16="http://schemas.microsoft.com/office/drawing/2014/main" id="{C8D6FA06-37E4-413E-8FF6-5A200C913390}"/>
              </a:ext>
            </a:extLst>
          </p:cNvPr>
          <p:cNvSpPr>
            <a:spLocks xmlns:a="http://schemas.openxmlformats.org/drawingml/2006/main" noGrp="1"/>
          </p:cNvSpPr>
          <p:nvPr/>
        </p:nvSpPr>
        <p:spPr>
          <a:xfrm xmlns:a="http://schemas.openxmlformats.org/drawingml/2006/main">
            <a:off x="7858125" y="4343400"/>
            <a:ext cx="32670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11827"/>
                </a:solidFill>
                <a:latin typeface="Arial"/>
                <a:ea typeface="Arial"/>
                <a:cs typeface="Arial"/>
              </a:defRPr>
            </a:defPPr>
            <a:lvl1pPr algn="l">
              <a:defRPr sz="1650" b="1">
                <a:solidFill>
                  <a:srgbClr val="111827"/>
                </a:solidFill>
                <a:latin typeface="Arial"/>
                <a:ea typeface="Arial"/>
                <a:cs typeface="Arial"/>
              </a:defRPr>
            </a:lvl1pPr>
            <a:lvl2pPr algn="l">
              <a:defRPr sz="1650" b="1">
                <a:solidFill>
                  <a:srgbClr val="111827"/>
                </a:solidFill>
                <a:latin typeface="Arial"/>
                <a:ea typeface="Arial"/>
                <a:cs typeface="Arial"/>
              </a:defRPr>
            </a:lvl2pPr>
            <a:lvl3pPr algn="l">
              <a:defRPr sz="1650" b="1">
                <a:solidFill>
                  <a:srgbClr val="111827"/>
                </a:solidFill>
                <a:latin typeface="Arial"/>
                <a:ea typeface="Arial"/>
                <a:cs typeface="Arial"/>
              </a:defRPr>
            </a:lvl3pPr>
            <a:lvl4pPr algn="l">
              <a:defRPr sz="1650" b="1">
                <a:solidFill>
                  <a:srgbClr val="111827"/>
                </a:solidFill>
                <a:latin typeface="Arial"/>
                <a:ea typeface="Arial"/>
                <a:cs typeface="Arial"/>
              </a:defRPr>
            </a:lvl4pPr>
            <a:lvl5pPr algn="l">
              <a:defRPr sz="1650" b="1">
                <a:solidFill>
                  <a:srgbClr val="111827"/>
                </a:solidFill>
                <a:latin typeface="Arial"/>
                <a:ea typeface="Arial"/>
                <a:cs typeface="Arial"/>
              </a:defRPr>
            </a:lvl5pPr>
            <a:lvl6pPr algn="l">
              <a:defRPr sz="1650" b="1">
                <a:solidFill>
                  <a:srgbClr val="111827"/>
                </a:solidFill>
                <a:latin typeface="Arial"/>
                <a:ea typeface="Arial"/>
                <a:cs typeface="Arial"/>
              </a:defRPr>
            </a:lvl6pPr>
            <a:lvl7pPr algn="l">
              <a:defRPr sz="1650" b="1">
                <a:solidFill>
                  <a:srgbClr val="111827"/>
                </a:solidFill>
                <a:latin typeface="Arial"/>
                <a:ea typeface="Arial"/>
                <a:cs typeface="Arial"/>
              </a:defRPr>
            </a:lvl7pPr>
            <a:lvl8pPr algn="l">
              <a:defRPr sz="1650" b="1">
                <a:solidFill>
                  <a:srgbClr val="111827"/>
                </a:solidFill>
                <a:latin typeface="Arial"/>
                <a:ea typeface="Arial"/>
                <a:cs typeface="Arial"/>
              </a:defRPr>
            </a:lvl8pPr>
            <a:lvl9pPr algn="l">
              <a:defRPr sz="1650" b="1">
                <a:solidFill>
                  <a:srgbClr val="111827"/>
                </a:solidFill>
                <a:latin typeface="Arial"/>
                <a:ea typeface="Arial"/>
                <a:cs typeface="Arial"/>
              </a:defRPr>
            </a:lvl9pPr>
          </a:lstStyle>
          <a:p xmlns:a="http://schemas.openxmlformats.org/drawingml/2006/main">
            <a:pPr algn="l">
              <a:defRPr sz="1650" b="1">
                <a:solidFill>
                  <a:srgbClr val="111827"/>
                </a:solidFill>
                <a:latin typeface="Arial"/>
                <a:ea typeface="Arial"/>
                <a:cs typeface="Arial"/>
              </a:defRPr>
            </a:pPr>
            <a:r>
              <a:rPr sz="1650" b="1">
                <a:solidFill>
                  <a:srgbClr val="111827"/>
                </a:solidFill>
                <a:latin typeface="Arial"/>
                <a:ea typeface="Arial"/>
                <a:cs typeface="Arial"/>
              </a:rPr>
              <a:t>Invoice mismatch</a:t>
            </a:r>
          </a:p>
          <a:p xmlns:a="http://schemas.openxmlformats.org/drawingml/2006/main">
            <a:pPr algn="l">
              <a:defRPr sz="1650" b="1">
                <a:solidFill>
                  <a:srgbClr val="111827"/>
                </a:solidFill>
                <a:latin typeface="Arial"/>
                <a:ea typeface="Arial"/>
                <a:cs typeface="Arial"/>
              </a:defRPr>
            </a:pPr>
            <a:r>
              <a:rPr sz="1650" b="1">
                <a:solidFill>
                  <a:srgbClr val="111827"/>
                </a:solidFill>
                <a:latin typeface="Arial"/>
                <a:ea typeface="Arial"/>
                <a:cs typeface="Arial"/>
              </a:rPr>
              <a:t>blocks progress</a:t>
            </a:r>
          </a:p>
        </p:txBody>
      </p:sp>
      <p:sp>
        <p:nvSpPr>
          <p:cNvPr id="36" name="s5-Mismatch financial values">
            <a:extLst xmlns:a="http://schemas.openxmlformats.org/drawingml/2006/main">
              <a:ext uri="{FF2B5EF4-FFF2-40B4-BE49-F238E27FC236}">
                <a16:creationId xmlns:a16="http://schemas.microsoft.com/office/drawing/2014/main" id="{67A869BB-396B-4DE0-BABD-E66CE364FE0A}"/>
              </a:ext>
            </a:extLst>
          </p:cNvPr>
          <p:cNvSpPr>
            <a:spLocks xmlns:a="http://schemas.openxmlformats.org/drawingml/2006/main" noGrp="1"/>
          </p:cNvSpPr>
          <p:nvPr/>
        </p:nvSpPr>
        <p:spPr>
          <a:xfrm xmlns:a="http://schemas.openxmlformats.org/drawingml/2006/main">
            <a:off x="7858125" y="4933950"/>
            <a:ext cx="32670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11827"/>
                </a:solidFill>
                <a:latin typeface="Arial"/>
                <a:ea typeface="Arial"/>
                <a:cs typeface="Arial"/>
              </a:defRPr>
            </a:defPPr>
            <a:lvl1pPr algn="l">
              <a:defRPr sz="1350" b="0">
                <a:solidFill>
                  <a:srgbClr val="111827"/>
                </a:solidFill>
                <a:latin typeface="Arial"/>
                <a:ea typeface="Arial"/>
                <a:cs typeface="Arial"/>
              </a:defRPr>
            </a:lvl1pPr>
            <a:lvl2pPr algn="l">
              <a:defRPr sz="1350" b="0">
                <a:solidFill>
                  <a:srgbClr val="111827"/>
                </a:solidFill>
                <a:latin typeface="Arial"/>
                <a:ea typeface="Arial"/>
                <a:cs typeface="Arial"/>
              </a:defRPr>
            </a:lvl2pPr>
            <a:lvl3pPr algn="l">
              <a:defRPr sz="1350" b="0">
                <a:solidFill>
                  <a:srgbClr val="111827"/>
                </a:solidFill>
                <a:latin typeface="Arial"/>
                <a:ea typeface="Arial"/>
                <a:cs typeface="Arial"/>
              </a:defRPr>
            </a:lvl3pPr>
            <a:lvl4pPr algn="l">
              <a:defRPr sz="1350" b="0">
                <a:solidFill>
                  <a:srgbClr val="111827"/>
                </a:solidFill>
                <a:latin typeface="Arial"/>
                <a:ea typeface="Arial"/>
                <a:cs typeface="Arial"/>
              </a:defRPr>
            </a:lvl4pPr>
            <a:lvl5pPr algn="l">
              <a:defRPr sz="1350" b="0">
                <a:solidFill>
                  <a:srgbClr val="111827"/>
                </a:solidFill>
                <a:latin typeface="Arial"/>
                <a:ea typeface="Arial"/>
                <a:cs typeface="Arial"/>
              </a:defRPr>
            </a:lvl5pPr>
            <a:lvl6pPr algn="l">
              <a:defRPr sz="1350" b="0">
                <a:solidFill>
                  <a:srgbClr val="111827"/>
                </a:solidFill>
                <a:latin typeface="Arial"/>
                <a:ea typeface="Arial"/>
                <a:cs typeface="Arial"/>
              </a:defRPr>
            </a:lvl6pPr>
            <a:lvl7pPr algn="l">
              <a:defRPr sz="1350" b="0">
                <a:solidFill>
                  <a:srgbClr val="111827"/>
                </a:solidFill>
                <a:latin typeface="Arial"/>
                <a:ea typeface="Arial"/>
                <a:cs typeface="Arial"/>
              </a:defRPr>
            </a:lvl7pPr>
            <a:lvl8pPr algn="l">
              <a:defRPr sz="1350" b="0">
                <a:solidFill>
                  <a:srgbClr val="111827"/>
                </a:solidFill>
                <a:latin typeface="Arial"/>
                <a:ea typeface="Arial"/>
                <a:cs typeface="Arial"/>
              </a:defRPr>
            </a:lvl8pPr>
            <a:lvl9pPr algn="l">
              <a:defRPr sz="1350" b="0">
                <a:solidFill>
                  <a:srgbClr val="111827"/>
                </a:solidFill>
                <a:latin typeface="Arial"/>
                <a:ea typeface="Arial"/>
                <a:cs typeface="Arial"/>
              </a:defRPr>
            </a:lvl9pPr>
          </a:lstStyle>
          <a:p xmlns:a="http://schemas.openxmlformats.org/drawingml/2006/main">
            <a:pPr algn="l">
              <a:defRPr sz="1350" b="0">
                <a:solidFill>
                  <a:srgbClr val="111827"/>
                </a:solidFill>
                <a:latin typeface="Arial"/>
                <a:ea typeface="Arial"/>
                <a:cs typeface="Arial"/>
              </a:defRPr>
            </a:pPr>
            <a:r>
              <a:rPr sz="1350" b="0">
                <a:solidFill>
                  <a:srgbClr val="111827"/>
                </a:solidFill>
                <a:latin typeface="Arial"/>
                <a:ea typeface="Arial"/>
                <a:cs typeface="Arial"/>
              </a:rPr>
              <a:t>Source 420.00   Target 400.00</a:t>
            </a:r>
          </a:p>
          <a:p xmlns:a="http://schemas.openxmlformats.org/drawingml/2006/main">
            <a:pPr algn="l">
              <a:defRPr sz="1350" b="0">
                <a:solidFill>
                  <a:srgbClr val="111827"/>
                </a:solidFill>
                <a:latin typeface="Arial"/>
                <a:ea typeface="Arial"/>
                <a:cs typeface="Arial"/>
              </a:defRPr>
            </a:pPr>
            <a:r>
              <a:rPr sz="1350" b="0">
                <a:solidFill>
                  <a:srgbClr val="111827"/>
                </a:solidFill>
                <a:latin typeface="Arial"/>
                <a:ea typeface="Arial"/>
                <a:cs typeface="Arial"/>
              </a:rPr>
              <a:t>Difference (target − source): −20.00</a:t>
            </a:r>
          </a:p>
        </p:txBody>
      </p:sp>
      <p:sp>
        <p:nvSpPr>
          <p:cNvPr id="37" name="s5-Mismatch controls">
            <a:extLst xmlns:a="http://schemas.openxmlformats.org/drawingml/2006/main">
              <a:ext uri="{FF2B5EF4-FFF2-40B4-BE49-F238E27FC236}">
                <a16:creationId xmlns:a16="http://schemas.microsoft.com/office/drawing/2014/main" id="{E3BC405C-1F54-4809-AA77-A640CD3AE5CC}"/>
              </a:ext>
            </a:extLst>
          </p:cNvPr>
          <p:cNvSpPr>
            <a:spLocks xmlns:a="http://schemas.openxmlformats.org/drawingml/2006/main" noGrp="1"/>
          </p:cNvSpPr>
          <p:nvPr/>
        </p:nvSpPr>
        <p:spPr>
          <a:xfrm xmlns:a="http://schemas.openxmlformats.org/drawingml/2006/main">
            <a:off x="7858125" y="5619750"/>
            <a:ext cx="32670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11827"/>
                </a:solidFill>
                <a:latin typeface="Arial"/>
                <a:ea typeface="Arial"/>
                <a:cs typeface="Arial"/>
              </a:defRPr>
            </a:defPPr>
            <a:lvl1pPr algn="l">
              <a:defRPr sz="1425" b="0">
                <a:solidFill>
                  <a:srgbClr val="111827"/>
                </a:solidFill>
                <a:latin typeface="Arial"/>
                <a:ea typeface="Arial"/>
                <a:cs typeface="Arial"/>
              </a:defRPr>
            </a:lvl1pPr>
            <a:lvl2pPr algn="l">
              <a:defRPr sz="1425" b="0">
                <a:solidFill>
                  <a:srgbClr val="111827"/>
                </a:solidFill>
                <a:latin typeface="Arial"/>
                <a:ea typeface="Arial"/>
                <a:cs typeface="Arial"/>
              </a:defRPr>
            </a:lvl2pPr>
            <a:lvl3pPr algn="l">
              <a:defRPr sz="1425" b="0">
                <a:solidFill>
                  <a:srgbClr val="111827"/>
                </a:solidFill>
                <a:latin typeface="Arial"/>
                <a:ea typeface="Arial"/>
                <a:cs typeface="Arial"/>
              </a:defRPr>
            </a:lvl3pPr>
            <a:lvl4pPr algn="l">
              <a:defRPr sz="1425" b="0">
                <a:solidFill>
                  <a:srgbClr val="111827"/>
                </a:solidFill>
                <a:latin typeface="Arial"/>
                <a:ea typeface="Arial"/>
                <a:cs typeface="Arial"/>
              </a:defRPr>
            </a:lvl4pPr>
            <a:lvl5pPr algn="l">
              <a:defRPr sz="1425" b="0">
                <a:solidFill>
                  <a:srgbClr val="111827"/>
                </a:solidFill>
                <a:latin typeface="Arial"/>
                <a:ea typeface="Arial"/>
                <a:cs typeface="Arial"/>
              </a:defRPr>
            </a:lvl5pPr>
            <a:lvl6pPr algn="l">
              <a:defRPr sz="1425" b="0">
                <a:solidFill>
                  <a:srgbClr val="111827"/>
                </a:solidFill>
                <a:latin typeface="Arial"/>
                <a:ea typeface="Arial"/>
                <a:cs typeface="Arial"/>
              </a:defRPr>
            </a:lvl6pPr>
            <a:lvl7pPr algn="l">
              <a:defRPr sz="1425" b="0">
                <a:solidFill>
                  <a:srgbClr val="111827"/>
                </a:solidFill>
                <a:latin typeface="Arial"/>
                <a:ea typeface="Arial"/>
                <a:cs typeface="Arial"/>
              </a:defRPr>
            </a:lvl7pPr>
            <a:lvl8pPr algn="l">
              <a:defRPr sz="1425" b="0">
                <a:solidFill>
                  <a:srgbClr val="111827"/>
                </a:solidFill>
                <a:latin typeface="Arial"/>
                <a:ea typeface="Arial"/>
                <a:cs typeface="Arial"/>
              </a:defRPr>
            </a:lvl8pPr>
            <a:lvl9pPr algn="l">
              <a:defRPr sz="1425" b="0">
                <a:solidFill>
                  <a:srgbClr val="111827"/>
                </a:solidFill>
                <a:latin typeface="Arial"/>
                <a:ea typeface="Arial"/>
                <a:cs typeface="Arial"/>
              </a:defRPr>
            </a:lvl9pPr>
          </a:lstStyle>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Review a supported restoration,</a:t>
            </a:r>
          </a:p>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approve it, then revalidate.</a:t>
            </a:r>
          </a:p>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Approval cannot override a failure.</a:t>
            </a:r>
          </a:p>
        </p:txBody>
      </p:sp>
      <p:sp>
        <p:nvSpPr>
          <p:cNvPr id="38" name="s5-Discrepancy AI capability">
            <a:extLst xmlns:a="http://schemas.openxmlformats.org/drawingml/2006/main">
              <a:ext uri="{FF2B5EF4-FFF2-40B4-BE49-F238E27FC236}">
                <a16:creationId xmlns:a16="http://schemas.microsoft.com/office/drawing/2014/main" id="{C29A4AC7-B4E8-4CB1-94F5-68807A2AC16B}"/>
              </a:ext>
            </a:extLst>
          </p:cNvPr>
          <p:cNvSpPr>
            <a:spLocks xmlns:a="http://schemas.openxmlformats.org/drawingml/2006/main" noGrp="1"/>
          </p:cNvSpPr>
          <p:nvPr/>
        </p:nvSpPr>
        <p:spPr>
          <a:xfrm xmlns:a="http://schemas.openxmlformats.org/drawingml/2006/main">
            <a:off x="7858125" y="6553200"/>
            <a:ext cx="32670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5448C8"/>
                </a:solidFill>
                <a:latin typeface="Arial"/>
                <a:ea typeface="Arial"/>
                <a:cs typeface="Arial"/>
              </a:defRPr>
            </a:defPPr>
            <a:lvl1pPr algn="l">
              <a:defRPr sz="1200" b="1">
                <a:solidFill>
                  <a:srgbClr val="5448C8"/>
                </a:solidFill>
                <a:latin typeface="Arial"/>
                <a:ea typeface="Arial"/>
                <a:cs typeface="Arial"/>
              </a:defRPr>
            </a:lvl1pPr>
            <a:lvl2pPr algn="l">
              <a:defRPr sz="1200" b="1">
                <a:solidFill>
                  <a:srgbClr val="5448C8"/>
                </a:solidFill>
                <a:latin typeface="Arial"/>
                <a:ea typeface="Arial"/>
                <a:cs typeface="Arial"/>
              </a:defRPr>
            </a:lvl2pPr>
            <a:lvl3pPr algn="l">
              <a:defRPr sz="1200" b="1">
                <a:solidFill>
                  <a:srgbClr val="5448C8"/>
                </a:solidFill>
                <a:latin typeface="Arial"/>
                <a:ea typeface="Arial"/>
                <a:cs typeface="Arial"/>
              </a:defRPr>
            </a:lvl3pPr>
            <a:lvl4pPr algn="l">
              <a:defRPr sz="1200" b="1">
                <a:solidFill>
                  <a:srgbClr val="5448C8"/>
                </a:solidFill>
                <a:latin typeface="Arial"/>
                <a:ea typeface="Arial"/>
                <a:cs typeface="Arial"/>
              </a:defRPr>
            </a:lvl4pPr>
            <a:lvl5pPr algn="l">
              <a:defRPr sz="1200" b="1">
                <a:solidFill>
                  <a:srgbClr val="5448C8"/>
                </a:solidFill>
                <a:latin typeface="Arial"/>
                <a:ea typeface="Arial"/>
                <a:cs typeface="Arial"/>
              </a:defRPr>
            </a:lvl5pPr>
            <a:lvl6pPr algn="l">
              <a:defRPr sz="1200" b="1">
                <a:solidFill>
                  <a:srgbClr val="5448C8"/>
                </a:solidFill>
                <a:latin typeface="Arial"/>
                <a:ea typeface="Arial"/>
                <a:cs typeface="Arial"/>
              </a:defRPr>
            </a:lvl6pPr>
            <a:lvl7pPr algn="l">
              <a:defRPr sz="1200" b="1">
                <a:solidFill>
                  <a:srgbClr val="5448C8"/>
                </a:solidFill>
                <a:latin typeface="Arial"/>
                <a:ea typeface="Arial"/>
                <a:cs typeface="Arial"/>
              </a:defRPr>
            </a:lvl7pPr>
            <a:lvl8pPr algn="l">
              <a:defRPr sz="1200" b="1">
                <a:solidFill>
                  <a:srgbClr val="5448C8"/>
                </a:solidFill>
                <a:latin typeface="Arial"/>
                <a:ea typeface="Arial"/>
                <a:cs typeface="Arial"/>
              </a:defRPr>
            </a:lvl8pPr>
            <a:lvl9pPr algn="l">
              <a:defRPr sz="1200" b="1">
                <a:solidFill>
                  <a:srgbClr val="5448C8"/>
                </a:solidFill>
                <a:latin typeface="Arial"/>
                <a:ea typeface="Arial"/>
                <a:cs typeface="Arial"/>
              </a:defRPr>
            </a:lvl9pPr>
          </a:lstStyle>
          <a:p xmlns:a="http://schemas.openxmlformats.org/drawingml/2006/main">
            <a:pPr algn="l">
              <a:defRPr sz="1200" b="1">
                <a:solidFill>
                  <a:srgbClr val="5448C8"/>
                </a:solidFill>
                <a:latin typeface="Arial"/>
                <a:ea typeface="Arial"/>
                <a:cs typeface="Arial"/>
              </a:defRPr>
            </a:pPr>
            <a:r>
              <a:rPr sz="1200" b="1">
                <a:solidFill>
                  <a:srgbClr val="5448C8"/>
                </a:solidFill>
                <a:latin typeface="Arial"/>
                <a:ea typeface="Arial"/>
                <a:cs typeface="Arial"/>
              </a:rPr>
              <a:t>AI discrepancy explanation: Proposed</a:t>
            </a:r>
          </a:p>
        </p:txBody>
      </p:sp>
      <p:sp>
        <p:nvSpPr>
          <p:cNvPr id="39" name="s5-Mismatch CTA">
            <a:extLst xmlns:a="http://schemas.openxmlformats.org/drawingml/2006/main">
              <a:ext uri="{FF2B5EF4-FFF2-40B4-BE49-F238E27FC236}">
                <a16:creationId xmlns:a16="http://schemas.microsoft.com/office/drawing/2014/main" id="{69E894BC-5042-4DFE-831A-CE536CB2ACFB}"/>
              </a:ext>
            </a:extLst>
          </p:cNvPr>
          <p:cNvSpPr>
            <a:spLocks xmlns:a="http://schemas.openxmlformats.org/drawingml/2006/main" noGrp="1"/>
          </p:cNvSpPr>
          <p:nvPr/>
        </p:nvSpPr>
        <p:spPr>
          <a:xfrm xmlns:a="http://schemas.openxmlformats.org/drawingml/2006/main">
            <a:off x="7858125" y="6953250"/>
            <a:ext cx="32670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55EEF"/>
                </a:solidFill>
                <a:latin typeface="Arial"/>
                <a:ea typeface="Arial"/>
                <a:cs typeface="Arial"/>
              </a:defRPr>
            </a:defPPr>
            <a:lvl1pPr algn="l">
              <a:defRPr sz="1350" b="1">
                <a:solidFill>
                  <a:srgbClr val="155EEF"/>
                </a:solidFill>
                <a:latin typeface="Arial"/>
                <a:ea typeface="Arial"/>
                <a:cs typeface="Arial"/>
              </a:defRPr>
            </a:lvl1pPr>
            <a:lvl2pPr algn="l">
              <a:defRPr sz="1350" b="1">
                <a:solidFill>
                  <a:srgbClr val="155EEF"/>
                </a:solidFill>
                <a:latin typeface="Arial"/>
                <a:ea typeface="Arial"/>
                <a:cs typeface="Arial"/>
              </a:defRPr>
            </a:lvl2pPr>
            <a:lvl3pPr algn="l">
              <a:defRPr sz="1350" b="1">
                <a:solidFill>
                  <a:srgbClr val="155EEF"/>
                </a:solidFill>
                <a:latin typeface="Arial"/>
                <a:ea typeface="Arial"/>
                <a:cs typeface="Arial"/>
              </a:defRPr>
            </a:lvl3pPr>
            <a:lvl4pPr algn="l">
              <a:defRPr sz="1350" b="1">
                <a:solidFill>
                  <a:srgbClr val="155EEF"/>
                </a:solidFill>
                <a:latin typeface="Arial"/>
                <a:ea typeface="Arial"/>
                <a:cs typeface="Arial"/>
              </a:defRPr>
            </a:lvl4pPr>
            <a:lvl5pPr algn="l">
              <a:defRPr sz="1350" b="1">
                <a:solidFill>
                  <a:srgbClr val="155EEF"/>
                </a:solidFill>
                <a:latin typeface="Arial"/>
                <a:ea typeface="Arial"/>
                <a:cs typeface="Arial"/>
              </a:defRPr>
            </a:lvl5pPr>
            <a:lvl6pPr algn="l">
              <a:defRPr sz="1350" b="1">
                <a:solidFill>
                  <a:srgbClr val="155EEF"/>
                </a:solidFill>
                <a:latin typeface="Arial"/>
                <a:ea typeface="Arial"/>
                <a:cs typeface="Arial"/>
              </a:defRPr>
            </a:lvl6pPr>
            <a:lvl7pPr algn="l">
              <a:defRPr sz="1350" b="1">
                <a:solidFill>
                  <a:srgbClr val="155EEF"/>
                </a:solidFill>
                <a:latin typeface="Arial"/>
                <a:ea typeface="Arial"/>
                <a:cs typeface="Arial"/>
              </a:defRPr>
            </a:lvl7pPr>
            <a:lvl8pPr algn="l">
              <a:defRPr sz="1350" b="1">
                <a:solidFill>
                  <a:srgbClr val="155EEF"/>
                </a:solidFill>
                <a:latin typeface="Arial"/>
                <a:ea typeface="Arial"/>
                <a:cs typeface="Arial"/>
              </a:defRPr>
            </a:lvl8pPr>
            <a:lvl9pPr algn="l">
              <a:defRPr sz="1350" b="1">
                <a:solidFill>
                  <a:srgbClr val="155EEF"/>
                </a:solidFill>
                <a:latin typeface="Arial"/>
                <a:ea typeface="Arial"/>
                <a:cs typeface="Arial"/>
              </a:defRPr>
            </a:lvl9pPr>
          </a:lstStyle>
          <a:p xmlns:a="http://schemas.openxmlformats.org/drawingml/2006/main">
            <a:pPr algn="l">
              <a:defRPr sz="1350" b="1">
                <a:solidFill>
                  <a:srgbClr val="155EEF"/>
                </a:solidFill>
                <a:latin typeface="Arial"/>
                <a:ea typeface="Arial"/>
                <a:cs typeface="Arial"/>
              </a:defRPr>
            </a:pPr>
            <a:r>
              <a:rPr sz="1350" b="1">
                <a:solidFill>
                  <a:srgbClr val="155EEF"/>
                </a:solidFill>
                <a:latin typeface="Arial"/>
                <a:ea typeface="Arial"/>
                <a:cs typeface="Arial"/>
              </a:rPr>
              <a:t>Review proposed repair</a:t>
            </a:r>
          </a:p>
        </p:txBody>
      </p:sp>
      <p:sp>
        <p:nvSpPr>
          <p:cNvPr id="40" name="s5-Rail problem label">
            <a:extLst xmlns:a="http://schemas.openxmlformats.org/drawingml/2006/main">
              <a:ext uri="{FF2B5EF4-FFF2-40B4-BE49-F238E27FC236}">
                <a16:creationId xmlns:a16="http://schemas.microsoft.com/office/drawing/2014/main" id="{B01FAA4D-C761-4DF0-A0EA-F335DE4FDEB6}"/>
              </a:ext>
            </a:extLst>
          </p:cNvPr>
          <p:cNvSpPr>
            <a:spLocks xmlns:a="http://schemas.openxmlformats.org/drawingml/2006/main" noGrp="1"/>
          </p:cNvSpPr>
          <p:nvPr/>
        </p:nvSpPr>
        <p:spPr>
          <a:xfrm xmlns:a="http://schemas.openxmlformats.org/drawingml/2006/main">
            <a:off x="12001500" y="1943100"/>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64748B"/>
                </a:solidFill>
                <a:latin typeface="Arial"/>
                <a:ea typeface="Arial"/>
                <a:cs typeface="Arial"/>
              </a:defRPr>
            </a:defPPr>
            <a:lvl1pPr algn="l">
              <a:defRPr sz="1200" b="1">
                <a:solidFill>
                  <a:srgbClr val="64748B"/>
                </a:solidFill>
                <a:latin typeface="Arial"/>
                <a:ea typeface="Arial"/>
                <a:cs typeface="Arial"/>
              </a:defRPr>
            </a:lvl1pPr>
            <a:lvl2pPr algn="l">
              <a:defRPr sz="1200" b="1">
                <a:solidFill>
                  <a:srgbClr val="64748B"/>
                </a:solidFill>
                <a:latin typeface="Arial"/>
                <a:ea typeface="Arial"/>
                <a:cs typeface="Arial"/>
              </a:defRPr>
            </a:lvl2pPr>
            <a:lvl3pPr algn="l">
              <a:defRPr sz="1200" b="1">
                <a:solidFill>
                  <a:srgbClr val="64748B"/>
                </a:solidFill>
                <a:latin typeface="Arial"/>
                <a:ea typeface="Arial"/>
                <a:cs typeface="Arial"/>
              </a:defRPr>
            </a:lvl3pPr>
            <a:lvl4pPr algn="l">
              <a:defRPr sz="1200" b="1">
                <a:solidFill>
                  <a:srgbClr val="64748B"/>
                </a:solidFill>
                <a:latin typeface="Arial"/>
                <a:ea typeface="Arial"/>
                <a:cs typeface="Arial"/>
              </a:defRPr>
            </a:lvl4pPr>
            <a:lvl5pPr algn="l">
              <a:defRPr sz="1200" b="1">
                <a:solidFill>
                  <a:srgbClr val="64748B"/>
                </a:solidFill>
                <a:latin typeface="Arial"/>
                <a:ea typeface="Arial"/>
                <a:cs typeface="Arial"/>
              </a:defRPr>
            </a:lvl5pPr>
            <a:lvl6pPr algn="l">
              <a:defRPr sz="1200" b="1">
                <a:solidFill>
                  <a:srgbClr val="64748B"/>
                </a:solidFill>
                <a:latin typeface="Arial"/>
                <a:ea typeface="Arial"/>
                <a:cs typeface="Arial"/>
              </a:defRPr>
            </a:lvl6pPr>
            <a:lvl7pPr algn="l">
              <a:defRPr sz="1200" b="1">
                <a:solidFill>
                  <a:srgbClr val="64748B"/>
                </a:solidFill>
                <a:latin typeface="Arial"/>
                <a:ea typeface="Arial"/>
                <a:cs typeface="Arial"/>
              </a:defRPr>
            </a:lvl7pPr>
            <a:lvl8pPr algn="l">
              <a:defRPr sz="1200" b="1">
                <a:solidFill>
                  <a:srgbClr val="64748B"/>
                </a:solidFill>
                <a:latin typeface="Arial"/>
                <a:ea typeface="Arial"/>
                <a:cs typeface="Arial"/>
              </a:defRPr>
            </a:lvl8pPr>
            <a:lvl9pPr algn="l">
              <a:defRPr sz="1200" b="1">
                <a:solidFill>
                  <a:srgbClr val="64748B"/>
                </a:solidFill>
                <a:latin typeface="Arial"/>
                <a:ea typeface="Arial"/>
                <a:cs typeface="Arial"/>
              </a:defRPr>
            </a:lvl9pPr>
          </a:lstStyle>
          <a:p xmlns:a="http://schemas.openxmlformats.org/drawingml/2006/main">
            <a:pPr algn="l">
              <a:defRPr sz="1200" b="1">
                <a:solidFill>
                  <a:srgbClr val="64748B"/>
                </a:solidFill>
                <a:latin typeface="Arial"/>
                <a:ea typeface="Arial"/>
                <a:cs typeface="Arial"/>
              </a:defRPr>
            </a:pPr>
            <a:r>
              <a:rPr sz="1200" b="1">
                <a:solidFill>
                  <a:srgbClr val="64748B"/>
                </a:solidFill>
                <a:latin typeface="Arial"/>
                <a:ea typeface="Arial"/>
                <a:cs typeface="Arial"/>
              </a:rPr>
              <a:t>CUSTOMER NEED</a:t>
            </a:r>
          </a:p>
        </p:txBody>
      </p:sp>
      <p:sp>
        <p:nvSpPr>
          <p:cNvPr id="41" name="s5-Rail problem title">
            <a:extLst xmlns:a="http://schemas.openxmlformats.org/drawingml/2006/main">
              <a:ext uri="{FF2B5EF4-FFF2-40B4-BE49-F238E27FC236}">
                <a16:creationId xmlns:a16="http://schemas.microsoft.com/office/drawing/2014/main" id="{5EAE6567-AB06-4F15-9AD9-B1FB9DC8727D}"/>
              </a:ext>
            </a:extLst>
          </p:cNvPr>
          <p:cNvSpPr>
            <a:spLocks xmlns:a="http://schemas.openxmlformats.org/drawingml/2006/main" noGrp="1"/>
          </p:cNvSpPr>
          <p:nvPr/>
        </p:nvSpPr>
        <p:spPr>
          <a:xfrm xmlns:a="http://schemas.openxmlformats.org/drawingml/2006/main">
            <a:off x="12001500" y="2286000"/>
            <a:ext cx="28194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243F"/>
                </a:solidFill>
                <a:latin typeface="Arial"/>
                <a:ea typeface="Arial"/>
                <a:cs typeface="Arial"/>
              </a:defRPr>
            </a:defPPr>
            <a:lvl1pPr algn="l">
              <a:defRPr sz="2100" b="1">
                <a:solidFill>
                  <a:srgbClr val="17243F"/>
                </a:solidFill>
                <a:latin typeface="Arial"/>
                <a:ea typeface="Arial"/>
                <a:cs typeface="Arial"/>
              </a:defRPr>
            </a:lvl1pPr>
            <a:lvl2pPr algn="l">
              <a:defRPr sz="2100" b="1">
                <a:solidFill>
                  <a:srgbClr val="17243F"/>
                </a:solidFill>
                <a:latin typeface="Arial"/>
                <a:ea typeface="Arial"/>
                <a:cs typeface="Arial"/>
              </a:defRPr>
            </a:lvl2pPr>
            <a:lvl3pPr algn="l">
              <a:defRPr sz="2100" b="1">
                <a:solidFill>
                  <a:srgbClr val="17243F"/>
                </a:solidFill>
                <a:latin typeface="Arial"/>
                <a:ea typeface="Arial"/>
                <a:cs typeface="Arial"/>
              </a:defRPr>
            </a:lvl3pPr>
            <a:lvl4pPr algn="l">
              <a:defRPr sz="2100" b="1">
                <a:solidFill>
                  <a:srgbClr val="17243F"/>
                </a:solidFill>
                <a:latin typeface="Arial"/>
                <a:ea typeface="Arial"/>
                <a:cs typeface="Arial"/>
              </a:defRPr>
            </a:lvl4pPr>
            <a:lvl5pPr algn="l">
              <a:defRPr sz="2100" b="1">
                <a:solidFill>
                  <a:srgbClr val="17243F"/>
                </a:solidFill>
                <a:latin typeface="Arial"/>
                <a:ea typeface="Arial"/>
                <a:cs typeface="Arial"/>
              </a:defRPr>
            </a:lvl5pPr>
            <a:lvl6pPr algn="l">
              <a:defRPr sz="2100" b="1">
                <a:solidFill>
                  <a:srgbClr val="17243F"/>
                </a:solidFill>
                <a:latin typeface="Arial"/>
                <a:ea typeface="Arial"/>
                <a:cs typeface="Arial"/>
              </a:defRPr>
            </a:lvl6pPr>
            <a:lvl7pPr algn="l">
              <a:defRPr sz="2100" b="1">
                <a:solidFill>
                  <a:srgbClr val="17243F"/>
                </a:solidFill>
                <a:latin typeface="Arial"/>
                <a:ea typeface="Arial"/>
                <a:cs typeface="Arial"/>
              </a:defRPr>
            </a:lvl7pPr>
            <a:lvl8pPr algn="l">
              <a:defRPr sz="2100" b="1">
                <a:solidFill>
                  <a:srgbClr val="17243F"/>
                </a:solidFill>
                <a:latin typeface="Arial"/>
                <a:ea typeface="Arial"/>
                <a:cs typeface="Arial"/>
              </a:defRPr>
            </a:lvl8pPr>
            <a:lvl9pPr algn="l">
              <a:defRPr sz="2100" b="1">
                <a:solidFill>
                  <a:srgbClr val="17243F"/>
                </a:solidFill>
                <a:latin typeface="Arial"/>
                <a:ea typeface="Arial"/>
                <a:cs typeface="Arial"/>
              </a:defRPr>
            </a:lvl9pPr>
          </a:lstStyle>
          <a:p xmlns:a="http://schemas.openxmlformats.org/drawingml/2006/main">
            <a:pPr algn="l">
              <a:defRPr sz="2100" b="1">
                <a:solidFill>
                  <a:srgbClr val="17243F"/>
                </a:solidFill>
                <a:latin typeface="Arial"/>
                <a:ea typeface="Arial"/>
                <a:cs typeface="Arial"/>
              </a:defRPr>
            </a:pPr>
            <a:r>
              <a:rPr sz="2100" b="1">
                <a:solidFill>
                  <a:srgbClr val="17243F"/>
                </a:solidFill>
                <a:latin typeface="Arial"/>
                <a:ea typeface="Arial"/>
                <a:cs typeface="Arial"/>
              </a:rPr>
              <a:t>Technical completion</a:t>
            </a:r>
          </a:p>
          <a:p xmlns:a="http://schemas.openxmlformats.org/drawingml/2006/main">
            <a:pPr algn="l">
              <a:defRPr sz="2100" b="1">
                <a:solidFill>
                  <a:srgbClr val="17243F"/>
                </a:solidFill>
                <a:latin typeface="Arial"/>
                <a:ea typeface="Arial"/>
                <a:cs typeface="Arial"/>
              </a:defRPr>
            </a:pPr>
            <a:r>
              <a:rPr sz="2100" b="1">
                <a:solidFill>
                  <a:srgbClr val="17243F"/>
                </a:solidFill>
                <a:latin typeface="Arial"/>
                <a:ea typeface="Arial"/>
                <a:cs typeface="Arial"/>
              </a:rPr>
              <a:t>is not financial proof.</a:t>
            </a:r>
          </a:p>
        </p:txBody>
      </p:sp>
      <p:sp>
        <p:nvSpPr>
          <p:cNvPr id="42" name="s5-Rail problem body">
            <a:extLst xmlns:a="http://schemas.openxmlformats.org/drawingml/2006/main">
              <a:ext uri="{FF2B5EF4-FFF2-40B4-BE49-F238E27FC236}">
                <a16:creationId xmlns:a16="http://schemas.microsoft.com/office/drawing/2014/main" id="{CBA4D876-A096-41BD-822B-032AB4FF6E4C}"/>
              </a:ext>
            </a:extLst>
          </p:cNvPr>
          <p:cNvSpPr>
            <a:spLocks xmlns:a="http://schemas.openxmlformats.org/drawingml/2006/main" noGrp="1"/>
          </p:cNvSpPr>
          <p:nvPr/>
        </p:nvSpPr>
        <p:spPr>
          <a:xfrm xmlns:a="http://schemas.openxmlformats.org/drawingml/2006/main">
            <a:off x="12001500" y="3152775"/>
            <a:ext cx="2819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75569"/>
                </a:solidFill>
                <a:latin typeface="Arial"/>
                <a:ea typeface="Arial"/>
                <a:cs typeface="Arial"/>
              </a:defRPr>
            </a:defPPr>
            <a:lvl1pPr algn="l">
              <a:defRPr sz="1500" b="0">
                <a:solidFill>
                  <a:srgbClr val="475569"/>
                </a:solidFill>
                <a:latin typeface="Arial"/>
                <a:ea typeface="Arial"/>
                <a:cs typeface="Arial"/>
              </a:defRPr>
            </a:lvl1pPr>
            <a:lvl2pPr algn="l">
              <a:defRPr sz="1500" b="0">
                <a:solidFill>
                  <a:srgbClr val="475569"/>
                </a:solidFill>
                <a:latin typeface="Arial"/>
                <a:ea typeface="Arial"/>
                <a:cs typeface="Arial"/>
              </a:defRPr>
            </a:lvl2pPr>
            <a:lvl3pPr algn="l">
              <a:defRPr sz="1500" b="0">
                <a:solidFill>
                  <a:srgbClr val="475569"/>
                </a:solidFill>
                <a:latin typeface="Arial"/>
                <a:ea typeface="Arial"/>
                <a:cs typeface="Arial"/>
              </a:defRPr>
            </a:lvl3pPr>
            <a:lvl4pPr algn="l">
              <a:defRPr sz="1500" b="0">
                <a:solidFill>
                  <a:srgbClr val="475569"/>
                </a:solidFill>
                <a:latin typeface="Arial"/>
                <a:ea typeface="Arial"/>
                <a:cs typeface="Arial"/>
              </a:defRPr>
            </a:lvl4pPr>
            <a:lvl5pPr algn="l">
              <a:defRPr sz="1500" b="0">
                <a:solidFill>
                  <a:srgbClr val="475569"/>
                </a:solidFill>
                <a:latin typeface="Arial"/>
                <a:ea typeface="Arial"/>
                <a:cs typeface="Arial"/>
              </a:defRPr>
            </a:lvl5pPr>
            <a:lvl6pPr algn="l">
              <a:defRPr sz="1500" b="0">
                <a:solidFill>
                  <a:srgbClr val="475569"/>
                </a:solidFill>
                <a:latin typeface="Arial"/>
                <a:ea typeface="Arial"/>
                <a:cs typeface="Arial"/>
              </a:defRPr>
            </a:lvl6pPr>
            <a:lvl7pPr algn="l">
              <a:defRPr sz="1500" b="0">
                <a:solidFill>
                  <a:srgbClr val="475569"/>
                </a:solidFill>
                <a:latin typeface="Arial"/>
                <a:ea typeface="Arial"/>
                <a:cs typeface="Arial"/>
              </a:defRPr>
            </a:lvl7pPr>
            <a:lvl8pPr algn="l">
              <a:defRPr sz="1500" b="0">
                <a:solidFill>
                  <a:srgbClr val="475569"/>
                </a:solidFill>
                <a:latin typeface="Arial"/>
                <a:ea typeface="Arial"/>
                <a:cs typeface="Arial"/>
              </a:defRPr>
            </a:lvl8pPr>
            <a:lvl9pPr algn="l">
              <a:defRPr sz="1500" b="0">
                <a:solidFill>
                  <a:srgbClr val="475569"/>
                </a:solidFill>
                <a:latin typeface="Arial"/>
                <a:ea typeface="Arial"/>
                <a:cs typeface="Arial"/>
              </a:defRPr>
            </a:lvl9pPr>
          </a:lstStyle>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Exact amounts, records and links</a:t>
            </a:r>
          </a:p>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must match. A failed check</a:t>
            </a:r>
          </a:p>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blocks progress.</a:t>
            </a:r>
          </a:p>
        </p:txBody>
      </p:sp>
      <p:cxnSp>
        <p:nvCxnSpPr>
          <p:cNvPr id="43" name="s5-Rail separator">
            <a:extLst xmlns:a="http://schemas.openxmlformats.org/drawingml/2006/main">
              <a:ext uri="{FF2B5EF4-FFF2-40B4-BE49-F238E27FC236}">
                <a16:creationId xmlns:a16="http://schemas.microsoft.com/office/drawing/2014/main" id="{D7FD89CB-87A6-42C0-8D60-CC92EC3915B5}"/>
              </a:ext>
            </a:extLst>
          </p:cNvPr>
          <p:cNvCxnSpPr/>
          <p:nvPr/>
        </p:nvCxnSpPr>
        <p:spPr>
          <a:xfrm xmlns:a="http://schemas.openxmlformats.org/drawingml/2006/main" flipH="0" flipV="0">
            <a:off x="12001500" y="4171950"/>
            <a:ext cx="2819400" cy="0"/>
          </a:xfrm>
          <a:prstGeom xmlns:a="http://schemas.openxmlformats.org/drawingml/2006/main" prst="straightConnector1">
            <a:avLst/>
          </a:prstGeom>
          <a:ln xmlns:a="http://schemas.openxmlformats.org/drawingml/2006/main" w="9525">
            <a:solidFill>
              <a:srgbClr val="D8E0EB"/>
            </a:solidFill>
            <a:tailEnd type="none" w="sm" len="sm"/>
          </a:ln>
        </p:spPr>
      </p:cxnSp>
      <p:sp>
        <p:nvSpPr>
          <p:cNvPr id="44" name="s5-AI value heading">
            <a:extLst xmlns:a="http://schemas.openxmlformats.org/drawingml/2006/main">
              <a:ext uri="{FF2B5EF4-FFF2-40B4-BE49-F238E27FC236}">
                <a16:creationId xmlns:a16="http://schemas.microsoft.com/office/drawing/2014/main" id="{725F8AE5-5AB1-4112-95CF-0B2031184900}"/>
              </a:ext>
            </a:extLst>
          </p:cNvPr>
          <p:cNvSpPr>
            <a:spLocks xmlns:a="http://schemas.openxmlformats.org/drawingml/2006/main" noGrp="1"/>
          </p:cNvSpPr>
          <p:nvPr/>
        </p:nvSpPr>
        <p:spPr>
          <a:xfrm xmlns:a="http://schemas.openxmlformats.org/drawingml/2006/main">
            <a:off x="12001500" y="43910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5448C8"/>
                </a:solidFill>
                <a:latin typeface="Arial"/>
                <a:ea typeface="Arial"/>
                <a:cs typeface="Arial"/>
              </a:defRPr>
            </a:defPPr>
            <a:lvl1pPr algn="l">
              <a:defRPr sz="1350" b="1">
                <a:solidFill>
                  <a:srgbClr val="5448C8"/>
                </a:solidFill>
                <a:latin typeface="Arial"/>
                <a:ea typeface="Arial"/>
                <a:cs typeface="Arial"/>
              </a:defRPr>
            </a:lvl1pPr>
            <a:lvl2pPr algn="l">
              <a:defRPr sz="1350" b="1">
                <a:solidFill>
                  <a:srgbClr val="5448C8"/>
                </a:solidFill>
                <a:latin typeface="Arial"/>
                <a:ea typeface="Arial"/>
                <a:cs typeface="Arial"/>
              </a:defRPr>
            </a:lvl2pPr>
            <a:lvl3pPr algn="l">
              <a:defRPr sz="1350" b="1">
                <a:solidFill>
                  <a:srgbClr val="5448C8"/>
                </a:solidFill>
                <a:latin typeface="Arial"/>
                <a:ea typeface="Arial"/>
                <a:cs typeface="Arial"/>
              </a:defRPr>
            </a:lvl3pPr>
            <a:lvl4pPr algn="l">
              <a:defRPr sz="1350" b="1">
                <a:solidFill>
                  <a:srgbClr val="5448C8"/>
                </a:solidFill>
                <a:latin typeface="Arial"/>
                <a:ea typeface="Arial"/>
                <a:cs typeface="Arial"/>
              </a:defRPr>
            </a:lvl4pPr>
            <a:lvl5pPr algn="l">
              <a:defRPr sz="1350" b="1">
                <a:solidFill>
                  <a:srgbClr val="5448C8"/>
                </a:solidFill>
                <a:latin typeface="Arial"/>
                <a:ea typeface="Arial"/>
                <a:cs typeface="Arial"/>
              </a:defRPr>
            </a:lvl5pPr>
            <a:lvl6pPr algn="l">
              <a:defRPr sz="1350" b="1">
                <a:solidFill>
                  <a:srgbClr val="5448C8"/>
                </a:solidFill>
                <a:latin typeface="Arial"/>
                <a:ea typeface="Arial"/>
                <a:cs typeface="Arial"/>
              </a:defRPr>
            </a:lvl6pPr>
            <a:lvl7pPr algn="l">
              <a:defRPr sz="1350" b="1">
                <a:solidFill>
                  <a:srgbClr val="5448C8"/>
                </a:solidFill>
                <a:latin typeface="Arial"/>
                <a:ea typeface="Arial"/>
                <a:cs typeface="Arial"/>
              </a:defRPr>
            </a:lvl7pPr>
            <a:lvl8pPr algn="l">
              <a:defRPr sz="1350" b="1">
                <a:solidFill>
                  <a:srgbClr val="5448C8"/>
                </a:solidFill>
                <a:latin typeface="Arial"/>
                <a:ea typeface="Arial"/>
                <a:cs typeface="Arial"/>
              </a:defRPr>
            </a:lvl8pPr>
            <a:lvl9pPr algn="l">
              <a:defRPr sz="1350" b="1">
                <a:solidFill>
                  <a:srgbClr val="5448C8"/>
                </a:solidFill>
                <a:latin typeface="Arial"/>
                <a:ea typeface="Arial"/>
                <a:cs typeface="Arial"/>
              </a:defRPr>
            </a:lvl9pPr>
          </a:lstStyle>
          <a:p xmlns:a="http://schemas.openxmlformats.org/drawingml/2006/main">
            <a:pPr algn="l">
              <a:defRPr sz="1350" b="1">
                <a:solidFill>
                  <a:srgbClr val="5448C8"/>
                </a:solidFill>
                <a:latin typeface="Arial"/>
                <a:ea typeface="Arial"/>
                <a:cs typeface="Arial"/>
              </a:defRPr>
            </a:pPr>
            <a:r>
              <a:rPr sz="1350" b="1">
                <a:solidFill>
                  <a:srgbClr val="5448C8"/>
                </a:solidFill>
                <a:latin typeface="Arial"/>
                <a:ea typeface="Arial"/>
                <a:cs typeface="Arial"/>
              </a:rPr>
              <a:t>AI-AGENT VALUE</a:t>
            </a:r>
          </a:p>
        </p:txBody>
      </p:sp>
      <p:sp>
        <p:nvSpPr>
          <p:cNvPr id="45" name="s5-AI value annotation">
            <a:extLst xmlns:a="http://schemas.openxmlformats.org/drawingml/2006/main">
              <a:ext uri="{FF2B5EF4-FFF2-40B4-BE49-F238E27FC236}">
                <a16:creationId xmlns:a16="http://schemas.microsoft.com/office/drawing/2014/main" id="{EA5435F1-6392-48C3-ABD5-F83A9E29DCD4}"/>
              </a:ext>
            </a:extLst>
          </p:cNvPr>
          <p:cNvSpPr>
            <a:spLocks xmlns:a="http://schemas.openxmlformats.org/drawingml/2006/main" noGrp="1"/>
          </p:cNvSpPr>
          <p:nvPr/>
        </p:nvSpPr>
        <p:spPr>
          <a:xfrm xmlns:a="http://schemas.openxmlformats.org/drawingml/2006/main">
            <a:off x="12001500" y="4733925"/>
            <a:ext cx="2819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7243F"/>
                </a:solidFill>
                <a:latin typeface="Arial"/>
                <a:ea typeface="Arial"/>
                <a:cs typeface="Arial"/>
              </a:defRPr>
            </a:defPPr>
            <a:lvl1pPr algn="l">
              <a:defRPr sz="1575" b="0">
                <a:solidFill>
                  <a:srgbClr val="17243F"/>
                </a:solidFill>
                <a:latin typeface="Arial"/>
                <a:ea typeface="Arial"/>
                <a:cs typeface="Arial"/>
              </a:defRPr>
            </a:lvl1pPr>
            <a:lvl2pPr algn="l">
              <a:defRPr sz="1575" b="0">
                <a:solidFill>
                  <a:srgbClr val="17243F"/>
                </a:solidFill>
                <a:latin typeface="Arial"/>
                <a:ea typeface="Arial"/>
                <a:cs typeface="Arial"/>
              </a:defRPr>
            </a:lvl2pPr>
            <a:lvl3pPr algn="l">
              <a:defRPr sz="1575" b="0">
                <a:solidFill>
                  <a:srgbClr val="17243F"/>
                </a:solidFill>
                <a:latin typeface="Arial"/>
                <a:ea typeface="Arial"/>
                <a:cs typeface="Arial"/>
              </a:defRPr>
            </a:lvl3pPr>
            <a:lvl4pPr algn="l">
              <a:defRPr sz="1575" b="0">
                <a:solidFill>
                  <a:srgbClr val="17243F"/>
                </a:solidFill>
                <a:latin typeface="Arial"/>
                <a:ea typeface="Arial"/>
                <a:cs typeface="Arial"/>
              </a:defRPr>
            </a:lvl4pPr>
            <a:lvl5pPr algn="l">
              <a:defRPr sz="1575" b="0">
                <a:solidFill>
                  <a:srgbClr val="17243F"/>
                </a:solidFill>
                <a:latin typeface="Arial"/>
                <a:ea typeface="Arial"/>
                <a:cs typeface="Arial"/>
              </a:defRPr>
            </a:lvl5pPr>
            <a:lvl6pPr algn="l">
              <a:defRPr sz="1575" b="0">
                <a:solidFill>
                  <a:srgbClr val="17243F"/>
                </a:solidFill>
                <a:latin typeface="Arial"/>
                <a:ea typeface="Arial"/>
                <a:cs typeface="Arial"/>
              </a:defRPr>
            </a:lvl6pPr>
            <a:lvl7pPr algn="l">
              <a:defRPr sz="1575" b="0">
                <a:solidFill>
                  <a:srgbClr val="17243F"/>
                </a:solidFill>
                <a:latin typeface="Arial"/>
                <a:ea typeface="Arial"/>
                <a:cs typeface="Arial"/>
              </a:defRPr>
            </a:lvl7pPr>
            <a:lvl8pPr algn="l">
              <a:defRPr sz="1575" b="0">
                <a:solidFill>
                  <a:srgbClr val="17243F"/>
                </a:solidFill>
                <a:latin typeface="Arial"/>
                <a:ea typeface="Arial"/>
                <a:cs typeface="Arial"/>
              </a:defRPr>
            </a:lvl8pPr>
            <a:lvl9pPr algn="l">
              <a:defRPr sz="1575" b="0">
                <a:solidFill>
                  <a:srgbClr val="17243F"/>
                </a:solidFill>
                <a:latin typeface="Arial"/>
                <a:ea typeface="Arial"/>
                <a:cs typeface="Arial"/>
              </a:defRPr>
            </a:lvl9pPr>
          </a:lstStyle>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Proposed: explain discrepancy</a:t>
            </a:r>
          </a:p>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evidence in plain language.</a:t>
            </a:r>
          </a:p>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Deterministic checks establish</a:t>
            </a:r>
          </a:p>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financial correctness.</a:t>
            </a:r>
          </a:p>
        </p:txBody>
      </p:sp>
      <p:sp>
        <p:nvSpPr>
          <p:cNvPr id="46" name="s5-Beta classification">
            <a:extLst xmlns:a="http://schemas.openxmlformats.org/drawingml/2006/main">
              <a:ext uri="{FF2B5EF4-FFF2-40B4-BE49-F238E27FC236}">
                <a16:creationId xmlns:a16="http://schemas.microsoft.com/office/drawing/2014/main" id="{8A55EFB3-DBC9-41A6-A0DA-DC8B117B9232}"/>
              </a:ext>
            </a:extLst>
          </p:cNvPr>
          <p:cNvSpPr>
            <a:spLocks xmlns:a="http://schemas.openxmlformats.org/drawingml/2006/main" noGrp="1"/>
          </p:cNvSpPr>
          <p:nvPr/>
        </p:nvSpPr>
        <p:spPr>
          <a:xfrm xmlns:a="http://schemas.openxmlformats.org/drawingml/2006/main">
            <a:off x="12001500" y="6057900"/>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A55"/>
                </a:solidFill>
                <a:latin typeface="Arial"/>
                <a:ea typeface="Arial"/>
                <a:cs typeface="Arial"/>
              </a:defRPr>
            </a:defPPr>
            <a:lvl1pPr algn="l">
              <a:defRPr sz="1275" b="1">
                <a:solidFill>
                  <a:srgbClr val="087A55"/>
                </a:solidFill>
                <a:latin typeface="Arial"/>
                <a:ea typeface="Arial"/>
                <a:cs typeface="Arial"/>
              </a:defRPr>
            </a:lvl1pPr>
            <a:lvl2pPr algn="l">
              <a:defRPr sz="1275" b="1">
                <a:solidFill>
                  <a:srgbClr val="087A55"/>
                </a:solidFill>
                <a:latin typeface="Arial"/>
                <a:ea typeface="Arial"/>
                <a:cs typeface="Arial"/>
              </a:defRPr>
            </a:lvl2pPr>
            <a:lvl3pPr algn="l">
              <a:defRPr sz="1275" b="1">
                <a:solidFill>
                  <a:srgbClr val="087A55"/>
                </a:solidFill>
                <a:latin typeface="Arial"/>
                <a:ea typeface="Arial"/>
                <a:cs typeface="Arial"/>
              </a:defRPr>
            </a:lvl3pPr>
            <a:lvl4pPr algn="l">
              <a:defRPr sz="1275" b="1">
                <a:solidFill>
                  <a:srgbClr val="087A55"/>
                </a:solidFill>
                <a:latin typeface="Arial"/>
                <a:ea typeface="Arial"/>
                <a:cs typeface="Arial"/>
              </a:defRPr>
            </a:lvl4pPr>
            <a:lvl5pPr algn="l">
              <a:defRPr sz="1275" b="1">
                <a:solidFill>
                  <a:srgbClr val="087A55"/>
                </a:solidFill>
                <a:latin typeface="Arial"/>
                <a:ea typeface="Arial"/>
                <a:cs typeface="Arial"/>
              </a:defRPr>
            </a:lvl5pPr>
            <a:lvl6pPr algn="l">
              <a:defRPr sz="1275" b="1">
                <a:solidFill>
                  <a:srgbClr val="087A55"/>
                </a:solidFill>
                <a:latin typeface="Arial"/>
                <a:ea typeface="Arial"/>
                <a:cs typeface="Arial"/>
              </a:defRPr>
            </a:lvl6pPr>
            <a:lvl7pPr algn="l">
              <a:defRPr sz="1275" b="1">
                <a:solidFill>
                  <a:srgbClr val="087A55"/>
                </a:solidFill>
                <a:latin typeface="Arial"/>
                <a:ea typeface="Arial"/>
                <a:cs typeface="Arial"/>
              </a:defRPr>
            </a:lvl7pPr>
            <a:lvl8pPr algn="l">
              <a:defRPr sz="1275" b="1">
                <a:solidFill>
                  <a:srgbClr val="087A55"/>
                </a:solidFill>
                <a:latin typeface="Arial"/>
                <a:ea typeface="Arial"/>
                <a:cs typeface="Arial"/>
              </a:defRPr>
            </a:lvl8pPr>
            <a:lvl9pPr algn="l">
              <a:defRPr sz="1275" b="1">
                <a:solidFill>
                  <a:srgbClr val="087A55"/>
                </a:solidFill>
                <a:latin typeface="Arial"/>
                <a:ea typeface="Arial"/>
                <a:cs typeface="Arial"/>
              </a:defRPr>
            </a:lvl9pPr>
          </a:lstStyle>
          <a:p xmlns:a="http://schemas.openxmlformats.org/drawingml/2006/main">
            <a:pPr algn="l">
              <a:defRPr sz="1275" b="1">
                <a:solidFill>
                  <a:srgbClr val="087A55"/>
                </a:solidFill>
                <a:latin typeface="Arial"/>
                <a:ea typeface="Arial"/>
                <a:cs typeface="Arial"/>
              </a:defRPr>
            </a:pPr>
            <a:r>
              <a:rPr sz="1275" b="1">
                <a:solidFill>
                  <a:srgbClr val="087A55"/>
                </a:solidFill>
                <a:latin typeface="Arial"/>
                <a:ea typeface="Arial"/>
                <a:cs typeface="Arial"/>
              </a:rPr>
              <a:t>Beta Implemented</a:t>
            </a:r>
          </a:p>
        </p:txBody>
      </p:sp>
      <p:sp>
        <p:nvSpPr>
          <p:cNvPr id="47" name="s5-Beta classified capabilities">
            <a:extLst xmlns:a="http://schemas.openxmlformats.org/drawingml/2006/main">
              <a:ext uri="{FF2B5EF4-FFF2-40B4-BE49-F238E27FC236}">
                <a16:creationId xmlns:a16="http://schemas.microsoft.com/office/drawing/2014/main" id="{BAFF3084-8950-4249-8844-4B97E88A95F5}"/>
              </a:ext>
            </a:extLst>
          </p:cNvPr>
          <p:cNvSpPr>
            <a:spLocks xmlns:a="http://schemas.openxmlformats.org/drawingml/2006/main" noGrp="1"/>
          </p:cNvSpPr>
          <p:nvPr/>
        </p:nvSpPr>
        <p:spPr>
          <a:xfrm xmlns:a="http://schemas.openxmlformats.org/drawingml/2006/main">
            <a:off x="12001500" y="6362700"/>
            <a:ext cx="28194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Exact reconciliation, supported</a:t>
            </a:r>
          </a:p>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approved repair and revalidation.</a:t>
            </a:r>
          </a:p>
        </p:txBody>
      </p:sp>
      <p:sp>
        <p:nvSpPr>
          <p:cNvPr id="48" name="s5-Other classification">
            <a:extLst xmlns:a="http://schemas.openxmlformats.org/drawingml/2006/main">
              <a:ext uri="{FF2B5EF4-FFF2-40B4-BE49-F238E27FC236}">
                <a16:creationId xmlns:a16="http://schemas.microsoft.com/office/drawing/2014/main" id="{131FFD6D-D358-47D8-94FC-1ABC671EDB41}"/>
              </a:ext>
            </a:extLst>
          </p:cNvPr>
          <p:cNvSpPr>
            <a:spLocks xmlns:a="http://schemas.openxmlformats.org/drawingml/2006/main" noGrp="1"/>
          </p:cNvSpPr>
          <p:nvPr/>
        </p:nvSpPr>
        <p:spPr>
          <a:xfrm xmlns:a="http://schemas.openxmlformats.org/drawingml/2006/main">
            <a:off x="12001500" y="7010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448C8"/>
                </a:solidFill>
                <a:latin typeface="Arial"/>
                <a:ea typeface="Arial"/>
                <a:cs typeface="Arial"/>
              </a:defRPr>
            </a:defPPr>
            <a:lvl1pPr algn="l">
              <a:defRPr sz="1275" b="1">
                <a:solidFill>
                  <a:srgbClr val="5448C8"/>
                </a:solidFill>
                <a:latin typeface="Arial"/>
                <a:ea typeface="Arial"/>
                <a:cs typeface="Arial"/>
              </a:defRPr>
            </a:lvl1pPr>
            <a:lvl2pPr algn="l">
              <a:defRPr sz="1275" b="1">
                <a:solidFill>
                  <a:srgbClr val="5448C8"/>
                </a:solidFill>
                <a:latin typeface="Arial"/>
                <a:ea typeface="Arial"/>
                <a:cs typeface="Arial"/>
              </a:defRPr>
            </a:lvl2pPr>
            <a:lvl3pPr algn="l">
              <a:defRPr sz="1275" b="1">
                <a:solidFill>
                  <a:srgbClr val="5448C8"/>
                </a:solidFill>
                <a:latin typeface="Arial"/>
                <a:ea typeface="Arial"/>
                <a:cs typeface="Arial"/>
              </a:defRPr>
            </a:lvl3pPr>
            <a:lvl4pPr algn="l">
              <a:defRPr sz="1275" b="1">
                <a:solidFill>
                  <a:srgbClr val="5448C8"/>
                </a:solidFill>
                <a:latin typeface="Arial"/>
                <a:ea typeface="Arial"/>
                <a:cs typeface="Arial"/>
              </a:defRPr>
            </a:lvl4pPr>
            <a:lvl5pPr algn="l">
              <a:defRPr sz="1275" b="1">
                <a:solidFill>
                  <a:srgbClr val="5448C8"/>
                </a:solidFill>
                <a:latin typeface="Arial"/>
                <a:ea typeface="Arial"/>
                <a:cs typeface="Arial"/>
              </a:defRPr>
            </a:lvl5pPr>
            <a:lvl6pPr algn="l">
              <a:defRPr sz="1275" b="1">
                <a:solidFill>
                  <a:srgbClr val="5448C8"/>
                </a:solidFill>
                <a:latin typeface="Arial"/>
                <a:ea typeface="Arial"/>
                <a:cs typeface="Arial"/>
              </a:defRPr>
            </a:lvl6pPr>
            <a:lvl7pPr algn="l">
              <a:defRPr sz="1275" b="1">
                <a:solidFill>
                  <a:srgbClr val="5448C8"/>
                </a:solidFill>
                <a:latin typeface="Arial"/>
                <a:ea typeface="Arial"/>
                <a:cs typeface="Arial"/>
              </a:defRPr>
            </a:lvl7pPr>
            <a:lvl8pPr algn="l">
              <a:defRPr sz="1275" b="1">
                <a:solidFill>
                  <a:srgbClr val="5448C8"/>
                </a:solidFill>
                <a:latin typeface="Arial"/>
                <a:ea typeface="Arial"/>
                <a:cs typeface="Arial"/>
              </a:defRPr>
            </a:lvl8pPr>
            <a:lvl9pPr algn="l">
              <a:defRPr sz="1275" b="1">
                <a:solidFill>
                  <a:srgbClr val="5448C8"/>
                </a:solidFill>
                <a:latin typeface="Arial"/>
                <a:ea typeface="Arial"/>
                <a:cs typeface="Arial"/>
              </a:defRPr>
            </a:lvl9pPr>
          </a:lstStyle>
          <a:p xmlns:a="http://schemas.openxmlformats.org/drawingml/2006/main">
            <a:pPr algn="l">
              <a:defRPr sz="1275" b="1">
                <a:solidFill>
                  <a:srgbClr val="5448C8"/>
                </a:solidFill>
                <a:latin typeface="Arial"/>
                <a:ea typeface="Arial"/>
                <a:cs typeface="Arial"/>
              </a:defRPr>
            </a:pPr>
            <a:r>
              <a:rPr sz="1275" b="1">
                <a:solidFill>
                  <a:srgbClr val="5448C8"/>
                </a:solidFill>
                <a:latin typeface="Arial"/>
                <a:ea typeface="Arial"/>
                <a:cs typeface="Arial"/>
              </a:rPr>
              <a:t>Proposed</a:t>
            </a:r>
          </a:p>
        </p:txBody>
      </p:sp>
      <p:sp>
        <p:nvSpPr>
          <p:cNvPr id="49" name="s5-Other classified capabilities">
            <a:extLst xmlns:a="http://schemas.openxmlformats.org/drawingml/2006/main">
              <a:ext uri="{FF2B5EF4-FFF2-40B4-BE49-F238E27FC236}">
                <a16:creationId xmlns:a16="http://schemas.microsoft.com/office/drawing/2014/main" id="{51071062-B704-48C5-91DE-70A5F8517185}"/>
              </a:ext>
            </a:extLst>
          </p:cNvPr>
          <p:cNvSpPr>
            <a:spLocks xmlns:a="http://schemas.openxmlformats.org/drawingml/2006/main" noGrp="1"/>
          </p:cNvSpPr>
          <p:nvPr/>
        </p:nvSpPr>
        <p:spPr>
          <a:xfrm xmlns:a="http://schemas.openxmlformats.org/drawingml/2006/main">
            <a:off x="12001500" y="7296150"/>
            <a:ext cx="2819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Validation AI explanation and</a:t>
            </a:r>
          </a:p>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additional sign-off control.</a:t>
            </a:r>
          </a:p>
        </p:txBody>
      </p:sp>
    </p:spTree>
    <p:extLst>
      <p:ext uri="{BB962C8B-B14F-4D97-AF65-F5344CB8AC3E}">
        <p14:creationId xmlns:p14="http://schemas.microsoft.com/office/powerpoint/2010/main" val="1408967974"/>
      </p:ext>
    </p:extLst>
  </p:cSld>
</p:sld>
</file>

<file path=ppt/slides/slide6.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3" name="s6-Slide title">
            <a:extLst xmlns:a="http://schemas.openxmlformats.org/drawingml/2006/main">
              <a:ext uri="{FF2B5EF4-FFF2-40B4-BE49-F238E27FC236}">
                <a16:creationId xmlns:a16="http://schemas.microsoft.com/office/drawing/2014/main" id="{65962E17-7AE4-47A1-9F58-5000303629B8}"/>
              </a:ext>
            </a:extLst>
          </p:cNvPr>
          <p:cNvSpPr>
            <a:spLocks xmlns:a="http://schemas.openxmlformats.org/drawingml/2006/main" noGrp="1"/>
          </p:cNvSpPr>
          <p:nvPr/>
        </p:nvSpPr>
        <p:spPr>
          <a:xfrm xmlns:a="http://schemas.openxmlformats.org/drawingml/2006/main">
            <a:off x="419100" y="314325"/>
            <a:ext cx="112204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17243F"/>
                </a:solidFill>
                <a:latin typeface="Arial"/>
                <a:ea typeface="Arial"/>
                <a:cs typeface="Arial"/>
              </a:defRPr>
            </a:defPPr>
            <a:lvl1pPr algn="l">
              <a:defRPr sz="3150" b="1">
                <a:solidFill>
                  <a:srgbClr val="17243F"/>
                </a:solidFill>
                <a:latin typeface="Arial"/>
                <a:ea typeface="Arial"/>
                <a:cs typeface="Arial"/>
              </a:defRPr>
            </a:lvl1pPr>
            <a:lvl2pPr algn="l">
              <a:defRPr sz="3150" b="1">
                <a:solidFill>
                  <a:srgbClr val="17243F"/>
                </a:solidFill>
                <a:latin typeface="Arial"/>
                <a:ea typeface="Arial"/>
                <a:cs typeface="Arial"/>
              </a:defRPr>
            </a:lvl2pPr>
            <a:lvl3pPr algn="l">
              <a:defRPr sz="3150" b="1">
                <a:solidFill>
                  <a:srgbClr val="17243F"/>
                </a:solidFill>
                <a:latin typeface="Arial"/>
                <a:ea typeface="Arial"/>
                <a:cs typeface="Arial"/>
              </a:defRPr>
            </a:lvl3pPr>
            <a:lvl4pPr algn="l">
              <a:defRPr sz="3150" b="1">
                <a:solidFill>
                  <a:srgbClr val="17243F"/>
                </a:solidFill>
                <a:latin typeface="Arial"/>
                <a:ea typeface="Arial"/>
                <a:cs typeface="Arial"/>
              </a:defRPr>
            </a:lvl4pPr>
            <a:lvl5pPr algn="l">
              <a:defRPr sz="3150" b="1">
                <a:solidFill>
                  <a:srgbClr val="17243F"/>
                </a:solidFill>
                <a:latin typeface="Arial"/>
                <a:ea typeface="Arial"/>
                <a:cs typeface="Arial"/>
              </a:defRPr>
            </a:lvl5pPr>
            <a:lvl6pPr algn="l">
              <a:defRPr sz="3150" b="1">
                <a:solidFill>
                  <a:srgbClr val="17243F"/>
                </a:solidFill>
                <a:latin typeface="Arial"/>
                <a:ea typeface="Arial"/>
                <a:cs typeface="Arial"/>
              </a:defRPr>
            </a:lvl6pPr>
            <a:lvl7pPr algn="l">
              <a:defRPr sz="3150" b="1">
                <a:solidFill>
                  <a:srgbClr val="17243F"/>
                </a:solidFill>
                <a:latin typeface="Arial"/>
                <a:ea typeface="Arial"/>
                <a:cs typeface="Arial"/>
              </a:defRPr>
            </a:lvl7pPr>
            <a:lvl8pPr algn="l">
              <a:defRPr sz="3150" b="1">
                <a:solidFill>
                  <a:srgbClr val="17243F"/>
                </a:solidFill>
                <a:latin typeface="Arial"/>
                <a:ea typeface="Arial"/>
                <a:cs typeface="Arial"/>
              </a:defRPr>
            </a:lvl8pPr>
            <a:lvl9pPr algn="l">
              <a:defRPr sz="3150" b="1">
                <a:solidFill>
                  <a:srgbClr val="17243F"/>
                </a:solidFill>
                <a:latin typeface="Arial"/>
                <a:ea typeface="Arial"/>
                <a:cs typeface="Arial"/>
              </a:defRPr>
            </a:lvl9pPr>
          </a:lstStyle>
          <a:p xmlns:a="http://schemas.openxmlformats.org/drawingml/2006/main">
            <a:pPr algn="l">
              <a:defRPr sz="3150" b="1">
                <a:solidFill>
                  <a:srgbClr val="17243F"/>
                </a:solidFill>
                <a:latin typeface="Arial"/>
                <a:ea typeface="Arial"/>
                <a:cs typeface="Arial"/>
              </a:defRPr>
            </a:pPr>
            <a:r>
              <a:rPr sz="3150" b="1">
                <a:solidFill>
                  <a:srgbClr val="17243F"/>
                </a:solidFill>
                <a:latin typeface="Arial"/>
                <a:ea typeface="Arial"/>
                <a:cs typeface="Arial"/>
              </a:rPr>
              <a:t>06  First Productive Use</a:t>
            </a:r>
          </a:p>
        </p:txBody>
      </p:sp>
      <p:sp>
        <p:nvSpPr>
          <p:cNvPr id="2" name="s6-Customer goal">
            <a:extLst xmlns:a="http://schemas.openxmlformats.org/drawingml/2006/main">
              <a:ext uri="{FF2B5EF4-FFF2-40B4-BE49-F238E27FC236}">
                <a16:creationId xmlns:a16="http://schemas.microsoft.com/office/drawing/2014/main" id="{53A3CD79-CBF2-47B9-BC57-4AAD75D8BEA9}"/>
              </a:ext>
            </a:extLst>
          </p:cNvPr>
          <p:cNvSpPr>
            <a:spLocks xmlns:a="http://schemas.openxmlformats.org/drawingml/2006/main" noGrp="1"/>
          </p:cNvSpPr>
          <p:nvPr/>
        </p:nvSpPr>
        <p:spPr>
          <a:xfrm xmlns:a="http://schemas.openxmlformats.org/drawingml/2006/main">
            <a:off x="419100" y="990600"/>
            <a:ext cx="11220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75569"/>
                </a:solidFill>
                <a:latin typeface="Arial"/>
                <a:ea typeface="Arial"/>
                <a:cs typeface="Arial"/>
              </a:defRPr>
            </a:defPPr>
            <a:lvl1pPr algn="l">
              <a:defRPr sz="1650" b="0">
                <a:solidFill>
                  <a:srgbClr val="475569"/>
                </a:solidFill>
                <a:latin typeface="Arial"/>
                <a:ea typeface="Arial"/>
                <a:cs typeface="Arial"/>
              </a:defRPr>
            </a:lvl1pPr>
            <a:lvl2pPr algn="l">
              <a:defRPr sz="1650" b="0">
                <a:solidFill>
                  <a:srgbClr val="475569"/>
                </a:solidFill>
                <a:latin typeface="Arial"/>
                <a:ea typeface="Arial"/>
                <a:cs typeface="Arial"/>
              </a:defRPr>
            </a:lvl2pPr>
            <a:lvl3pPr algn="l">
              <a:defRPr sz="1650" b="0">
                <a:solidFill>
                  <a:srgbClr val="475569"/>
                </a:solidFill>
                <a:latin typeface="Arial"/>
                <a:ea typeface="Arial"/>
                <a:cs typeface="Arial"/>
              </a:defRPr>
            </a:lvl3pPr>
            <a:lvl4pPr algn="l">
              <a:defRPr sz="1650" b="0">
                <a:solidFill>
                  <a:srgbClr val="475569"/>
                </a:solidFill>
                <a:latin typeface="Arial"/>
                <a:ea typeface="Arial"/>
                <a:cs typeface="Arial"/>
              </a:defRPr>
            </a:lvl4pPr>
            <a:lvl5pPr algn="l">
              <a:defRPr sz="1650" b="0">
                <a:solidFill>
                  <a:srgbClr val="475569"/>
                </a:solidFill>
                <a:latin typeface="Arial"/>
                <a:ea typeface="Arial"/>
                <a:cs typeface="Arial"/>
              </a:defRPr>
            </a:lvl5pPr>
            <a:lvl6pPr algn="l">
              <a:defRPr sz="1650" b="0">
                <a:solidFill>
                  <a:srgbClr val="475569"/>
                </a:solidFill>
                <a:latin typeface="Arial"/>
                <a:ea typeface="Arial"/>
                <a:cs typeface="Arial"/>
              </a:defRPr>
            </a:lvl6pPr>
            <a:lvl7pPr algn="l">
              <a:defRPr sz="1650" b="0">
                <a:solidFill>
                  <a:srgbClr val="475569"/>
                </a:solidFill>
                <a:latin typeface="Arial"/>
                <a:ea typeface="Arial"/>
                <a:cs typeface="Arial"/>
              </a:defRPr>
            </a:lvl7pPr>
            <a:lvl8pPr algn="l">
              <a:defRPr sz="1650" b="0">
                <a:solidFill>
                  <a:srgbClr val="475569"/>
                </a:solidFill>
                <a:latin typeface="Arial"/>
                <a:ea typeface="Arial"/>
                <a:cs typeface="Arial"/>
              </a:defRPr>
            </a:lvl8pPr>
            <a:lvl9pPr algn="l">
              <a:defRPr sz="1650" b="0">
                <a:solidFill>
                  <a:srgbClr val="475569"/>
                </a:solidFill>
                <a:latin typeface="Arial"/>
                <a:ea typeface="Arial"/>
                <a:cs typeface="Arial"/>
              </a:defRPr>
            </a:lvl9pPr>
          </a:lstStyle>
          <a:p xmlns:a="http://schemas.openxmlformats.org/drawingml/2006/main">
            <a:pPr algn="l">
              <a:defRPr sz="1650" b="0">
                <a:solidFill>
                  <a:srgbClr val="475569"/>
                </a:solidFill>
                <a:latin typeface="Arial"/>
                <a:ea typeface="Arial"/>
                <a:cs typeface="Arial"/>
              </a:defRPr>
            </a:pPr>
            <a:r>
              <a:rPr sz="1650" b="0">
                <a:solidFill>
                  <a:srgbClr val="475569"/>
                </a:solidFill>
                <a:latin typeface="Arial"/>
                <a:ea typeface="Arial"/>
                <a:cs typeface="Arial"/>
              </a:rPr>
              <a:t>Goal: Start useful work and verify its accounting effect.</a:t>
            </a:r>
          </a:p>
        </p:txBody>
      </p:sp>
      <p:sp>
        <p:nvSpPr>
          <p:cNvPr id="3" name="s6-Artifact classification">
            <a:extLst xmlns:a="http://schemas.openxmlformats.org/drawingml/2006/main">
              <a:ext uri="{FF2B5EF4-FFF2-40B4-BE49-F238E27FC236}">
                <a16:creationId xmlns:a16="http://schemas.microsoft.com/office/drawing/2014/main" id="{2FE97073-EC5F-4FC7-9463-518317AD1715}"/>
              </a:ext>
            </a:extLst>
          </p:cNvPr>
          <p:cNvSpPr>
            <a:spLocks xmlns:a="http://schemas.openxmlformats.org/drawingml/2006/main" noGrp="1"/>
          </p:cNvSpPr>
          <p:nvPr/>
        </p:nvSpPr>
        <p:spPr>
          <a:xfrm xmlns:a="http://schemas.openxmlformats.org/drawingml/2006/main">
            <a:off x="12001500" y="428625"/>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4748B"/>
                </a:solidFill>
                <a:latin typeface="Arial"/>
                <a:ea typeface="Arial"/>
                <a:cs typeface="Arial"/>
              </a:defRPr>
            </a:defPPr>
            <a:lvl1pPr algn="l">
              <a:defRPr sz="1275" b="1">
                <a:solidFill>
                  <a:srgbClr val="64748B"/>
                </a:solidFill>
                <a:latin typeface="Arial"/>
                <a:ea typeface="Arial"/>
                <a:cs typeface="Arial"/>
              </a:defRPr>
            </a:lvl1pPr>
            <a:lvl2pPr algn="l">
              <a:defRPr sz="1275" b="1">
                <a:solidFill>
                  <a:srgbClr val="64748B"/>
                </a:solidFill>
                <a:latin typeface="Arial"/>
                <a:ea typeface="Arial"/>
                <a:cs typeface="Arial"/>
              </a:defRPr>
            </a:lvl2pPr>
            <a:lvl3pPr algn="l">
              <a:defRPr sz="1275" b="1">
                <a:solidFill>
                  <a:srgbClr val="64748B"/>
                </a:solidFill>
                <a:latin typeface="Arial"/>
                <a:ea typeface="Arial"/>
                <a:cs typeface="Arial"/>
              </a:defRPr>
            </a:lvl3pPr>
            <a:lvl4pPr algn="l">
              <a:defRPr sz="1275" b="1">
                <a:solidFill>
                  <a:srgbClr val="64748B"/>
                </a:solidFill>
                <a:latin typeface="Arial"/>
                <a:ea typeface="Arial"/>
                <a:cs typeface="Arial"/>
              </a:defRPr>
            </a:lvl4pPr>
            <a:lvl5pPr algn="l">
              <a:defRPr sz="1275" b="1">
                <a:solidFill>
                  <a:srgbClr val="64748B"/>
                </a:solidFill>
                <a:latin typeface="Arial"/>
                <a:ea typeface="Arial"/>
                <a:cs typeface="Arial"/>
              </a:defRPr>
            </a:lvl5pPr>
            <a:lvl6pPr algn="l">
              <a:defRPr sz="1275" b="1">
                <a:solidFill>
                  <a:srgbClr val="64748B"/>
                </a:solidFill>
                <a:latin typeface="Arial"/>
                <a:ea typeface="Arial"/>
                <a:cs typeface="Arial"/>
              </a:defRPr>
            </a:lvl6pPr>
            <a:lvl7pPr algn="l">
              <a:defRPr sz="1275" b="1">
                <a:solidFill>
                  <a:srgbClr val="64748B"/>
                </a:solidFill>
                <a:latin typeface="Arial"/>
                <a:ea typeface="Arial"/>
                <a:cs typeface="Arial"/>
              </a:defRPr>
            </a:lvl7pPr>
            <a:lvl8pPr algn="l">
              <a:defRPr sz="1275" b="1">
                <a:solidFill>
                  <a:srgbClr val="64748B"/>
                </a:solidFill>
                <a:latin typeface="Arial"/>
                <a:ea typeface="Arial"/>
                <a:cs typeface="Arial"/>
              </a:defRPr>
            </a:lvl8pPr>
            <a:lvl9pPr algn="l">
              <a:defRPr sz="1275" b="1">
                <a:solidFill>
                  <a:srgbClr val="64748B"/>
                </a:solidFill>
                <a:latin typeface="Arial"/>
                <a:ea typeface="Arial"/>
                <a:cs typeface="Arial"/>
              </a:defRPr>
            </a:lvl9pPr>
          </a:lstStyle>
          <a:p xmlns:a="http://schemas.openxmlformats.org/drawingml/2006/main">
            <a:pPr algn="l">
              <a:defRPr sz="1275" b="1">
                <a:solidFill>
                  <a:srgbClr val="64748B"/>
                </a:solidFill>
                <a:latin typeface="Arial"/>
                <a:ea typeface="Arial"/>
                <a:cs typeface="Arial"/>
              </a:defRPr>
            </a:pPr>
            <a:r>
              <a:rPr sz="1275" b="1">
                <a:solidFill>
                  <a:srgbClr val="64748B"/>
                </a:solidFill>
                <a:latin typeface="Arial"/>
                <a:ea typeface="Arial"/>
                <a:cs typeface="Arial"/>
              </a:rPr>
              <a:t>PROPOSED LAYOUT</a:t>
            </a:r>
          </a:p>
        </p:txBody>
      </p:sp>
      <p:sp>
        <p:nvSpPr>
          <p:cNvPr id="4" name="s6-Artifact type">
            <a:extLst xmlns:a="http://schemas.openxmlformats.org/drawingml/2006/main">
              <a:ext uri="{FF2B5EF4-FFF2-40B4-BE49-F238E27FC236}">
                <a16:creationId xmlns:a16="http://schemas.microsoft.com/office/drawing/2014/main" id="{7D4395C1-68C4-4883-8B57-0BD79EA1CF2C}"/>
              </a:ext>
            </a:extLst>
          </p:cNvPr>
          <p:cNvSpPr>
            <a:spLocks xmlns:a="http://schemas.openxmlformats.org/drawingml/2006/main" noGrp="1"/>
          </p:cNvSpPr>
          <p:nvPr/>
        </p:nvSpPr>
        <p:spPr>
          <a:xfrm xmlns:a="http://schemas.openxmlformats.org/drawingml/2006/main">
            <a:off x="12001500" y="723900"/>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Editable product mockup</a:t>
            </a:r>
          </a:p>
        </p:txBody>
      </p:sp>
      <p:sp>
        <p:nvSpPr>
          <p:cNvPr id="5" name="s6-Application frame">
            <a:extLst xmlns:a="http://schemas.openxmlformats.org/drawingml/2006/main">
              <a:ext uri="{FF2B5EF4-FFF2-40B4-BE49-F238E27FC236}">
                <a16:creationId xmlns:a16="http://schemas.microsoft.com/office/drawing/2014/main" id="{CD829E55-718A-4FAB-806B-12F55D515B70}"/>
              </a:ext>
            </a:extLst>
          </p:cNvPr>
          <p:cNvSpPr>
            <a:spLocks xmlns:a="http://schemas.openxmlformats.org/drawingml/2006/main" noGrp="1"/>
          </p:cNvSpPr>
          <p:nvPr/>
        </p:nvSpPr>
        <p:spPr>
          <a:xfrm xmlns:a="http://schemas.openxmlformats.org/drawingml/2006/main">
            <a:off x="419100" y="1543050"/>
            <a:ext cx="11239500" cy="6191250"/>
          </a:xfrm>
          <a:prstGeom xmlns:a="http://schemas.openxmlformats.org/drawingml/2006/main" prst="roundRect">
            <a:avLst>
              <a:gd name="adj" fmla="val 1231"/>
            </a:avLst>
          </a:prstGeom>
          <a:solidFill xmlns:a="http://schemas.openxmlformats.org/drawingml/2006/main">
            <a:srgbClr val="F7F9FC"/>
          </a:solidFill>
          <a:ln xmlns:a="http://schemas.openxmlformats.org/drawingml/2006/main" w="9525">
            <a:solidFill>
              <a:srgbClr val="D8E0EB"/>
            </a:solidFill>
            <a:prstDash val="solid"/>
          </a:ln>
        </p:spPr>
      </p:sp>
      <p:sp>
        <p:nvSpPr>
          <p:cNvPr id="6" name="s6-Application header">
            <a:extLst xmlns:a="http://schemas.openxmlformats.org/drawingml/2006/main">
              <a:ext uri="{FF2B5EF4-FFF2-40B4-BE49-F238E27FC236}">
                <a16:creationId xmlns:a16="http://schemas.microsoft.com/office/drawing/2014/main" id="{5855B42C-2480-43B4-9568-AA070752AD47}"/>
              </a:ext>
            </a:extLst>
          </p:cNvPr>
          <p:cNvSpPr>
            <a:spLocks xmlns:a="http://schemas.openxmlformats.org/drawingml/2006/main" noGrp="1"/>
          </p:cNvSpPr>
          <p:nvPr/>
        </p:nvSpPr>
        <p:spPr>
          <a:xfrm xmlns:a="http://schemas.openxmlformats.org/drawingml/2006/main">
            <a:off x="428625" y="1552575"/>
            <a:ext cx="11220450" cy="552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7" name="s6-Brand mark">
            <a:extLst xmlns:a="http://schemas.openxmlformats.org/drawingml/2006/main">
              <a:ext uri="{FF2B5EF4-FFF2-40B4-BE49-F238E27FC236}">
                <a16:creationId xmlns:a16="http://schemas.microsoft.com/office/drawing/2014/main" id="{CDE8678A-EC26-44B1-892E-E6C4A7483F25}"/>
              </a:ext>
            </a:extLst>
          </p:cNvPr>
          <p:cNvSpPr>
            <a:spLocks xmlns:a="http://schemas.openxmlformats.org/drawingml/2006/main" noGrp="1"/>
          </p:cNvSpPr>
          <p:nvPr/>
        </p:nvSpPr>
        <p:spPr>
          <a:xfrm xmlns:a="http://schemas.openxmlformats.org/drawingml/2006/main">
            <a:off x="704850" y="1685925"/>
            <a:ext cx="285750" cy="285750"/>
          </a:xfrm>
          <a:prstGeom xmlns:a="http://schemas.openxmlformats.org/drawingml/2006/main" prst="roundRect">
            <a:avLst>
              <a:gd name="adj" fmla="val 26667"/>
            </a:avLst>
          </a:prstGeom>
          <a:solidFill xmlns:a="http://schemas.openxmlformats.org/drawingml/2006/main">
            <a:srgbClr val="155EEF"/>
          </a:solidFill>
          <a:ln xmlns:a="http://schemas.openxmlformats.org/drawingml/2006/main" w="0">
            <a:noFill/>
            <a:prstDash val="solid"/>
          </a:ln>
        </p:spPr>
      </p:sp>
      <p:sp>
        <p:nvSpPr>
          <p:cNvPr id="8" name="s6-Brand initial">
            <a:extLst xmlns:a="http://schemas.openxmlformats.org/drawingml/2006/main">
              <a:ext uri="{FF2B5EF4-FFF2-40B4-BE49-F238E27FC236}">
                <a16:creationId xmlns:a16="http://schemas.microsoft.com/office/drawing/2014/main" id="{519A03C7-6D6B-4885-BFCD-BA87265745D7}"/>
              </a:ext>
            </a:extLst>
          </p:cNvPr>
          <p:cNvSpPr>
            <a:spLocks xmlns:a="http://schemas.openxmlformats.org/drawingml/2006/main" noGrp="1"/>
          </p:cNvSpPr>
          <p:nvPr/>
        </p:nvSpPr>
        <p:spPr>
          <a:xfrm xmlns:a="http://schemas.openxmlformats.org/drawingml/2006/main">
            <a:off x="762000" y="1714500"/>
            <a:ext cx="171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vl1pPr algn="ctr">
              <a:defRPr sz="1425" b="1">
                <a:solidFill>
                  <a:srgbClr val="FFFFFF"/>
                </a:solidFill>
                <a:latin typeface="Arial"/>
                <a:ea typeface="Arial"/>
                <a:cs typeface="Arial"/>
              </a:defRPr>
            </a:lvl1pPr>
            <a:lvl2pPr algn="ctr">
              <a:defRPr sz="1425" b="1">
                <a:solidFill>
                  <a:srgbClr val="FFFFFF"/>
                </a:solidFill>
                <a:latin typeface="Arial"/>
                <a:ea typeface="Arial"/>
                <a:cs typeface="Arial"/>
              </a:defRPr>
            </a:lvl2pPr>
            <a:lvl3pPr algn="ctr">
              <a:defRPr sz="1425" b="1">
                <a:solidFill>
                  <a:srgbClr val="FFFFFF"/>
                </a:solidFill>
                <a:latin typeface="Arial"/>
                <a:ea typeface="Arial"/>
                <a:cs typeface="Arial"/>
              </a:defRPr>
            </a:lvl3pPr>
            <a:lvl4pPr algn="ctr">
              <a:defRPr sz="1425" b="1">
                <a:solidFill>
                  <a:srgbClr val="FFFFFF"/>
                </a:solidFill>
                <a:latin typeface="Arial"/>
                <a:ea typeface="Arial"/>
                <a:cs typeface="Arial"/>
              </a:defRPr>
            </a:lvl4pPr>
            <a:lvl5pPr algn="ctr">
              <a:defRPr sz="1425" b="1">
                <a:solidFill>
                  <a:srgbClr val="FFFFFF"/>
                </a:solidFill>
                <a:latin typeface="Arial"/>
                <a:ea typeface="Arial"/>
                <a:cs typeface="Arial"/>
              </a:defRPr>
            </a:lvl5pPr>
            <a:lvl6pPr algn="ctr">
              <a:defRPr sz="1425" b="1">
                <a:solidFill>
                  <a:srgbClr val="FFFFFF"/>
                </a:solidFill>
                <a:latin typeface="Arial"/>
                <a:ea typeface="Arial"/>
                <a:cs typeface="Arial"/>
              </a:defRPr>
            </a:lvl6pPr>
            <a:lvl7pPr algn="ctr">
              <a:defRPr sz="1425" b="1">
                <a:solidFill>
                  <a:srgbClr val="FFFFFF"/>
                </a:solidFill>
                <a:latin typeface="Arial"/>
                <a:ea typeface="Arial"/>
                <a:cs typeface="Arial"/>
              </a:defRPr>
            </a:lvl7pPr>
            <a:lvl8pPr algn="ctr">
              <a:defRPr sz="1425" b="1">
                <a:solidFill>
                  <a:srgbClr val="FFFFFF"/>
                </a:solidFill>
                <a:latin typeface="Arial"/>
                <a:ea typeface="Arial"/>
                <a:cs typeface="Arial"/>
              </a:defRPr>
            </a:lvl8pPr>
            <a:lvl9pPr algn="ctr">
              <a:defRPr sz="1425" b="1">
                <a:solidFill>
                  <a:srgbClr val="FFFFFF"/>
                </a:solidFill>
                <a:latin typeface="Arial"/>
                <a:ea typeface="Arial"/>
                <a:cs typeface="Arial"/>
              </a:defRPr>
            </a:lvl9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M</a:t>
            </a:r>
          </a:p>
        </p:txBody>
      </p:sp>
      <p:sp>
        <p:nvSpPr>
          <p:cNvPr id="9" name="s6-Brand wordmark">
            <a:extLst xmlns:a="http://schemas.openxmlformats.org/drawingml/2006/main">
              <a:ext uri="{FF2B5EF4-FFF2-40B4-BE49-F238E27FC236}">
                <a16:creationId xmlns:a16="http://schemas.microsoft.com/office/drawing/2014/main" id="{67F5BEF0-D105-4EDF-B5BE-A0EFCA2B9248}"/>
              </a:ext>
            </a:extLst>
          </p:cNvPr>
          <p:cNvSpPr>
            <a:spLocks xmlns:a="http://schemas.openxmlformats.org/drawingml/2006/main" noGrp="1"/>
          </p:cNvSpPr>
          <p:nvPr/>
        </p:nvSpPr>
        <p:spPr>
          <a:xfrm xmlns:a="http://schemas.openxmlformats.org/drawingml/2006/main">
            <a:off x="1095375" y="1714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11827"/>
                </a:solidFill>
                <a:latin typeface="Arial"/>
                <a:ea typeface="Arial"/>
                <a:cs typeface="Arial"/>
              </a:defRPr>
            </a:defPPr>
            <a:lvl1pPr algn="l">
              <a:defRPr sz="1575" b="1">
                <a:solidFill>
                  <a:srgbClr val="111827"/>
                </a:solidFill>
                <a:latin typeface="Arial"/>
                <a:ea typeface="Arial"/>
                <a:cs typeface="Arial"/>
              </a:defRPr>
            </a:lvl1pPr>
            <a:lvl2pPr algn="l">
              <a:defRPr sz="1575" b="1">
                <a:solidFill>
                  <a:srgbClr val="111827"/>
                </a:solidFill>
                <a:latin typeface="Arial"/>
                <a:ea typeface="Arial"/>
                <a:cs typeface="Arial"/>
              </a:defRPr>
            </a:lvl2pPr>
            <a:lvl3pPr algn="l">
              <a:defRPr sz="1575" b="1">
                <a:solidFill>
                  <a:srgbClr val="111827"/>
                </a:solidFill>
                <a:latin typeface="Arial"/>
                <a:ea typeface="Arial"/>
                <a:cs typeface="Arial"/>
              </a:defRPr>
            </a:lvl3pPr>
            <a:lvl4pPr algn="l">
              <a:defRPr sz="1575" b="1">
                <a:solidFill>
                  <a:srgbClr val="111827"/>
                </a:solidFill>
                <a:latin typeface="Arial"/>
                <a:ea typeface="Arial"/>
                <a:cs typeface="Arial"/>
              </a:defRPr>
            </a:lvl4pPr>
            <a:lvl5pPr algn="l">
              <a:defRPr sz="1575" b="1">
                <a:solidFill>
                  <a:srgbClr val="111827"/>
                </a:solidFill>
                <a:latin typeface="Arial"/>
                <a:ea typeface="Arial"/>
                <a:cs typeface="Arial"/>
              </a:defRPr>
            </a:lvl5pPr>
            <a:lvl6pPr algn="l">
              <a:defRPr sz="1575" b="1">
                <a:solidFill>
                  <a:srgbClr val="111827"/>
                </a:solidFill>
                <a:latin typeface="Arial"/>
                <a:ea typeface="Arial"/>
                <a:cs typeface="Arial"/>
              </a:defRPr>
            </a:lvl6pPr>
            <a:lvl7pPr algn="l">
              <a:defRPr sz="1575" b="1">
                <a:solidFill>
                  <a:srgbClr val="111827"/>
                </a:solidFill>
                <a:latin typeface="Arial"/>
                <a:ea typeface="Arial"/>
                <a:cs typeface="Arial"/>
              </a:defRPr>
            </a:lvl7pPr>
            <a:lvl8pPr algn="l">
              <a:defRPr sz="1575" b="1">
                <a:solidFill>
                  <a:srgbClr val="111827"/>
                </a:solidFill>
                <a:latin typeface="Arial"/>
                <a:ea typeface="Arial"/>
                <a:cs typeface="Arial"/>
              </a:defRPr>
            </a:lvl8pPr>
            <a:lvl9pPr algn="l">
              <a:defRPr sz="1575" b="1">
                <a:solidFill>
                  <a:srgbClr val="111827"/>
                </a:solidFill>
                <a:latin typeface="Arial"/>
                <a:ea typeface="Arial"/>
                <a:cs typeface="Arial"/>
              </a:defRPr>
            </a:lvl9pPr>
          </a:lstStyle>
          <a:p xmlns:a="http://schemas.openxmlformats.org/drawingml/2006/main">
            <a:pPr algn="l">
              <a:defRPr sz="1575" b="1">
                <a:solidFill>
                  <a:srgbClr val="111827"/>
                </a:solidFill>
                <a:latin typeface="Arial"/>
                <a:ea typeface="Arial"/>
                <a:cs typeface="Arial"/>
              </a:defRPr>
            </a:pPr>
            <a:r>
              <a:rPr sz="1575" b="1">
                <a:solidFill>
                  <a:srgbClr val="111827"/>
                </a:solidFill>
                <a:latin typeface="Arial"/>
                <a:ea typeface="Arial"/>
                <a:cs typeface="Arial"/>
              </a:rPr>
              <a:t>MoveBooks AI</a:t>
            </a:r>
          </a:p>
        </p:txBody>
      </p:sp>
      <p:sp>
        <p:nvSpPr>
          <p:cNvPr id="10" name="s6-Top navigation">
            <a:extLst xmlns:a="http://schemas.openxmlformats.org/drawingml/2006/main">
              <a:ext uri="{FF2B5EF4-FFF2-40B4-BE49-F238E27FC236}">
                <a16:creationId xmlns:a16="http://schemas.microsoft.com/office/drawing/2014/main" id="{9AA258B5-229B-425E-8CC1-0821BEF2EA60}"/>
              </a:ext>
            </a:extLst>
          </p:cNvPr>
          <p:cNvSpPr>
            <a:spLocks xmlns:a="http://schemas.openxmlformats.org/drawingml/2006/main" noGrp="1"/>
          </p:cNvSpPr>
          <p:nvPr/>
        </p:nvSpPr>
        <p:spPr>
          <a:xfrm xmlns:a="http://schemas.openxmlformats.org/drawingml/2006/main">
            <a:off x="7200900" y="1743075"/>
            <a:ext cx="4133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475569"/>
                </a:solidFill>
                <a:latin typeface="Arial"/>
                <a:ea typeface="Arial"/>
                <a:cs typeface="Arial"/>
              </a:defRPr>
            </a:defPPr>
            <a:lvl1pPr algn="l">
              <a:defRPr sz="1275" b="0">
                <a:solidFill>
                  <a:srgbClr val="475569"/>
                </a:solidFill>
                <a:latin typeface="Arial"/>
                <a:ea typeface="Arial"/>
                <a:cs typeface="Arial"/>
              </a:defRPr>
            </a:lvl1pPr>
            <a:lvl2pPr algn="l">
              <a:defRPr sz="1275" b="0">
                <a:solidFill>
                  <a:srgbClr val="475569"/>
                </a:solidFill>
                <a:latin typeface="Arial"/>
                <a:ea typeface="Arial"/>
                <a:cs typeface="Arial"/>
              </a:defRPr>
            </a:lvl2pPr>
            <a:lvl3pPr algn="l">
              <a:defRPr sz="1275" b="0">
                <a:solidFill>
                  <a:srgbClr val="475569"/>
                </a:solidFill>
                <a:latin typeface="Arial"/>
                <a:ea typeface="Arial"/>
                <a:cs typeface="Arial"/>
              </a:defRPr>
            </a:lvl3pPr>
            <a:lvl4pPr algn="l">
              <a:defRPr sz="1275" b="0">
                <a:solidFill>
                  <a:srgbClr val="475569"/>
                </a:solidFill>
                <a:latin typeface="Arial"/>
                <a:ea typeface="Arial"/>
                <a:cs typeface="Arial"/>
              </a:defRPr>
            </a:lvl4pPr>
            <a:lvl5pPr algn="l">
              <a:defRPr sz="1275" b="0">
                <a:solidFill>
                  <a:srgbClr val="475569"/>
                </a:solidFill>
                <a:latin typeface="Arial"/>
                <a:ea typeface="Arial"/>
                <a:cs typeface="Arial"/>
              </a:defRPr>
            </a:lvl5pPr>
            <a:lvl6pPr algn="l">
              <a:defRPr sz="1275" b="0">
                <a:solidFill>
                  <a:srgbClr val="475569"/>
                </a:solidFill>
                <a:latin typeface="Arial"/>
                <a:ea typeface="Arial"/>
                <a:cs typeface="Arial"/>
              </a:defRPr>
            </a:lvl6pPr>
            <a:lvl7pPr algn="l">
              <a:defRPr sz="1275" b="0">
                <a:solidFill>
                  <a:srgbClr val="475569"/>
                </a:solidFill>
                <a:latin typeface="Arial"/>
                <a:ea typeface="Arial"/>
                <a:cs typeface="Arial"/>
              </a:defRPr>
            </a:lvl7pPr>
            <a:lvl8pPr algn="l">
              <a:defRPr sz="1275" b="0">
                <a:solidFill>
                  <a:srgbClr val="475569"/>
                </a:solidFill>
                <a:latin typeface="Arial"/>
                <a:ea typeface="Arial"/>
                <a:cs typeface="Arial"/>
              </a:defRPr>
            </a:lvl8pPr>
            <a:lvl9pPr algn="l">
              <a:defRPr sz="1275" b="0">
                <a:solidFill>
                  <a:srgbClr val="475569"/>
                </a:solidFill>
                <a:latin typeface="Arial"/>
                <a:ea typeface="Arial"/>
                <a:cs typeface="Arial"/>
              </a:defRPr>
            </a:lvl9pPr>
          </a:lstStyle>
          <a:p xmlns:a="http://schemas.openxmlformats.org/drawingml/2006/main">
            <a:pPr algn="l">
              <a:defRPr sz="1275" b="0">
                <a:solidFill>
                  <a:srgbClr val="475569"/>
                </a:solidFill>
                <a:latin typeface="Arial"/>
                <a:ea typeface="Arial"/>
                <a:cs typeface="Arial"/>
              </a:defRPr>
            </a:pPr>
            <a:r>
              <a:rPr sz="1275" b="0">
                <a:solidFill>
                  <a:srgbClr val="475569"/>
                </a:solidFill>
                <a:latin typeface="Arial"/>
                <a:ea typeface="Arial"/>
                <a:cs typeface="Arial"/>
              </a:rPr>
              <a:t>My Migration        Play        Help        Account</a:t>
            </a:r>
          </a:p>
        </p:txBody>
      </p:sp>
      <p:cxnSp>
        <p:nvCxnSpPr>
          <p:cNvPr id="11" name="s6-App header divider">
            <a:extLst xmlns:a="http://schemas.openxmlformats.org/drawingml/2006/main">
              <a:ext uri="{FF2B5EF4-FFF2-40B4-BE49-F238E27FC236}">
                <a16:creationId xmlns:a16="http://schemas.microsoft.com/office/drawing/2014/main" id="{11F5CA6D-5F6C-43CF-9327-9C4E7946F32C}"/>
              </a:ext>
            </a:extLst>
          </p:cNvPr>
          <p:cNvCxnSpPr/>
          <p:nvPr/>
        </p:nvCxnSpPr>
        <p:spPr>
          <a:xfrm xmlns:a="http://schemas.openxmlformats.org/drawingml/2006/main" flipH="0" flipV="0">
            <a:off x="428625" y="2105025"/>
            <a:ext cx="11220450" cy="0"/>
          </a:xfrm>
          <a:prstGeom xmlns:a="http://schemas.openxmlformats.org/drawingml/2006/main" prst="straightConnector1">
            <a:avLst/>
          </a:prstGeom>
          <a:ln xmlns:a="http://schemas.openxmlformats.org/drawingml/2006/main" w="9525">
            <a:solidFill>
              <a:srgbClr val="D8E0EB"/>
            </a:solidFill>
            <a:tailEnd type="none" w="sm" len="sm"/>
          </a:ln>
        </p:spPr>
      </p:cxnSp>
      <p:sp>
        <p:nvSpPr>
          <p:cNvPr id="12" name="s6-Phase Understand">
            <a:extLst xmlns:a="http://schemas.openxmlformats.org/drawingml/2006/main">
              <a:ext uri="{FF2B5EF4-FFF2-40B4-BE49-F238E27FC236}">
                <a16:creationId xmlns:a16="http://schemas.microsoft.com/office/drawing/2014/main" id="{1124628D-7902-45C7-829E-F6ABD50886AE}"/>
              </a:ext>
            </a:extLst>
          </p:cNvPr>
          <p:cNvSpPr>
            <a:spLocks xmlns:a="http://schemas.openxmlformats.org/drawingml/2006/main" noGrp="1"/>
          </p:cNvSpPr>
          <p:nvPr/>
        </p:nvSpPr>
        <p:spPr>
          <a:xfrm xmlns:a="http://schemas.openxmlformats.org/drawingml/2006/main">
            <a:off x="762000"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87A55"/>
                </a:solidFill>
                <a:latin typeface="Arial"/>
                <a:ea typeface="Arial"/>
                <a:cs typeface="Arial"/>
              </a:defRPr>
            </a:defPPr>
            <a:lvl1pPr algn="l">
              <a:defRPr sz="1350" b="0">
                <a:solidFill>
                  <a:srgbClr val="087A55"/>
                </a:solidFill>
                <a:latin typeface="Arial"/>
                <a:ea typeface="Arial"/>
                <a:cs typeface="Arial"/>
              </a:defRPr>
            </a:lvl1pPr>
            <a:lvl2pPr algn="l">
              <a:defRPr sz="1350" b="0">
                <a:solidFill>
                  <a:srgbClr val="087A55"/>
                </a:solidFill>
                <a:latin typeface="Arial"/>
                <a:ea typeface="Arial"/>
                <a:cs typeface="Arial"/>
              </a:defRPr>
            </a:lvl2pPr>
            <a:lvl3pPr algn="l">
              <a:defRPr sz="1350" b="0">
                <a:solidFill>
                  <a:srgbClr val="087A55"/>
                </a:solidFill>
                <a:latin typeface="Arial"/>
                <a:ea typeface="Arial"/>
                <a:cs typeface="Arial"/>
              </a:defRPr>
            </a:lvl3pPr>
            <a:lvl4pPr algn="l">
              <a:defRPr sz="1350" b="0">
                <a:solidFill>
                  <a:srgbClr val="087A55"/>
                </a:solidFill>
                <a:latin typeface="Arial"/>
                <a:ea typeface="Arial"/>
                <a:cs typeface="Arial"/>
              </a:defRPr>
            </a:lvl4pPr>
            <a:lvl5pPr algn="l">
              <a:defRPr sz="1350" b="0">
                <a:solidFill>
                  <a:srgbClr val="087A55"/>
                </a:solidFill>
                <a:latin typeface="Arial"/>
                <a:ea typeface="Arial"/>
                <a:cs typeface="Arial"/>
              </a:defRPr>
            </a:lvl5pPr>
            <a:lvl6pPr algn="l">
              <a:defRPr sz="1350" b="0">
                <a:solidFill>
                  <a:srgbClr val="087A55"/>
                </a:solidFill>
                <a:latin typeface="Arial"/>
                <a:ea typeface="Arial"/>
                <a:cs typeface="Arial"/>
              </a:defRPr>
            </a:lvl6pPr>
            <a:lvl7pPr algn="l">
              <a:defRPr sz="1350" b="0">
                <a:solidFill>
                  <a:srgbClr val="087A55"/>
                </a:solidFill>
                <a:latin typeface="Arial"/>
                <a:ea typeface="Arial"/>
                <a:cs typeface="Arial"/>
              </a:defRPr>
            </a:lvl7pPr>
            <a:lvl8pPr algn="l">
              <a:defRPr sz="1350" b="0">
                <a:solidFill>
                  <a:srgbClr val="087A55"/>
                </a:solidFill>
                <a:latin typeface="Arial"/>
                <a:ea typeface="Arial"/>
                <a:cs typeface="Arial"/>
              </a:defRPr>
            </a:lvl8pPr>
            <a:lvl9pPr algn="l">
              <a:defRPr sz="1350" b="0">
                <a:solidFill>
                  <a:srgbClr val="087A55"/>
                </a:solidFill>
                <a:latin typeface="Arial"/>
                <a:ea typeface="Arial"/>
                <a:cs typeface="Arial"/>
              </a:defRPr>
            </a:lvl9pPr>
          </a:lstStyle>
          <a:p xmlns:a="http://schemas.openxmlformats.org/drawingml/2006/main">
            <a:pPr algn="l">
              <a:defRPr sz="1350" b="0">
                <a:solidFill>
                  <a:srgbClr val="087A55"/>
                </a:solidFill>
                <a:latin typeface="Arial"/>
                <a:ea typeface="Arial"/>
                <a:cs typeface="Arial"/>
              </a:defRPr>
            </a:pPr>
            <a:r>
              <a:rPr sz="1350" b="0">
                <a:solidFill>
                  <a:srgbClr val="087A55"/>
                </a:solidFill>
                <a:latin typeface="Arial"/>
                <a:ea typeface="Arial"/>
                <a:cs typeface="Arial"/>
              </a:rPr>
              <a:t>✓  Understand</a:t>
            </a:r>
          </a:p>
        </p:txBody>
      </p:sp>
      <p:sp>
        <p:nvSpPr>
          <p:cNvPr id="13" name="s6-Phase Prepare">
            <a:extLst xmlns:a="http://schemas.openxmlformats.org/drawingml/2006/main">
              <a:ext uri="{FF2B5EF4-FFF2-40B4-BE49-F238E27FC236}">
                <a16:creationId xmlns:a16="http://schemas.microsoft.com/office/drawing/2014/main" id="{A3AA67AA-59CA-40D2-8044-D90390B1773E}"/>
              </a:ext>
            </a:extLst>
          </p:cNvPr>
          <p:cNvSpPr>
            <a:spLocks xmlns:a="http://schemas.openxmlformats.org/drawingml/2006/main" noGrp="1"/>
          </p:cNvSpPr>
          <p:nvPr/>
        </p:nvSpPr>
        <p:spPr>
          <a:xfrm xmlns:a="http://schemas.openxmlformats.org/drawingml/2006/main">
            <a:off x="2867025"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87A55"/>
                </a:solidFill>
                <a:latin typeface="Arial"/>
                <a:ea typeface="Arial"/>
                <a:cs typeface="Arial"/>
              </a:defRPr>
            </a:defPPr>
            <a:lvl1pPr algn="l">
              <a:defRPr sz="1350" b="0">
                <a:solidFill>
                  <a:srgbClr val="087A55"/>
                </a:solidFill>
                <a:latin typeface="Arial"/>
                <a:ea typeface="Arial"/>
                <a:cs typeface="Arial"/>
              </a:defRPr>
            </a:lvl1pPr>
            <a:lvl2pPr algn="l">
              <a:defRPr sz="1350" b="0">
                <a:solidFill>
                  <a:srgbClr val="087A55"/>
                </a:solidFill>
                <a:latin typeface="Arial"/>
                <a:ea typeface="Arial"/>
                <a:cs typeface="Arial"/>
              </a:defRPr>
            </a:lvl2pPr>
            <a:lvl3pPr algn="l">
              <a:defRPr sz="1350" b="0">
                <a:solidFill>
                  <a:srgbClr val="087A55"/>
                </a:solidFill>
                <a:latin typeface="Arial"/>
                <a:ea typeface="Arial"/>
                <a:cs typeface="Arial"/>
              </a:defRPr>
            </a:lvl3pPr>
            <a:lvl4pPr algn="l">
              <a:defRPr sz="1350" b="0">
                <a:solidFill>
                  <a:srgbClr val="087A55"/>
                </a:solidFill>
                <a:latin typeface="Arial"/>
                <a:ea typeface="Arial"/>
                <a:cs typeface="Arial"/>
              </a:defRPr>
            </a:lvl4pPr>
            <a:lvl5pPr algn="l">
              <a:defRPr sz="1350" b="0">
                <a:solidFill>
                  <a:srgbClr val="087A55"/>
                </a:solidFill>
                <a:latin typeface="Arial"/>
                <a:ea typeface="Arial"/>
                <a:cs typeface="Arial"/>
              </a:defRPr>
            </a:lvl5pPr>
            <a:lvl6pPr algn="l">
              <a:defRPr sz="1350" b="0">
                <a:solidFill>
                  <a:srgbClr val="087A55"/>
                </a:solidFill>
                <a:latin typeface="Arial"/>
                <a:ea typeface="Arial"/>
                <a:cs typeface="Arial"/>
              </a:defRPr>
            </a:lvl6pPr>
            <a:lvl7pPr algn="l">
              <a:defRPr sz="1350" b="0">
                <a:solidFill>
                  <a:srgbClr val="087A55"/>
                </a:solidFill>
                <a:latin typeface="Arial"/>
                <a:ea typeface="Arial"/>
                <a:cs typeface="Arial"/>
              </a:defRPr>
            </a:lvl7pPr>
            <a:lvl8pPr algn="l">
              <a:defRPr sz="1350" b="0">
                <a:solidFill>
                  <a:srgbClr val="087A55"/>
                </a:solidFill>
                <a:latin typeface="Arial"/>
                <a:ea typeface="Arial"/>
                <a:cs typeface="Arial"/>
              </a:defRPr>
            </a:lvl8pPr>
            <a:lvl9pPr algn="l">
              <a:defRPr sz="1350" b="0">
                <a:solidFill>
                  <a:srgbClr val="087A55"/>
                </a:solidFill>
                <a:latin typeface="Arial"/>
                <a:ea typeface="Arial"/>
                <a:cs typeface="Arial"/>
              </a:defRPr>
            </a:lvl9pPr>
          </a:lstStyle>
          <a:p xmlns:a="http://schemas.openxmlformats.org/drawingml/2006/main">
            <a:pPr algn="l">
              <a:defRPr sz="1350" b="0">
                <a:solidFill>
                  <a:srgbClr val="087A55"/>
                </a:solidFill>
                <a:latin typeface="Arial"/>
                <a:ea typeface="Arial"/>
                <a:cs typeface="Arial"/>
              </a:defRPr>
            </a:pPr>
            <a:r>
              <a:rPr sz="1350" b="0">
                <a:solidFill>
                  <a:srgbClr val="087A55"/>
                </a:solidFill>
                <a:latin typeface="Arial"/>
                <a:ea typeface="Arial"/>
                <a:cs typeface="Arial"/>
              </a:rPr>
              <a:t>✓  Prepare</a:t>
            </a:r>
          </a:p>
        </p:txBody>
      </p:sp>
      <p:sp>
        <p:nvSpPr>
          <p:cNvPr id="14" name="s6-Phase Move">
            <a:extLst xmlns:a="http://schemas.openxmlformats.org/drawingml/2006/main">
              <a:ext uri="{FF2B5EF4-FFF2-40B4-BE49-F238E27FC236}">
                <a16:creationId xmlns:a16="http://schemas.microsoft.com/office/drawing/2014/main" id="{D657539B-47FA-41F1-834F-8DD52E75EB08}"/>
              </a:ext>
            </a:extLst>
          </p:cNvPr>
          <p:cNvSpPr>
            <a:spLocks xmlns:a="http://schemas.openxmlformats.org/drawingml/2006/main" noGrp="1"/>
          </p:cNvSpPr>
          <p:nvPr/>
        </p:nvSpPr>
        <p:spPr>
          <a:xfrm xmlns:a="http://schemas.openxmlformats.org/drawingml/2006/main">
            <a:off x="4972050"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87A55"/>
                </a:solidFill>
                <a:latin typeface="Arial"/>
                <a:ea typeface="Arial"/>
                <a:cs typeface="Arial"/>
              </a:defRPr>
            </a:defPPr>
            <a:lvl1pPr algn="l">
              <a:defRPr sz="1350" b="0">
                <a:solidFill>
                  <a:srgbClr val="087A55"/>
                </a:solidFill>
                <a:latin typeface="Arial"/>
                <a:ea typeface="Arial"/>
                <a:cs typeface="Arial"/>
              </a:defRPr>
            </a:lvl1pPr>
            <a:lvl2pPr algn="l">
              <a:defRPr sz="1350" b="0">
                <a:solidFill>
                  <a:srgbClr val="087A55"/>
                </a:solidFill>
                <a:latin typeface="Arial"/>
                <a:ea typeface="Arial"/>
                <a:cs typeface="Arial"/>
              </a:defRPr>
            </a:lvl2pPr>
            <a:lvl3pPr algn="l">
              <a:defRPr sz="1350" b="0">
                <a:solidFill>
                  <a:srgbClr val="087A55"/>
                </a:solidFill>
                <a:latin typeface="Arial"/>
                <a:ea typeface="Arial"/>
                <a:cs typeface="Arial"/>
              </a:defRPr>
            </a:lvl3pPr>
            <a:lvl4pPr algn="l">
              <a:defRPr sz="1350" b="0">
                <a:solidFill>
                  <a:srgbClr val="087A55"/>
                </a:solidFill>
                <a:latin typeface="Arial"/>
                <a:ea typeface="Arial"/>
                <a:cs typeface="Arial"/>
              </a:defRPr>
            </a:lvl4pPr>
            <a:lvl5pPr algn="l">
              <a:defRPr sz="1350" b="0">
                <a:solidFill>
                  <a:srgbClr val="087A55"/>
                </a:solidFill>
                <a:latin typeface="Arial"/>
                <a:ea typeface="Arial"/>
                <a:cs typeface="Arial"/>
              </a:defRPr>
            </a:lvl5pPr>
            <a:lvl6pPr algn="l">
              <a:defRPr sz="1350" b="0">
                <a:solidFill>
                  <a:srgbClr val="087A55"/>
                </a:solidFill>
                <a:latin typeface="Arial"/>
                <a:ea typeface="Arial"/>
                <a:cs typeface="Arial"/>
              </a:defRPr>
            </a:lvl6pPr>
            <a:lvl7pPr algn="l">
              <a:defRPr sz="1350" b="0">
                <a:solidFill>
                  <a:srgbClr val="087A55"/>
                </a:solidFill>
                <a:latin typeface="Arial"/>
                <a:ea typeface="Arial"/>
                <a:cs typeface="Arial"/>
              </a:defRPr>
            </a:lvl7pPr>
            <a:lvl8pPr algn="l">
              <a:defRPr sz="1350" b="0">
                <a:solidFill>
                  <a:srgbClr val="087A55"/>
                </a:solidFill>
                <a:latin typeface="Arial"/>
                <a:ea typeface="Arial"/>
                <a:cs typeface="Arial"/>
              </a:defRPr>
            </a:lvl8pPr>
            <a:lvl9pPr algn="l">
              <a:defRPr sz="1350" b="0">
                <a:solidFill>
                  <a:srgbClr val="087A55"/>
                </a:solidFill>
                <a:latin typeface="Arial"/>
                <a:ea typeface="Arial"/>
                <a:cs typeface="Arial"/>
              </a:defRPr>
            </a:lvl9pPr>
          </a:lstStyle>
          <a:p xmlns:a="http://schemas.openxmlformats.org/drawingml/2006/main">
            <a:pPr algn="l">
              <a:defRPr sz="1350" b="0">
                <a:solidFill>
                  <a:srgbClr val="087A55"/>
                </a:solidFill>
                <a:latin typeface="Arial"/>
                <a:ea typeface="Arial"/>
                <a:cs typeface="Arial"/>
              </a:defRPr>
            </a:pPr>
            <a:r>
              <a:rPr sz="1350" b="0">
                <a:solidFill>
                  <a:srgbClr val="087A55"/>
                </a:solidFill>
                <a:latin typeface="Arial"/>
                <a:ea typeface="Arial"/>
                <a:cs typeface="Arial"/>
              </a:rPr>
              <a:t>✓  Move</a:t>
            </a:r>
          </a:p>
        </p:txBody>
      </p:sp>
      <p:sp>
        <p:nvSpPr>
          <p:cNvPr id="15" name="s6-Phase Verify">
            <a:extLst xmlns:a="http://schemas.openxmlformats.org/drawingml/2006/main">
              <a:ext uri="{FF2B5EF4-FFF2-40B4-BE49-F238E27FC236}">
                <a16:creationId xmlns:a16="http://schemas.microsoft.com/office/drawing/2014/main" id="{9BBA2116-2E33-453E-993B-992DADC80104}"/>
              </a:ext>
            </a:extLst>
          </p:cNvPr>
          <p:cNvSpPr>
            <a:spLocks xmlns:a="http://schemas.openxmlformats.org/drawingml/2006/main" noGrp="1"/>
          </p:cNvSpPr>
          <p:nvPr/>
        </p:nvSpPr>
        <p:spPr>
          <a:xfrm xmlns:a="http://schemas.openxmlformats.org/drawingml/2006/main">
            <a:off x="7077075"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87A55"/>
                </a:solidFill>
                <a:latin typeface="Arial"/>
                <a:ea typeface="Arial"/>
                <a:cs typeface="Arial"/>
              </a:defRPr>
            </a:defPPr>
            <a:lvl1pPr algn="l">
              <a:defRPr sz="1350" b="0">
                <a:solidFill>
                  <a:srgbClr val="087A55"/>
                </a:solidFill>
                <a:latin typeface="Arial"/>
                <a:ea typeface="Arial"/>
                <a:cs typeface="Arial"/>
              </a:defRPr>
            </a:lvl1pPr>
            <a:lvl2pPr algn="l">
              <a:defRPr sz="1350" b="0">
                <a:solidFill>
                  <a:srgbClr val="087A55"/>
                </a:solidFill>
                <a:latin typeface="Arial"/>
                <a:ea typeface="Arial"/>
                <a:cs typeface="Arial"/>
              </a:defRPr>
            </a:lvl2pPr>
            <a:lvl3pPr algn="l">
              <a:defRPr sz="1350" b="0">
                <a:solidFill>
                  <a:srgbClr val="087A55"/>
                </a:solidFill>
                <a:latin typeface="Arial"/>
                <a:ea typeface="Arial"/>
                <a:cs typeface="Arial"/>
              </a:defRPr>
            </a:lvl3pPr>
            <a:lvl4pPr algn="l">
              <a:defRPr sz="1350" b="0">
                <a:solidFill>
                  <a:srgbClr val="087A55"/>
                </a:solidFill>
                <a:latin typeface="Arial"/>
                <a:ea typeface="Arial"/>
                <a:cs typeface="Arial"/>
              </a:defRPr>
            </a:lvl4pPr>
            <a:lvl5pPr algn="l">
              <a:defRPr sz="1350" b="0">
                <a:solidFill>
                  <a:srgbClr val="087A55"/>
                </a:solidFill>
                <a:latin typeface="Arial"/>
                <a:ea typeface="Arial"/>
                <a:cs typeface="Arial"/>
              </a:defRPr>
            </a:lvl5pPr>
            <a:lvl6pPr algn="l">
              <a:defRPr sz="1350" b="0">
                <a:solidFill>
                  <a:srgbClr val="087A55"/>
                </a:solidFill>
                <a:latin typeface="Arial"/>
                <a:ea typeface="Arial"/>
                <a:cs typeface="Arial"/>
              </a:defRPr>
            </a:lvl6pPr>
            <a:lvl7pPr algn="l">
              <a:defRPr sz="1350" b="0">
                <a:solidFill>
                  <a:srgbClr val="087A55"/>
                </a:solidFill>
                <a:latin typeface="Arial"/>
                <a:ea typeface="Arial"/>
                <a:cs typeface="Arial"/>
              </a:defRPr>
            </a:lvl7pPr>
            <a:lvl8pPr algn="l">
              <a:defRPr sz="1350" b="0">
                <a:solidFill>
                  <a:srgbClr val="087A55"/>
                </a:solidFill>
                <a:latin typeface="Arial"/>
                <a:ea typeface="Arial"/>
                <a:cs typeface="Arial"/>
              </a:defRPr>
            </a:lvl8pPr>
            <a:lvl9pPr algn="l">
              <a:defRPr sz="1350" b="0">
                <a:solidFill>
                  <a:srgbClr val="087A55"/>
                </a:solidFill>
                <a:latin typeface="Arial"/>
                <a:ea typeface="Arial"/>
                <a:cs typeface="Arial"/>
              </a:defRPr>
            </a:lvl9pPr>
          </a:lstStyle>
          <a:p xmlns:a="http://schemas.openxmlformats.org/drawingml/2006/main">
            <a:pPr algn="l">
              <a:defRPr sz="1350" b="0">
                <a:solidFill>
                  <a:srgbClr val="087A55"/>
                </a:solidFill>
                <a:latin typeface="Arial"/>
                <a:ea typeface="Arial"/>
                <a:cs typeface="Arial"/>
              </a:defRPr>
            </a:pPr>
            <a:r>
              <a:rPr sz="1350" b="0">
                <a:solidFill>
                  <a:srgbClr val="087A55"/>
                </a:solidFill>
                <a:latin typeface="Arial"/>
                <a:ea typeface="Arial"/>
                <a:cs typeface="Arial"/>
              </a:rPr>
              <a:t>✓  Verify</a:t>
            </a:r>
          </a:p>
        </p:txBody>
      </p:sp>
      <p:sp>
        <p:nvSpPr>
          <p:cNvPr id="16" name="s6-Phase Start">
            <a:extLst xmlns:a="http://schemas.openxmlformats.org/drawingml/2006/main">
              <a:ext uri="{FF2B5EF4-FFF2-40B4-BE49-F238E27FC236}">
                <a16:creationId xmlns:a16="http://schemas.microsoft.com/office/drawing/2014/main" id="{675A767A-F951-4313-B467-D3DF839E4E10}"/>
              </a:ext>
            </a:extLst>
          </p:cNvPr>
          <p:cNvSpPr>
            <a:spLocks xmlns:a="http://schemas.openxmlformats.org/drawingml/2006/main" noGrp="1"/>
          </p:cNvSpPr>
          <p:nvPr/>
        </p:nvSpPr>
        <p:spPr>
          <a:xfrm xmlns:a="http://schemas.openxmlformats.org/drawingml/2006/main">
            <a:off x="9182100" y="2333625"/>
            <a:ext cx="185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87A55"/>
                </a:solidFill>
                <a:latin typeface="Arial"/>
                <a:ea typeface="Arial"/>
                <a:cs typeface="Arial"/>
              </a:defRPr>
            </a:defPPr>
            <a:lvl1pPr algn="l">
              <a:defRPr sz="1350" b="0">
                <a:solidFill>
                  <a:srgbClr val="087A55"/>
                </a:solidFill>
                <a:latin typeface="Arial"/>
                <a:ea typeface="Arial"/>
                <a:cs typeface="Arial"/>
              </a:defRPr>
            </a:lvl1pPr>
            <a:lvl2pPr algn="l">
              <a:defRPr sz="1350" b="0">
                <a:solidFill>
                  <a:srgbClr val="087A55"/>
                </a:solidFill>
                <a:latin typeface="Arial"/>
                <a:ea typeface="Arial"/>
                <a:cs typeface="Arial"/>
              </a:defRPr>
            </a:lvl2pPr>
            <a:lvl3pPr algn="l">
              <a:defRPr sz="1350" b="0">
                <a:solidFill>
                  <a:srgbClr val="087A55"/>
                </a:solidFill>
                <a:latin typeface="Arial"/>
                <a:ea typeface="Arial"/>
                <a:cs typeface="Arial"/>
              </a:defRPr>
            </a:lvl3pPr>
            <a:lvl4pPr algn="l">
              <a:defRPr sz="1350" b="0">
                <a:solidFill>
                  <a:srgbClr val="087A55"/>
                </a:solidFill>
                <a:latin typeface="Arial"/>
                <a:ea typeface="Arial"/>
                <a:cs typeface="Arial"/>
              </a:defRPr>
            </a:lvl4pPr>
            <a:lvl5pPr algn="l">
              <a:defRPr sz="1350" b="0">
                <a:solidFill>
                  <a:srgbClr val="087A55"/>
                </a:solidFill>
                <a:latin typeface="Arial"/>
                <a:ea typeface="Arial"/>
                <a:cs typeface="Arial"/>
              </a:defRPr>
            </a:lvl5pPr>
            <a:lvl6pPr algn="l">
              <a:defRPr sz="1350" b="0">
                <a:solidFill>
                  <a:srgbClr val="087A55"/>
                </a:solidFill>
                <a:latin typeface="Arial"/>
                <a:ea typeface="Arial"/>
                <a:cs typeface="Arial"/>
              </a:defRPr>
            </a:lvl6pPr>
            <a:lvl7pPr algn="l">
              <a:defRPr sz="1350" b="0">
                <a:solidFill>
                  <a:srgbClr val="087A55"/>
                </a:solidFill>
                <a:latin typeface="Arial"/>
                <a:ea typeface="Arial"/>
                <a:cs typeface="Arial"/>
              </a:defRPr>
            </a:lvl7pPr>
            <a:lvl8pPr algn="l">
              <a:defRPr sz="1350" b="0">
                <a:solidFill>
                  <a:srgbClr val="087A55"/>
                </a:solidFill>
                <a:latin typeface="Arial"/>
                <a:ea typeface="Arial"/>
                <a:cs typeface="Arial"/>
              </a:defRPr>
            </a:lvl8pPr>
            <a:lvl9pPr algn="l">
              <a:defRPr sz="1350" b="0">
                <a:solidFill>
                  <a:srgbClr val="087A55"/>
                </a:solidFill>
                <a:latin typeface="Arial"/>
                <a:ea typeface="Arial"/>
                <a:cs typeface="Arial"/>
              </a:defRPr>
            </a:lvl9pPr>
          </a:lstStyle>
          <a:p xmlns:a="http://schemas.openxmlformats.org/drawingml/2006/main">
            <a:pPr algn="l">
              <a:defRPr sz="1350" b="0">
                <a:solidFill>
                  <a:srgbClr val="087A55"/>
                </a:solidFill>
                <a:latin typeface="Arial"/>
                <a:ea typeface="Arial"/>
                <a:cs typeface="Arial"/>
              </a:defRPr>
            </a:pPr>
            <a:r>
              <a:rPr sz="1350" b="0">
                <a:solidFill>
                  <a:srgbClr val="087A55"/>
                </a:solidFill>
                <a:latin typeface="Arial"/>
                <a:ea typeface="Arial"/>
                <a:cs typeface="Arial"/>
              </a:rPr>
              <a:t>✓  Start</a:t>
            </a:r>
          </a:p>
        </p:txBody>
      </p:sp>
      <p:cxnSp>
        <p:nvCxnSpPr>
          <p:cNvPr id="17" name="s6-App footer divider">
            <a:extLst xmlns:a="http://schemas.openxmlformats.org/drawingml/2006/main">
              <a:ext uri="{FF2B5EF4-FFF2-40B4-BE49-F238E27FC236}">
                <a16:creationId xmlns:a16="http://schemas.microsoft.com/office/drawing/2014/main" id="{EB534DCC-CEAC-45D3-B2D4-B7856BDF44E5}"/>
              </a:ext>
            </a:extLst>
          </p:cNvPr>
          <p:cNvCxnSpPr/>
          <p:nvPr/>
        </p:nvCxnSpPr>
        <p:spPr>
          <a:xfrm xmlns:a="http://schemas.openxmlformats.org/drawingml/2006/main" flipH="0" flipV="0">
            <a:off x="762000" y="7343775"/>
            <a:ext cx="10553700" cy="0"/>
          </a:xfrm>
          <a:prstGeom xmlns:a="http://schemas.openxmlformats.org/drawingml/2006/main" prst="straightConnector1">
            <a:avLst/>
          </a:prstGeom>
          <a:ln xmlns:a="http://schemas.openxmlformats.org/drawingml/2006/main" w="9525">
            <a:solidFill>
              <a:srgbClr val="D8E0EB"/>
            </a:solidFill>
            <a:tailEnd type="none" w="sm" len="sm"/>
          </a:ln>
        </p:spPr>
      </p:cxnSp>
      <p:sp>
        <p:nvSpPr>
          <p:cNvPr id="18" name="s6-Synthetic scope">
            <a:extLst xmlns:a="http://schemas.openxmlformats.org/drawingml/2006/main">
              <a:ext uri="{FF2B5EF4-FFF2-40B4-BE49-F238E27FC236}">
                <a16:creationId xmlns:a16="http://schemas.microsoft.com/office/drawing/2014/main" id="{EA87BAA2-5AC5-49D2-877B-95E16034F73E}"/>
              </a:ext>
            </a:extLst>
          </p:cNvPr>
          <p:cNvSpPr>
            <a:spLocks xmlns:a="http://schemas.openxmlformats.org/drawingml/2006/main" noGrp="1"/>
          </p:cNvSpPr>
          <p:nvPr/>
        </p:nvSpPr>
        <p:spPr>
          <a:xfrm xmlns:a="http://schemas.openxmlformats.org/drawingml/2006/main">
            <a:off x="762000" y="7458075"/>
            <a:ext cx="10553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4748B"/>
                </a:solidFill>
                <a:latin typeface="Arial"/>
                <a:ea typeface="Arial"/>
                <a:cs typeface="Arial"/>
              </a:defRPr>
            </a:defPPr>
            <a:lvl1pPr algn="l">
              <a:defRPr sz="1200" b="0">
                <a:solidFill>
                  <a:srgbClr val="64748B"/>
                </a:solidFill>
                <a:latin typeface="Arial"/>
                <a:ea typeface="Arial"/>
                <a:cs typeface="Arial"/>
              </a:defRPr>
            </a:lvl1pPr>
            <a:lvl2pPr algn="l">
              <a:defRPr sz="1200" b="0">
                <a:solidFill>
                  <a:srgbClr val="64748B"/>
                </a:solidFill>
                <a:latin typeface="Arial"/>
                <a:ea typeface="Arial"/>
                <a:cs typeface="Arial"/>
              </a:defRPr>
            </a:lvl2pPr>
            <a:lvl3pPr algn="l">
              <a:defRPr sz="1200" b="0">
                <a:solidFill>
                  <a:srgbClr val="64748B"/>
                </a:solidFill>
                <a:latin typeface="Arial"/>
                <a:ea typeface="Arial"/>
                <a:cs typeface="Arial"/>
              </a:defRPr>
            </a:lvl3pPr>
            <a:lvl4pPr algn="l">
              <a:defRPr sz="1200" b="0">
                <a:solidFill>
                  <a:srgbClr val="64748B"/>
                </a:solidFill>
                <a:latin typeface="Arial"/>
                <a:ea typeface="Arial"/>
                <a:cs typeface="Arial"/>
              </a:defRPr>
            </a:lvl4pPr>
            <a:lvl5pPr algn="l">
              <a:defRPr sz="1200" b="0">
                <a:solidFill>
                  <a:srgbClr val="64748B"/>
                </a:solidFill>
                <a:latin typeface="Arial"/>
                <a:ea typeface="Arial"/>
                <a:cs typeface="Arial"/>
              </a:defRPr>
            </a:lvl5pPr>
            <a:lvl6pPr algn="l">
              <a:defRPr sz="1200" b="0">
                <a:solidFill>
                  <a:srgbClr val="64748B"/>
                </a:solidFill>
                <a:latin typeface="Arial"/>
                <a:ea typeface="Arial"/>
                <a:cs typeface="Arial"/>
              </a:defRPr>
            </a:lvl6pPr>
            <a:lvl7pPr algn="l">
              <a:defRPr sz="1200" b="0">
                <a:solidFill>
                  <a:srgbClr val="64748B"/>
                </a:solidFill>
                <a:latin typeface="Arial"/>
                <a:ea typeface="Arial"/>
                <a:cs typeface="Arial"/>
              </a:defRPr>
            </a:lvl7pPr>
            <a:lvl8pPr algn="l">
              <a:defRPr sz="1200" b="0">
                <a:solidFill>
                  <a:srgbClr val="64748B"/>
                </a:solidFill>
                <a:latin typeface="Arial"/>
                <a:ea typeface="Arial"/>
                <a:cs typeface="Arial"/>
              </a:defRPr>
            </a:lvl8pPr>
            <a:lvl9pPr algn="l">
              <a:defRPr sz="1200" b="0">
                <a:solidFill>
                  <a:srgbClr val="64748B"/>
                </a:solidFill>
                <a:latin typeface="Arial"/>
                <a:ea typeface="Arial"/>
                <a:cs typeface="Arial"/>
              </a:defRPr>
            </a:lvl9pPr>
          </a:lstStyle>
          <a:p xmlns:a="http://schemas.openxmlformats.org/drawingml/2006/main">
            <a:pPr algn="l">
              <a:defRPr sz="1200" b="0">
                <a:solidFill>
                  <a:srgbClr val="64748B"/>
                </a:solidFill>
                <a:latin typeface="Arial"/>
                <a:ea typeface="Arial"/>
                <a:cs typeface="Arial"/>
              </a:defRPr>
            </a:pPr>
            <a:r>
              <a:rPr sz="1200" b="0">
                <a:solidFill>
                  <a:srgbClr val="64748B"/>
                </a:solidFill>
                <a:latin typeface="Arial"/>
                <a:ea typeface="Arial"/>
                <a:cs typeface="Arial"/>
              </a:rPr>
              <a:t>Synthetic demonstration. No live accounting-provider connection.</a:t>
            </a:r>
          </a:p>
        </p:txBody>
      </p:sp>
      <p:sp>
        <p:nvSpPr>
          <p:cNvPr id="19" name="s6-Business outcome">
            <a:extLst xmlns:a="http://schemas.openxmlformats.org/drawingml/2006/main">
              <a:ext uri="{FF2B5EF4-FFF2-40B4-BE49-F238E27FC236}">
                <a16:creationId xmlns:a16="http://schemas.microsoft.com/office/drawing/2014/main" id="{57298D9A-B839-49EA-88B7-B93707D40322}"/>
              </a:ext>
            </a:extLst>
          </p:cNvPr>
          <p:cNvSpPr>
            <a:spLocks xmlns:a="http://schemas.openxmlformats.org/drawingml/2006/main" noGrp="1"/>
          </p:cNvSpPr>
          <p:nvPr/>
        </p:nvSpPr>
        <p:spPr>
          <a:xfrm xmlns:a="http://schemas.openxmlformats.org/drawingml/2006/main">
            <a:off x="419100" y="8067675"/>
            <a:ext cx="1440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243F"/>
                </a:solidFill>
                <a:latin typeface="Arial"/>
                <a:ea typeface="Arial"/>
                <a:cs typeface="Arial"/>
              </a:defRPr>
            </a:defPPr>
            <a:lvl1pPr algn="l">
              <a:defRPr sz="1800" b="1">
                <a:solidFill>
                  <a:srgbClr val="17243F"/>
                </a:solidFill>
                <a:latin typeface="Arial"/>
                <a:ea typeface="Arial"/>
                <a:cs typeface="Arial"/>
              </a:defRPr>
            </a:lvl1pPr>
            <a:lvl2pPr algn="l">
              <a:defRPr sz="1800" b="1">
                <a:solidFill>
                  <a:srgbClr val="17243F"/>
                </a:solidFill>
                <a:latin typeface="Arial"/>
                <a:ea typeface="Arial"/>
                <a:cs typeface="Arial"/>
              </a:defRPr>
            </a:lvl2pPr>
            <a:lvl3pPr algn="l">
              <a:defRPr sz="1800" b="1">
                <a:solidFill>
                  <a:srgbClr val="17243F"/>
                </a:solidFill>
                <a:latin typeface="Arial"/>
                <a:ea typeface="Arial"/>
                <a:cs typeface="Arial"/>
              </a:defRPr>
            </a:lvl3pPr>
            <a:lvl4pPr algn="l">
              <a:defRPr sz="1800" b="1">
                <a:solidFill>
                  <a:srgbClr val="17243F"/>
                </a:solidFill>
                <a:latin typeface="Arial"/>
                <a:ea typeface="Arial"/>
                <a:cs typeface="Arial"/>
              </a:defRPr>
            </a:lvl4pPr>
            <a:lvl5pPr algn="l">
              <a:defRPr sz="1800" b="1">
                <a:solidFill>
                  <a:srgbClr val="17243F"/>
                </a:solidFill>
                <a:latin typeface="Arial"/>
                <a:ea typeface="Arial"/>
                <a:cs typeface="Arial"/>
              </a:defRPr>
            </a:lvl5pPr>
            <a:lvl6pPr algn="l">
              <a:defRPr sz="1800" b="1">
                <a:solidFill>
                  <a:srgbClr val="17243F"/>
                </a:solidFill>
                <a:latin typeface="Arial"/>
                <a:ea typeface="Arial"/>
                <a:cs typeface="Arial"/>
              </a:defRPr>
            </a:lvl6pPr>
            <a:lvl7pPr algn="l">
              <a:defRPr sz="1800" b="1">
                <a:solidFill>
                  <a:srgbClr val="17243F"/>
                </a:solidFill>
                <a:latin typeface="Arial"/>
                <a:ea typeface="Arial"/>
                <a:cs typeface="Arial"/>
              </a:defRPr>
            </a:lvl7pPr>
            <a:lvl8pPr algn="l">
              <a:defRPr sz="1800" b="1">
                <a:solidFill>
                  <a:srgbClr val="17243F"/>
                </a:solidFill>
                <a:latin typeface="Arial"/>
                <a:ea typeface="Arial"/>
                <a:cs typeface="Arial"/>
              </a:defRPr>
            </a:lvl8pPr>
            <a:lvl9pPr algn="l">
              <a:defRPr sz="1800" b="1">
                <a:solidFill>
                  <a:srgbClr val="17243F"/>
                </a:solidFill>
                <a:latin typeface="Arial"/>
                <a:ea typeface="Arial"/>
                <a:cs typeface="Arial"/>
              </a:defRPr>
            </a:lvl9pPr>
          </a:lstStyle>
          <a:p xmlns:a="http://schemas.openxmlformats.org/drawingml/2006/main">
            <a:pPr algn="l">
              <a:defRPr sz="1800" b="1">
                <a:solidFill>
                  <a:srgbClr val="17243F"/>
                </a:solidFill>
                <a:latin typeface="Arial"/>
                <a:ea typeface="Arial"/>
                <a:cs typeface="Arial"/>
              </a:defRPr>
            </a:pPr>
            <a:r>
              <a:rPr sz="1800" b="1">
                <a:solidFill>
                  <a:srgbClr val="17243F"/>
                </a:solidFill>
                <a:latin typeface="Arial"/>
                <a:ea typeface="Arial"/>
                <a:cs typeface="Arial"/>
              </a:rPr>
              <a:t>A verified productive task closes the journey with evidence the accountant can inspect.</a:t>
            </a:r>
          </a:p>
        </p:txBody>
      </p:sp>
      <p:sp>
        <p:nvSpPr>
          <p:cNvPr id="20" name="s6-Screen title">
            <a:extLst xmlns:a="http://schemas.openxmlformats.org/drawingml/2006/main">
              <a:ext uri="{FF2B5EF4-FFF2-40B4-BE49-F238E27FC236}">
                <a16:creationId xmlns:a16="http://schemas.microsoft.com/office/drawing/2014/main" id="{42E89361-A354-4265-8074-5AE57AB195C4}"/>
              </a:ext>
            </a:extLst>
          </p:cNvPr>
          <p:cNvSpPr>
            <a:spLocks xmlns:a="http://schemas.openxmlformats.org/drawingml/2006/main" noGrp="1"/>
          </p:cNvSpPr>
          <p:nvPr/>
        </p:nvSpPr>
        <p:spPr>
          <a:xfrm xmlns:a="http://schemas.openxmlformats.org/drawingml/2006/main">
            <a:off x="762000" y="2895600"/>
            <a:ext cx="1057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11827"/>
                </a:solidFill>
                <a:latin typeface="Arial"/>
                <a:ea typeface="Arial"/>
                <a:cs typeface="Arial"/>
              </a:defRPr>
            </a:defPPr>
            <a:lvl1pPr algn="l">
              <a:defRPr sz="2325" b="1">
                <a:solidFill>
                  <a:srgbClr val="111827"/>
                </a:solidFill>
                <a:latin typeface="Arial"/>
                <a:ea typeface="Arial"/>
                <a:cs typeface="Arial"/>
              </a:defRPr>
            </a:lvl1pPr>
            <a:lvl2pPr algn="l">
              <a:defRPr sz="2325" b="1">
                <a:solidFill>
                  <a:srgbClr val="111827"/>
                </a:solidFill>
                <a:latin typeface="Arial"/>
                <a:ea typeface="Arial"/>
                <a:cs typeface="Arial"/>
              </a:defRPr>
            </a:lvl2pPr>
            <a:lvl3pPr algn="l">
              <a:defRPr sz="2325" b="1">
                <a:solidFill>
                  <a:srgbClr val="111827"/>
                </a:solidFill>
                <a:latin typeface="Arial"/>
                <a:ea typeface="Arial"/>
                <a:cs typeface="Arial"/>
              </a:defRPr>
            </a:lvl3pPr>
            <a:lvl4pPr algn="l">
              <a:defRPr sz="2325" b="1">
                <a:solidFill>
                  <a:srgbClr val="111827"/>
                </a:solidFill>
                <a:latin typeface="Arial"/>
                <a:ea typeface="Arial"/>
                <a:cs typeface="Arial"/>
              </a:defRPr>
            </a:lvl4pPr>
            <a:lvl5pPr algn="l">
              <a:defRPr sz="2325" b="1">
                <a:solidFill>
                  <a:srgbClr val="111827"/>
                </a:solidFill>
                <a:latin typeface="Arial"/>
                <a:ea typeface="Arial"/>
                <a:cs typeface="Arial"/>
              </a:defRPr>
            </a:lvl5pPr>
            <a:lvl6pPr algn="l">
              <a:defRPr sz="2325" b="1">
                <a:solidFill>
                  <a:srgbClr val="111827"/>
                </a:solidFill>
                <a:latin typeface="Arial"/>
                <a:ea typeface="Arial"/>
                <a:cs typeface="Arial"/>
              </a:defRPr>
            </a:lvl6pPr>
            <a:lvl7pPr algn="l">
              <a:defRPr sz="2325" b="1">
                <a:solidFill>
                  <a:srgbClr val="111827"/>
                </a:solidFill>
                <a:latin typeface="Arial"/>
                <a:ea typeface="Arial"/>
                <a:cs typeface="Arial"/>
              </a:defRPr>
            </a:lvl7pPr>
            <a:lvl8pPr algn="l">
              <a:defRPr sz="2325" b="1">
                <a:solidFill>
                  <a:srgbClr val="111827"/>
                </a:solidFill>
                <a:latin typeface="Arial"/>
                <a:ea typeface="Arial"/>
                <a:cs typeface="Arial"/>
              </a:defRPr>
            </a:lvl8pPr>
            <a:lvl9pPr algn="l">
              <a:defRPr sz="2325" b="1">
                <a:solidFill>
                  <a:srgbClr val="111827"/>
                </a:solidFill>
                <a:latin typeface="Arial"/>
                <a:ea typeface="Arial"/>
                <a:cs typeface="Arial"/>
              </a:defRPr>
            </a:lvl9pPr>
          </a:lstStyle>
          <a:p xmlns:a="http://schemas.openxmlformats.org/drawingml/2006/main">
            <a:pPr algn="l">
              <a:defRPr sz="2325" b="1">
                <a:solidFill>
                  <a:srgbClr val="111827"/>
                </a:solidFill>
                <a:latin typeface="Arial"/>
                <a:ea typeface="Arial"/>
                <a:cs typeface="Arial"/>
              </a:defRPr>
            </a:pPr>
            <a:r>
              <a:rPr sz="2325" b="1">
                <a:solidFill>
                  <a:srgbClr val="111827"/>
                </a:solidFill>
                <a:latin typeface="Arial"/>
                <a:ea typeface="Arial"/>
                <a:cs typeface="Arial"/>
              </a:rPr>
              <a:t>Your first invoice is verified</a:t>
            </a:r>
          </a:p>
        </p:txBody>
      </p:sp>
      <p:sp>
        <p:nvSpPr>
          <p:cNvPr id="21" name="s6-Screen subtitle">
            <a:extLst xmlns:a="http://schemas.openxmlformats.org/drawingml/2006/main">
              <a:ext uri="{FF2B5EF4-FFF2-40B4-BE49-F238E27FC236}">
                <a16:creationId xmlns:a16="http://schemas.microsoft.com/office/drawing/2014/main" id="{1204C1D0-C8B3-47A6-97D8-F8975E498E9F}"/>
              </a:ext>
            </a:extLst>
          </p:cNvPr>
          <p:cNvSpPr>
            <a:spLocks xmlns:a="http://schemas.openxmlformats.org/drawingml/2006/main" noGrp="1"/>
          </p:cNvSpPr>
          <p:nvPr/>
        </p:nvSpPr>
        <p:spPr>
          <a:xfrm xmlns:a="http://schemas.openxmlformats.org/drawingml/2006/main">
            <a:off x="762000" y="33813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75569"/>
                </a:solidFill>
                <a:latin typeface="Arial"/>
                <a:ea typeface="Arial"/>
                <a:cs typeface="Arial"/>
              </a:defRPr>
            </a:defPPr>
            <a:lvl1pPr algn="l">
              <a:defRPr sz="1425" b="0">
                <a:solidFill>
                  <a:srgbClr val="475569"/>
                </a:solidFill>
                <a:latin typeface="Arial"/>
                <a:ea typeface="Arial"/>
                <a:cs typeface="Arial"/>
              </a:defRPr>
            </a:lvl1pPr>
            <a:lvl2pPr algn="l">
              <a:defRPr sz="1425" b="0">
                <a:solidFill>
                  <a:srgbClr val="475569"/>
                </a:solidFill>
                <a:latin typeface="Arial"/>
                <a:ea typeface="Arial"/>
                <a:cs typeface="Arial"/>
              </a:defRPr>
            </a:lvl2pPr>
            <a:lvl3pPr algn="l">
              <a:defRPr sz="1425" b="0">
                <a:solidFill>
                  <a:srgbClr val="475569"/>
                </a:solidFill>
                <a:latin typeface="Arial"/>
                <a:ea typeface="Arial"/>
                <a:cs typeface="Arial"/>
              </a:defRPr>
            </a:lvl3pPr>
            <a:lvl4pPr algn="l">
              <a:defRPr sz="1425" b="0">
                <a:solidFill>
                  <a:srgbClr val="475569"/>
                </a:solidFill>
                <a:latin typeface="Arial"/>
                <a:ea typeface="Arial"/>
                <a:cs typeface="Arial"/>
              </a:defRPr>
            </a:lvl4pPr>
            <a:lvl5pPr algn="l">
              <a:defRPr sz="1425" b="0">
                <a:solidFill>
                  <a:srgbClr val="475569"/>
                </a:solidFill>
                <a:latin typeface="Arial"/>
                <a:ea typeface="Arial"/>
                <a:cs typeface="Arial"/>
              </a:defRPr>
            </a:lvl5pPr>
            <a:lvl6pPr algn="l">
              <a:defRPr sz="1425" b="0">
                <a:solidFill>
                  <a:srgbClr val="475569"/>
                </a:solidFill>
                <a:latin typeface="Arial"/>
                <a:ea typeface="Arial"/>
                <a:cs typeface="Arial"/>
              </a:defRPr>
            </a:lvl6pPr>
            <a:lvl7pPr algn="l">
              <a:defRPr sz="1425" b="0">
                <a:solidFill>
                  <a:srgbClr val="475569"/>
                </a:solidFill>
                <a:latin typeface="Arial"/>
                <a:ea typeface="Arial"/>
                <a:cs typeface="Arial"/>
              </a:defRPr>
            </a:lvl7pPr>
            <a:lvl8pPr algn="l">
              <a:defRPr sz="1425" b="0">
                <a:solidFill>
                  <a:srgbClr val="475569"/>
                </a:solidFill>
                <a:latin typeface="Arial"/>
                <a:ea typeface="Arial"/>
                <a:cs typeface="Arial"/>
              </a:defRPr>
            </a:lvl8pPr>
            <a:lvl9pPr algn="l">
              <a:defRPr sz="1425" b="0">
                <a:solidFill>
                  <a:srgbClr val="475569"/>
                </a:solidFill>
                <a:latin typeface="Arial"/>
                <a:ea typeface="Arial"/>
                <a:cs typeface="Arial"/>
              </a:defRPr>
            </a:lvl9pPr>
          </a:lstStyle>
          <a:p xmlns:a="http://schemas.openxmlformats.org/drawingml/2006/main">
            <a:pPr algn="l">
              <a:defRPr sz="1425" b="0">
                <a:solidFill>
                  <a:srgbClr val="475569"/>
                </a:solidFill>
                <a:latin typeface="Arial"/>
                <a:ea typeface="Arial"/>
                <a:cs typeface="Arial"/>
              </a:defRPr>
            </a:pPr>
            <a:r>
              <a:rPr sz="1425" b="0">
                <a:solidFill>
                  <a:srgbClr val="475569"/>
                </a:solidFill>
                <a:latin typeface="Arial"/>
                <a:ea typeface="Arial"/>
                <a:cs typeface="Arial"/>
              </a:rPr>
              <a:t>Harbor Light Books · Business Ready · verified synthetic outcome</a:t>
            </a:r>
          </a:p>
        </p:txBody>
      </p:sp>
      <p:sp>
        <p:nvSpPr>
          <p:cNvPr id="22" name="s6-FPU confirmation">
            <a:extLst xmlns:a="http://schemas.openxmlformats.org/drawingml/2006/main">
              <a:ext uri="{FF2B5EF4-FFF2-40B4-BE49-F238E27FC236}">
                <a16:creationId xmlns:a16="http://schemas.microsoft.com/office/drawing/2014/main" id="{D836207B-F697-4330-860C-20FC6B315512}"/>
              </a:ext>
            </a:extLst>
          </p:cNvPr>
          <p:cNvSpPr>
            <a:spLocks xmlns:a="http://schemas.openxmlformats.org/drawingml/2006/main" noGrp="1"/>
          </p:cNvSpPr>
          <p:nvPr/>
        </p:nvSpPr>
        <p:spPr>
          <a:xfrm xmlns:a="http://schemas.openxmlformats.org/drawingml/2006/main">
            <a:off x="762000" y="3838575"/>
            <a:ext cx="6572250" cy="638175"/>
          </a:xfrm>
          <a:prstGeom xmlns:a="http://schemas.openxmlformats.org/drawingml/2006/main" prst="roundRect">
            <a:avLst>
              <a:gd name="adj" fmla="val 11940"/>
            </a:avLst>
          </a:prstGeom>
          <a:solidFill xmlns:a="http://schemas.openxmlformats.org/drawingml/2006/main">
            <a:srgbClr val="E6F7EF"/>
          </a:solidFill>
          <a:ln xmlns:a="http://schemas.openxmlformats.org/drawingml/2006/main" w="0">
            <a:noFill/>
            <a:prstDash val="solid"/>
          </a:ln>
        </p:spPr>
      </p:sp>
      <p:sp>
        <p:nvSpPr>
          <p:cNvPr id="23" name="s6-FPU verified statement">
            <a:extLst xmlns:a="http://schemas.openxmlformats.org/drawingml/2006/main">
              <a:ext uri="{FF2B5EF4-FFF2-40B4-BE49-F238E27FC236}">
                <a16:creationId xmlns:a16="http://schemas.microsoft.com/office/drawing/2014/main" id="{B5D7F91D-F14E-4AB4-9952-2F2D4780A627}"/>
              </a:ext>
            </a:extLst>
          </p:cNvPr>
          <p:cNvSpPr>
            <a:spLocks xmlns:a="http://schemas.openxmlformats.org/drawingml/2006/main" noGrp="1"/>
          </p:cNvSpPr>
          <p:nvPr/>
        </p:nvSpPr>
        <p:spPr>
          <a:xfrm xmlns:a="http://schemas.openxmlformats.org/drawingml/2006/main">
            <a:off x="962025" y="4010025"/>
            <a:ext cx="61722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87A55"/>
                </a:solidFill>
                <a:latin typeface="Arial"/>
                <a:ea typeface="Arial"/>
                <a:cs typeface="Arial"/>
              </a:defRPr>
            </a:defPPr>
            <a:lvl1pPr algn="l">
              <a:defRPr sz="1875" b="1">
                <a:solidFill>
                  <a:srgbClr val="087A55"/>
                </a:solidFill>
                <a:latin typeface="Arial"/>
                <a:ea typeface="Arial"/>
                <a:cs typeface="Arial"/>
              </a:defRPr>
            </a:lvl1pPr>
            <a:lvl2pPr algn="l">
              <a:defRPr sz="1875" b="1">
                <a:solidFill>
                  <a:srgbClr val="087A55"/>
                </a:solidFill>
                <a:latin typeface="Arial"/>
                <a:ea typeface="Arial"/>
                <a:cs typeface="Arial"/>
              </a:defRPr>
            </a:lvl2pPr>
            <a:lvl3pPr algn="l">
              <a:defRPr sz="1875" b="1">
                <a:solidFill>
                  <a:srgbClr val="087A55"/>
                </a:solidFill>
                <a:latin typeface="Arial"/>
                <a:ea typeface="Arial"/>
                <a:cs typeface="Arial"/>
              </a:defRPr>
            </a:lvl3pPr>
            <a:lvl4pPr algn="l">
              <a:defRPr sz="1875" b="1">
                <a:solidFill>
                  <a:srgbClr val="087A55"/>
                </a:solidFill>
                <a:latin typeface="Arial"/>
                <a:ea typeface="Arial"/>
                <a:cs typeface="Arial"/>
              </a:defRPr>
            </a:lvl4pPr>
            <a:lvl5pPr algn="l">
              <a:defRPr sz="1875" b="1">
                <a:solidFill>
                  <a:srgbClr val="087A55"/>
                </a:solidFill>
                <a:latin typeface="Arial"/>
                <a:ea typeface="Arial"/>
                <a:cs typeface="Arial"/>
              </a:defRPr>
            </a:lvl5pPr>
            <a:lvl6pPr algn="l">
              <a:defRPr sz="1875" b="1">
                <a:solidFill>
                  <a:srgbClr val="087A55"/>
                </a:solidFill>
                <a:latin typeface="Arial"/>
                <a:ea typeface="Arial"/>
                <a:cs typeface="Arial"/>
              </a:defRPr>
            </a:lvl6pPr>
            <a:lvl7pPr algn="l">
              <a:defRPr sz="1875" b="1">
                <a:solidFill>
                  <a:srgbClr val="087A55"/>
                </a:solidFill>
                <a:latin typeface="Arial"/>
                <a:ea typeface="Arial"/>
                <a:cs typeface="Arial"/>
              </a:defRPr>
            </a:lvl7pPr>
            <a:lvl8pPr algn="l">
              <a:defRPr sz="1875" b="1">
                <a:solidFill>
                  <a:srgbClr val="087A55"/>
                </a:solidFill>
                <a:latin typeface="Arial"/>
                <a:ea typeface="Arial"/>
                <a:cs typeface="Arial"/>
              </a:defRPr>
            </a:lvl8pPr>
            <a:lvl9pPr algn="l">
              <a:defRPr sz="1875" b="1">
                <a:solidFill>
                  <a:srgbClr val="087A55"/>
                </a:solidFill>
                <a:latin typeface="Arial"/>
                <a:ea typeface="Arial"/>
                <a:cs typeface="Arial"/>
              </a:defRPr>
            </a:lvl9pPr>
          </a:lstStyle>
          <a:p xmlns:a="http://schemas.openxmlformats.org/drawingml/2006/main">
            <a:pPr algn="l">
              <a:defRPr sz="1875" b="1">
                <a:solidFill>
                  <a:srgbClr val="087A55"/>
                </a:solidFill>
                <a:latin typeface="Arial"/>
                <a:ea typeface="Arial"/>
                <a:cs typeface="Arial"/>
              </a:defRPr>
            </a:pPr>
            <a:r>
              <a:rPr sz="1875" b="1">
                <a:solidFill>
                  <a:srgbClr val="087A55"/>
                </a:solidFill>
                <a:latin typeface="Arial"/>
                <a:ea typeface="Arial"/>
                <a:cs typeface="Arial"/>
              </a:rPr>
              <a:t>First Productive Use · VERIFIED</a:t>
            </a:r>
          </a:p>
        </p:txBody>
      </p:sp>
      <p:sp>
        <p:nvSpPr>
          <p:cNvPr id="24" name="s6-First productive invoice">
            <a:extLst xmlns:a="http://schemas.openxmlformats.org/drawingml/2006/main">
              <a:ext uri="{FF2B5EF4-FFF2-40B4-BE49-F238E27FC236}">
                <a16:creationId xmlns:a16="http://schemas.microsoft.com/office/drawing/2014/main" id="{C9BF35EB-7940-410A-8598-1882E1CB0806}"/>
              </a:ext>
            </a:extLst>
          </p:cNvPr>
          <p:cNvSpPr>
            <a:spLocks xmlns:a="http://schemas.openxmlformats.org/drawingml/2006/main" noGrp="1"/>
          </p:cNvSpPr>
          <p:nvPr/>
        </p:nvSpPr>
        <p:spPr>
          <a:xfrm xmlns:a="http://schemas.openxmlformats.org/drawingml/2006/main">
            <a:off x="762000" y="4667250"/>
            <a:ext cx="6572250" cy="1819275"/>
          </a:xfrm>
          <a:prstGeom xmlns:a="http://schemas.openxmlformats.org/drawingml/2006/main" prst="roundRect">
            <a:avLst>
              <a:gd name="adj" fmla="val 4188"/>
            </a:avLst>
          </a:prstGeom>
          <a:solidFill xmlns:a="http://schemas.openxmlformats.org/drawingml/2006/main">
            <a:srgbClr val="FFFFFF"/>
          </a:solidFill>
          <a:ln xmlns:a="http://schemas.openxmlformats.org/drawingml/2006/main" w="9525">
            <a:solidFill>
              <a:srgbClr val="D8E0EB"/>
            </a:solidFill>
            <a:prstDash val="solid"/>
          </a:ln>
        </p:spPr>
      </p:sp>
      <p:sp>
        <p:nvSpPr>
          <p:cNvPr id="25" name="s6-Invoice title">
            <a:extLst xmlns:a="http://schemas.openxmlformats.org/drawingml/2006/main">
              <a:ext uri="{FF2B5EF4-FFF2-40B4-BE49-F238E27FC236}">
                <a16:creationId xmlns:a16="http://schemas.microsoft.com/office/drawing/2014/main" id="{4AFA770B-BD89-4511-BFB8-2E9C6114A81B}"/>
              </a:ext>
            </a:extLst>
          </p:cNvPr>
          <p:cNvSpPr>
            <a:spLocks xmlns:a="http://schemas.openxmlformats.org/drawingml/2006/main" noGrp="1"/>
          </p:cNvSpPr>
          <p:nvPr/>
        </p:nvSpPr>
        <p:spPr>
          <a:xfrm xmlns:a="http://schemas.openxmlformats.org/drawingml/2006/main">
            <a:off x="952500" y="4829175"/>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11827"/>
                </a:solidFill>
                <a:latin typeface="Arial"/>
                <a:ea typeface="Arial"/>
                <a:cs typeface="Arial"/>
              </a:defRPr>
            </a:defPPr>
            <a:lvl1pPr algn="l">
              <a:defRPr sz="1725" b="1">
                <a:solidFill>
                  <a:srgbClr val="111827"/>
                </a:solidFill>
                <a:latin typeface="Arial"/>
                <a:ea typeface="Arial"/>
                <a:cs typeface="Arial"/>
              </a:defRPr>
            </a:lvl1pPr>
            <a:lvl2pPr algn="l">
              <a:defRPr sz="1725" b="1">
                <a:solidFill>
                  <a:srgbClr val="111827"/>
                </a:solidFill>
                <a:latin typeface="Arial"/>
                <a:ea typeface="Arial"/>
                <a:cs typeface="Arial"/>
              </a:defRPr>
            </a:lvl2pPr>
            <a:lvl3pPr algn="l">
              <a:defRPr sz="1725" b="1">
                <a:solidFill>
                  <a:srgbClr val="111827"/>
                </a:solidFill>
                <a:latin typeface="Arial"/>
                <a:ea typeface="Arial"/>
                <a:cs typeface="Arial"/>
              </a:defRPr>
            </a:lvl3pPr>
            <a:lvl4pPr algn="l">
              <a:defRPr sz="1725" b="1">
                <a:solidFill>
                  <a:srgbClr val="111827"/>
                </a:solidFill>
                <a:latin typeface="Arial"/>
                <a:ea typeface="Arial"/>
                <a:cs typeface="Arial"/>
              </a:defRPr>
            </a:lvl4pPr>
            <a:lvl5pPr algn="l">
              <a:defRPr sz="1725" b="1">
                <a:solidFill>
                  <a:srgbClr val="111827"/>
                </a:solidFill>
                <a:latin typeface="Arial"/>
                <a:ea typeface="Arial"/>
                <a:cs typeface="Arial"/>
              </a:defRPr>
            </a:lvl5pPr>
            <a:lvl6pPr algn="l">
              <a:defRPr sz="1725" b="1">
                <a:solidFill>
                  <a:srgbClr val="111827"/>
                </a:solidFill>
                <a:latin typeface="Arial"/>
                <a:ea typeface="Arial"/>
                <a:cs typeface="Arial"/>
              </a:defRPr>
            </a:lvl6pPr>
            <a:lvl7pPr algn="l">
              <a:defRPr sz="1725" b="1">
                <a:solidFill>
                  <a:srgbClr val="111827"/>
                </a:solidFill>
                <a:latin typeface="Arial"/>
                <a:ea typeface="Arial"/>
                <a:cs typeface="Arial"/>
              </a:defRPr>
            </a:lvl7pPr>
            <a:lvl8pPr algn="l">
              <a:defRPr sz="1725" b="1">
                <a:solidFill>
                  <a:srgbClr val="111827"/>
                </a:solidFill>
                <a:latin typeface="Arial"/>
                <a:ea typeface="Arial"/>
                <a:cs typeface="Arial"/>
              </a:defRPr>
            </a:lvl8pPr>
            <a:lvl9pPr algn="l">
              <a:defRPr sz="1725" b="1">
                <a:solidFill>
                  <a:srgbClr val="111827"/>
                </a:solidFill>
                <a:latin typeface="Arial"/>
                <a:ea typeface="Arial"/>
                <a:cs typeface="Arial"/>
              </a:defRPr>
            </a:lvl9pPr>
          </a:lstStyle>
          <a:p xmlns:a="http://schemas.openxmlformats.org/drawingml/2006/main">
            <a:pPr algn="l">
              <a:defRPr sz="1725" b="1">
                <a:solidFill>
                  <a:srgbClr val="111827"/>
                </a:solidFill>
                <a:latin typeface="Arial"/>
                <a:ea typeface="Arial"/>
                <a:cs typeface="Arial"/>
              </a:defRPr>
            </a:pPr>
            <a:r>
              <a:rPr sz="1725" b="1">
                <a:solidFill>
                  <a:srgbClr val="111827"/>
                </a:solidFill>
                <a:latin typeface="Arial"/>
                <a:ea typeface="Arial"/>
                <a:cs typeface="Arial"/>
              </a:rPr>
              <a:t>First customer invoice · synthetic</a:t>
            </a:r>
          </a:p>
        </p:txBody>
      </p:sp>
      <p:sp>
        <p:nvSpPr>
          <p:cNvPr id="26" name="s6-Invoice customer and service">
            <a:extLst xmlns:a="http://schemas.openxmlformats.org/drawingml/2006/main">
              <a:ext uri="{FF2B5EF4-FFF2-40B4-BE49-F238E27FC236}">
                <a16:creationId xmlns:a16="http://schemas.microsoft.com/office/drawing/2014/main" id="{6A5B58C5-163F-4843-B679-183D61C07956}"/>
              </a:ext>
            </a:extLst>
          </p:cNvPr>
          <p:cNvSpPr>
            <a:spLocks xmlns:a="http://schemas.openxmlformats.org/drawingml/2006/main" noGrp="1"/>
          </p:cNvSpPr>
          <p:nvPr/>
        </p:nvSpPr>
        <p:spPr>
          <a:xfrm xmlns:a="http://schemas.openxmlformats.org/drawingml/2006/main">
            <a:off x="952500" y="5238750"/>
            <a:ext cx="619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75569"/>
                </a:solidFill>
                <a:latin typeface="Arial"/>
                <a:ea typeface="Arial"/>
                <a:cs typeface="Arial"/>
              </a:defRPr>
            </a:defPPr>
            <a:lvl1pPr algn="l">
              <a:defRPr sz="1500" b="0">
                <a:solidFill>
                  <a:srgbClr val="475569"/>
                </a:solidFill>
                <a:latin typeface="Arial"/>
                <a:ea typeface="Arial"/>
                <a:cs typeface="Arial"/>
              </a:defRPr>
            </a:lvl1pPr>
            <a:lvl2pPr algn="l">
              <a:defRPr sz="1500" b="0">
                <a:solidFill>
                  <a:srgbClr val="475569"/>
                </a:solidFill>
                <a:latin typeface="Arial"/>
                <a:ea typeface="Arial"/>
                <a:cs typeface="Arial"/>
              </a:defRPr>
            </a:lvl2pPr>
            <a:lvl3pPr algn="l">
              <a:defRPr sz="1500" b="0">
                <a:solidFill>
                  <a:srgbClr val="475569"/>
                </a:solidFill>
                <a:latin typeface="Arial"/>
                <a:ea typeface="Arial"/>
                <a:cs typeface="Arial"/>
              </a:defRPr>
            </a:lvl3pPr>
            <a:lvl4pPr algn="l">
              <a:defRPr sz="1500" b="0">
                <a:solidFill>
                  <a:srgbClr val="475569"/>
                </a:solidFill>
                <a:latin typeface="Arial"/>
                <a:ea typeface="Arial"/>
                <a:cs typeface="Arial"/>
              </a:defRPr>
            </a:lvl4pPr>
            <a:lvl5pPr algn="l">
              <a:defRPr sz="1500" b="0">
                <a:solidFill>
                  <a:srgbClr val="475569"/>
                </a:solidFill>
                <a:latin typeface="Arial"/>
                <a:ea typeface="Arial"/>
                <a:cs typeface="Arial"/>
              </a:defRPr>
            </a:lvl5pPr>
            <a:lvl6pPr algn="l">
              <a:defRPr sz="1500" b="0">
                <a:solidFill>
                  <a:srgbClr val="475569"/>
                </a:solidFill>
                <a:latin typeface="Arial"/>
                <a:ea typeface="Arial"/>
                <a:cs typeface="Arial"/>
              </a:defRPr>
            </a:lvl6pPr>
            <a:lvl7pPr algn="l">
              <a:defRPr sz="1500" b="0">
                <a:solidFill>
                  <a:srgbClr val="475569"/>
                </a:solidFill>
                <a:latin typeface="Arial"/>
                <a:ea typeface="Arial"/>
                <a:cs typeface="Arial"/>
              </a:defRPr>
            </a:lvl7pPr>
            <a:lvl8pPr algn="l">
              <a:defRPr sz="1500" b="0">
                <a:solidFill>
                  <a:srgbClr val="475569"/>
                </a:solidFill>
                <a:latin typeface="Arial"/>
                <a:ea typeface="Arial"/>
                <a:cs typeface="Arial"/>
              </a:defRPr>
            </a:lvl8pPr>
            <a:lvl9pPr algn="l">
              <a:defRPr sz="1500" b="0">
                <a:solidFill>
                  <a:srgbClr val="475569"/>
                </a:solidFill>
                <a:latin typeface="Arial"/>
                <a:ea typeface="Arial"/>
                <a:cs typeface="Arial"/>
              </a:defRPr>
            </a:lvl9pPr>
          </a:lstStyle>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Cedar School / Catalog preparation / Quantity 1</a:t>
            </a:r>
          </a:p>
        </p:txBody>
      </p:sp>
      <p:sp>
        <p:nvSpPr>
          <p:cNvPr id="27" name="s6-Invoice subtotal label">
            <a:extLst xmlns:a="http://schemas.openxmlformats.org/drawingml/2006/main">
              <a:ext uri="{FF2B5EF4-FFF2-40B4-BE49-F238E27FC236}">
                <a16:creationId xmlns:a16="http://schemas.microsoft.com/office/drawing/2014/main" id="{B6366C39-D54A-4358-9D99-893325AD74A2}"/>
              </a:ext>
            </a:extLst>
          </p:cNvPr>
          <p:cNvSpPr>
            <a:spLocks xmlns:a="http://schemas.openxmlformats.org/drawingml/2006/main" noGrp="1"/>
          </p:cNvSpPr>
          <p:nvPr/>
        </p:nvSpPr>
        <p:spPr>
          <a:xfrm xmlns:a="http://schemas.openxmlformats.org/drawingml/2006/main">
            <a:off x="952500" y="57054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4748B"/>
                </a:solidFill>
                <a:latin typeface="Arial"/>
                <a:ea typeface="Arial"/>
                <a:cs typeface="Arial"/>
              </a:defRPr>
            </a:defPPr>
            <a:lvl1pPr algn="l">
              <a:defRPr sz="1275" b="0">
                <a:solidFill>
                  <a:srgbClr val="64748B"/>
                </a:solidFill>
                <a:latin typeface="Arial"/>
                <a:ea typeface="Arial"/>
                <a:cs typeface="Arial"/>
              </a:defRPr>
            </a:lvl1pPr>
            <a:lvl2pPr algn="l">
              <a:defRPr sz="1275" b="0">
                <a:solidFill>
                  <a:srgbClr val="64748B"/>
                </a:solidFill>
                <a:latin typeface="Arial"/>
                <a:ea typeface="Arial"/>
                <a:cs typeface="Arial"/>
              </a:defRPr>
            </a:lvl2pPr>
            <a:lvl3pPr algn="l">
              <a:defRPr sz="1275" b="0">
                <a:solidFill>
                  <a:srgbClr val="64748B"/>
                </a:solidFill>
                <a:latin typeface="Arial"/>
                <a:ea typeface="Arial"/>
                <a:cs typeface="Arial"/>
              </a:defRPr>
            </a:lvl3pPr>
            <a:lvl4pPr algn="l">
              <a:defRPr sz="1275" b="0">
                <a:solidFill>
                  <a:srgbClr val="64748B"/>
                </a:solidFill>
                <a:latin typeface="Arial"/>
                <a:ea typeface="Arial"/>
                <a:cs typeface="Arial"/>
              </a:defRPr>
            </a:lvl4pPr>
            <a:lvl5pPr algn="l">
              <a:defRPr sz="1275" b="0">
                <a:solidFill>
                  <a:srgbClr val="64748B"/>
                </a:solidFill>
                <a:latin typeface="Arial"/>
                <a:ea typeface="Arial"/>
                <a:cs typeface="Arial"/>
              </a:defRPr>
            </a:lvl5pPr>
            <a:lvl6pPr algn="l">
              <a:defRPr sz="1275" b="0">
                <a:solidFill>
                  <a:srgbClr val="64748B"/>
                </a:solidFill>
                <a:latin typeface="Arial"/>
                <a:ea typeface="Arial"/>
                <a:cs typeface="Arial"/>
              </a:defRPr>
            </a:lvl6pPr>
            <a:lvl7pPr algn="l">
              <a:defRPr sz="1275" b="0">
                <a:solidFill>
                  <a:srgbClr val="64748B"/>
                </a:solidFill>
                <a:latin typeface="Arial"/>
                <a:ea typeface="Arial"/>
                <a:cs typeface="Arial"/>
              </a:defRPr>
            </a:lvl7pPr>
            <a:lvl8pPr algn="l">
              <a:defRPr sz="1275" b="0">
                <a:solidFill>
                  <a:srgbClr val="64748B"/>
                </a:solidFill>
                <a:latin typeface="Arial"/>
                <a:ea typeface="Arial"/>
                <a:cs typeface="Arial"/>
              </a:defRPr>
            </a:lvl8pPr>
            <a:lvl9pPr algn="l">
              <a:defRPr sz="1275" b="0">
                <a:solidFill>
                  <a:srgbClr val="64748B"/>
                </a:solidFill>
                <a:latin typeface="Arial"/>
                <a:ea typeface="Arial"/>
                <a:cs typeface="Arial"/>
              </a:defRPr>
            </a:lvl9pPr>
          </a:lstStyle>
          <a:p xmlns:a="http://schemas.openxmlformats.org/drawingml/2006/main">
            <a:pPr algn="l">
              <a:defRPr sz="1275" b="0">
                <a:solidFill>
                  <a:srgbClr val="64748B"/>
                </a:solidFill>
                <a:latin typeface="Arial"/>
                <a:ea typeface="Arial"/>
                <a:cs typeface="Arial"/>
              </a:defRPr>
            </a:pPr>
            <a:r>
              <a:rPr sz="1275" b="0">
                <a:solidFill>
                  <a:srgbClr val="64748B"/>
                </a:solidFill>
                <a:latin typeface="Arial"/>
                <a:ea typeface="Arial"/>
                <a:cs typeface="Arial"/>
              </a:rPr>
              <a:t>Subtotal</a:t>
            </a:r>
          </a:p>
        </p:txBody>
      </p:sp>
      <p:sp>
        <p:nvSpPr>
          <p:cNvPr id="28" name="s6-Invoice tax label">
            <a:extLst xmlns:a="http://schemas.openxmlformats.org/drawingml/2006/main">
              <a:ext uri="{FF2B5EF4-FFF2-40B4-BE49-F238E27FC236}">
                <a16:creationId xmlns:a16="http://schemas.microsoft.com/office/drawing/2014/main" id="{D236504D-BBD3-4193-A3E0-1267974EC404}"/>
              </a:ext>
            </a:extLst>
          </p:cNvPr>
          <p:cNvSpPr>
            <a:spLocks xmlns:a="http://schemas.openxmlformats.org/drawingml/2006/main" noGrp="1"/>
          </p:cNvSpPr>
          <p:nvPr/>
        </p:nvSpPr>
        <p:spPr>
          <a:xfrm xmlns:a="http://schemas.openxmlformats.org/drawingml/2006/main">
            <a:off x="3057525" y="57054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4748B"/>
                </a:solidFill>
                <a:latin typeface="Arial"/>
                <a:ea typeface="Arial"/>
                <a:cs typeface="Arial"/>
              </a:defRPr>
            </a:defPPr>
            <a:lvl1pPr algn="l">
              <a:defRPr sz="1275" b="0">
                <a:solidFill>
                  <a:srgbClr val="64748B"/>
                </a:solidFill>
                <a:latin typeface="Arial"/>
                <a:ea typeface="Arial"/>
                <a:cs typeface="Arial"/>
              </a:defRPr>
            </a:lvl1pPr>
            <a:lvl2pPr algn="l">
              <a:defRPr sz="1275" b="0">
                <a:solidFill>
                  <a:srgbClr val="64748B"/>
                </a:solidFill>
                <a:latin typeface="Arial"/>
                <a:ea typeface="Arial"/>
                <a:cs typeface="Arial"/>
              </a:defRPr>
            </a:lvl2pPr>
            <a:lvl3pPr algn="l">
              <a:defRPr sz="1275" b="0">
                <a:solidFill>
                  <a:srgbClr val="64748B"/>
                </a:solidFill>
                <a:latin typeface="Arial"/>
                <a:ea typeface="Arial"/>
                <a:cs typeface="Arial"/>
              </a:defRPr>
            </a:lvl3pPr>
            <a:lvl4pPr algn="l">
              <a:defRPr sz="1275" b="0">
                <a:solidFill>
                  <a:srgbClr val="64748B"/>
                </a:solidFill>
                <a:latin typeface="Arial"/>
                <a:ea typeface="Arial"/>
                <a:cs typeface="Arial"/>
              </a:defRPr>
            </a:lvl4pPr>
            <a:lvl5pPr algn="l">
              <a:defRPr sz="1275" b="0">
                <a:solidFill>
                  <a:srgbClr val="64748B"/>
                </a:solidFill>
                <a:latin typeface="Arial"/>
                <a:ea typeface="Arial"/>
                <a:cs typeface="Arial"/>
              </a:defRPr>
            </a:lvl5pPr>
            <a:lvl6pPr algn="l">
              <a:defRPr sz="1275" b="0">
                <a:solidFill>
                  <a:srgbClr val="64748B"/>
                </a:solidFill>
                <a:latin typeface="Arial"/>
                <a:ea typeface="Arial"/>
                <a:cs typeface="Arial"/>
              </a:defRPr>
            </a:lvl6pPr>
            <a:lvl7pPr algn="l">
              <a:defRPr sz="1275" b="0">
                <a:solidFill>
                  <a:srgbClr val="64748B"/>
                </a:solidFill>
                <a:latin typeface="Arial"/>
                <a:ea typeface="Arial"/>
                <a:cs typeface="Arial"/>
              </a:defRPr>
            </a:lvl7pPr>
            <a:lvl8pPr algn="l">
              <a:defRPr sz="1275" b="0">
                <a:solidFill>
                  <a:srgbClr val="64748B"/>
                </a:solidFill>
                <a:latin typeface="Arial"/>
                <a:ea typeface="Arial"/>
                <a:cs typeface="Arial"/>
              </a:defRPr>
            </a:lvl8pPr>
            <a:lvl9pPr algn="l">
              <a:defRPr sz="1275" b="0">
                <a:solidFill>
                  <a:srgbClr val="64748B"/>
                </a:solidFill>
                <a:latin typeface="Arial"/>
                <a:ea typeface="Arial"/>
                <a:cs typeface="Arial"/>
              </a:defRPr>
            </a:lvl9pPr>
          </a:lstStyle>
          <a:p xmlns:a="http://schemas.openxmlformats.org/drawingml/2006/main">
            <a:pPr algn="l">
              <a:defRPr sz="1275" b="0">
                <a:solidFill>
                  <a:srgbClr val="64748B"/>
                </a:solidFill>
                <a:latin typeface="Arial"/>
                <a:ea typeface="Arial"/>
                <a:cs typeface="Arial"/>
              </a:defRPr>
            </a:pPr>
            <a:r>
              <a:rPr sz="1275" b="0">
                <a:solidFill>
                  <a:srgbClr val="64748B"/>
                </a:solidFill>
                <a:latin typeface="Arial"/>
                <a:ea typeface="Arial"/>
                <a:cs typeface="Arial"/>
              </a:rPr>
              <a:t>Tax (7.25%)</a:t>
            </a:r>
          </a:p>
        </p:txBody>
      </p:sp>
      <p:sp>
        <p:nvSpPr>
          <p:cNvPr id="29" name="s6-Invoice total label">
            <a:extLst xmlns:a="http://schemas.openxmlformats.org/drawingml/2006/main">
              <a:ext uri="{FF2B5EF4-FFF2-40B4-BE49-F238E27FC236}">
                <a16:creationId xmlns:a16="http://schemas.microsoft.com/office/drawing/2014/main" id="{E8020F5C-059D-4A2C-A5EE-60B4FE2FDC15}"/>
              </a:ext>
            </a:extLst>
          </p:cNvPr>
          <p:cNvSpPr>
            <a:spLocks xmlns:a="http://schemas.openxmlformats.org/drawingml/2006/main" noGrp="1"/>
          </p:cNvSpPr>
          <p:nvPr/>
        </p:nvSpPr>
        <p:spPr>
          <a:xfrm xmlns:a="http://schemas.openxmlformats.org/drawingml/2006/main">
            <a:off x="5172075" y="57054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4748B"/>
                </a:solidFill>
                <a:latin typeface="Arial"/>
                <a:ea typeface="Arial"/>
                <a:cs typeface="Arial"/>
              </a:defRPr>
            </a:defPPr>
            <a:lvl1pPr algn="l">
              <a:defRPr sz="1275" b="0">
                <a:solidFill>
                  <a:srgbClr val="64748B"/>
                </a:solidFill>
                <a:latin typeface="Arial"/>
                <a:ea typeface="Arial"/>
                <a:cs typeface="Arial"/>
              </a:defRPr>
            </a:lvl1pPr>
            <a:lvl2pPr algn="l">
              <a:defRPr sz="1275" b="0">
                <a:solidFill>
                  <a:srgbClr val="64748B"/>
                </a:solidFill>
                <a:latin typeface="Arial"/>
                <a:ea typeface="Arial"/>
                <a:cs typeface="Arial"/>
              </a:defRPr>
            </a:lvl2pPr>
            <a:lvl3pPr algn="l">
              <a:defRPr sz="1275" b="0">
                <a:solidFill>
                  <a:srgbClr val="64748B"/>
                </a:solidFill>
                <a:latin typeface="Arial"/>
                <a:ea typeface="Arial"/>
                <a:cs typeface="Arial"/>
              </a:defRPr>
            </a:lvl3pPr>
            <a:lvl4pPr algn="l">
              <a:defRPr sz="1275" b="0">
                <a:solidFill>
                  <a:srgbClr val="64748B"/>
                </a:solidFill>
                <a:latin typeface="Arial"/>
                <a:ea typeface="Arial"/>
                <a:cs typeface="Arial"/>
              </a:defRPr>
            </a:lvl4pPr>
            <a:lvl5pPr algn="l">
              <a:defRPr sz="1275" b="0">
                <a:solidFill>
                  <a:srgbClr val="64748B"/>
                </a:solidFill>
                <a:latin typeface="Arial"/>
                <a:ea typeface="Arial"/>
                <a:cs typeface="Arial"/>
              </a:defRPr>
            </a:lvl5pPr>
            <a:lvl6pPr algn="l">
              <a:defRPr sz="1275" b="0">
                <a:solidFill>
                  <a:srgbClr val="64748B"/>
                </a:solidFill>
                <a:latin typeface="Arial"/>
                <a:ea typeface="Arial"/>
                <a:cs typeface="Arial"/>
              </a:defRPr>
            </a:lvl6pPr>
            <a:lvl7pPr algn="l">
              <a:defRPr sz="1275" b="0">
                <a:solidFill>
                  <a:srgbClr val="64748B"/>
                </a:solidFill>
                <a:latin typeface="Arial"/>
                <a:ea typeface="Arial"/>
                <a:cs typeface="Arial"/>
              </a:defRPr>
            </a:lvl7pPr>
            <a:lvl8pPr algn="l">
              <a:defRPr sz="1275" b="0">
                <a:solidFill>
                  <a:srgbClr val="64748B"/>
                </a:solidFill>
                <a:latin typeface="Arial"/>
                <a:ea typeface="Arial"/>
                <a:cs typeface="Arial"/>
              </a:defRPr>
            </a:lvl8pPr>
            <a:lvl9pPr algn="l">
              <a:defRPr sz="1275" b="0">
                <a:solidFill>
                  <a:srgbClr val="64748B"/>
                </a:solidFill>
                <a:latin typeface="Arial"/>
                <a:ea typeface="Arial"/>
                <a:cs typeface="Arial"/>
              </a:defRPr>
            </a:lvl9pPr>
          </a:lstStyle>
          <a:p xmlns:a="http://schemas.openxmlformats.org/drawingml/2006/main">
            <a:pPr algn="l">
              <a:defRPr sz="1275" b="0">
                <a:solidFill>
                  <a:srgbClr val="64748B"/>
                </a:solidFill>
                <a:latin typeface="Arial"/>
                <a:ea typeface="Arial"/>
                <a:cs typeface="Arial"/>
              </a:defRPr>
            </a:pPr>
            <a:r>
              <a:rPr sz="1275" b="0">
                <a:solidFill>
                  <a:srgbClr val="64748B"/>
                </a:solidFill>
                <a:latin typeface="Arial"/>
                <a:ea typeface="Arial"/>
                <a:cs typeface="Arial"/>
              </a:rPr>
              <a:t>Total USD</a:t>
            </a:r>
          </a:p>
        </p:txBody>
      </p:sp>
      <p:sp>
        <p:nvSpPr>
          <p:cNvPr id="30" name="s6-Invoice subtotal">
            <a:extLst xmlns:a="http://schemas.openxmlformats.org/drawingml/2006/main">
              <a:ext uri="{FF2B5EF4-FFF2-40B4-BE49-F238E27FC236}">
                <a16:creationId xmlns:a16="http://schemas.microsoft.com/office/drawing/2014/main" id="{B0BF27FC-A5C1-4610-B650-948DB0B57659}"/>
              </a:ext>
            </a:extLst>
          </p:cNvPr>
          <p:cNvSpPr>
            <a:spLocks xmlns:a="http://schemas.openxmlformats.org/drawingml/2006/main" noGrp="1"/>
          </p:cNvSpPr>
          <p:nvPr/>
        </p:nvSpPr>
        <p:spPr>
          <a:xfrm xmlns:a="http://schemas.openxmlformats.org/drawingml/2006/main">
            <a:off x="952500" y="60198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11827"/>
                </a:solidFill>
                <a:latin typeface="Arial"/>
                <a:ea typeface="Arial"/>
                <a:cs typeface="Arial"/>
              </a:defRPr>
            </a:defPPr>
            <a:lvl1pPr algn="l">
              <a:defRPr sz="2175" b="1">
                <a:solidFill>
                  <a:srgbClr val="111827"/>
                </a:solidFill>
                <a:latin typeface="Arial"/>
                <a:ea typeface="Arial"/>
                <a:cs typeface="Arial"/>
              </a:defRPr>
            </a:lvl1pPr>
            <a:lvl2pPr algn="l">
              <a:defRPr sz="2175" b="1">
                <a:solidFill>
                  <a:srgbClr val="111827"/>
                </a:solidFill>
                <a:latin typeface="Arial"/>
                <a:ea typeface="Arial"/>
                <a:cs typeface="Arial"/>
              </a:defRPr>
            </a:lvl2pPr>
            <a:lvl3pPr algn="l">
              <a:defRPr sz="2175" b="1">
                <a:solidFill>
                  <a:srgbClr val="111827"/>
                </a:solidFill>
                <a:latin typeface="Arial"/>
                <a:ea typeface="Arial"/>
                <a:cs typeface="Arial"/>
              </a:defRPr>
            </a:lvl3pPr>
            <a:lvl4pPr algn="l">
              <a:defRPr sz="2175" b="1">
                <a:solidFill>
                  <a:srgbClr val="111827"/>
                </a:solidFill>
                <a:latin typeface="Arial"/>
                <a:ea typeface="Arial"/>
                <a:cs typeface="Arial"/>
              </a:defRPr>
            </a:lvl4pPr>
            <a:lvl5pPr algn="l">
              <a:defRPr sz="2175" b="1">
                <a:solidFill>
                  <a:srgbClr val="111827"/>
                </a:solidFill>
                <a:latin typeface="Arial"/>
                <a:ea typeface="Arial"/>
                <a:cs typeface="Arial"/>
              </a:defRPr>
            </a:lvl5pPr>
            <a:lvl6pPr algn="l">
              <a:defRPr sz="2175" b="1">
                <a:solidFill>
                  <a:srgbClr val="111827"/>
                </a:solidFill>
                <a:latin typeface="Arial"/>
                <a:ea typeface="Arial"/>
                <a:cs typeface="Arial"/>
              </a:defRPr>
            </a:lvl6pPr>
            <a:lvl7pPr algn="l">
              <a:defRPr sz="2175" b="1">
                <a:solidFill>
                  <a:srgbClr val="111827"/>
                </a:solidFill>
                <a:latin typeface="Arial"/>
                <a:ea typeface="Arial"/>
                <a:cs typeface="Arial"/>
              </a:defRPr>
            </a:lvl7pPr>
            <a:lvl8pPr algn="l">
              <a:defRPr sz="2175" b="1">
                <a:solidFill>
                  <a:srgbClr val="111827"/>
                </a:solidFill>
                <a:latin typeface="Arial"/>
                <a:ea typeface="Arial"/>
                <a:cs typeface="Arial"/>
              </a:defRPr>
            </a:lvl8pPr>
            <a:lvl9pPr algn="l">
              <a:defRPr sz="2175" b="1">
                <a:solidFill>
                  <a:srgbClr val="111827"/>
                </a:solidFill>
                <a:latin typeface="Arial"/>
                <a:ea typeface="Arial"/>
                <a:cs typeface="Arial"/>
              </a:defRPr>
            </a:lvl9pPr>
          </a:lstStyle>
          <a:p xmlns:a="http://schemas.openxmlformats.org/drawingml/2006/main">
            <a:pPr algn="l">
              <a:defRPr sz="2175" b="1">
                <a:solidFill>
                  <a:srgbClr val="111827"/>
                </a:solidFill>
                <a:latin typeface="Arial"/>
                <a:ea typeface="Arial"/>
                <a:cs typeface="Arial"/>
              </a:defRPr>
            </a:pPr>
            <a:r>
              <a:rPr sz="2175" b="1">
                <a:solidFill>
                  <a:srgbClr val="111827"/>
                </a:solidFill>
                <a:latin typeface="Arial"/>
                <a:ea typeface="Arial"/>
                <a:cs typeface="Arial"/>
              </a:rPr>
              <a:t>100.00</a:t>
            </a:r>
          </a:p>
        </p:txBody>
      </p:sp>
      <p:sp>
        <p:nvSpPr>
          <p:cNvPr id="31" name="s6-Invoice tax">
            <a:extLst xmlns:a="http://schemas.openxmlformats.org/drawingml/2006/main">
              <a:ext uri="{FF2B5EF4-FFF2-40B4-BE49-F238E27FC236}">
                <a16:creationId xmlns:a16="http://schemas.microsoft.com/office/drawing/2014/main" id="{D398B212-DFF5-4F6C-B30F-C77FDB1E42A1}"/>
              </a:ext>
            </a:extLst>
          </p:cNvPr>
          <p:cNvSpPr>
            <a:spLocks xmlns:a="http://schemas.openxmlformats.org/drawingml/2006/main" noGrp="1"/>
          </p:cNvSpPr>
          <p:nvPr/>
        </p:nvSpPr>
        <p:spPr>
          <a:xfrm xmlns:a="http://schemas.openxmlformats.org/drawingml/2006/main">
            <a:off x="3057525" y="60198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11827"/>
                </a:solidFill>
                <a:latin typeface="Arial"/>
                <a:ea typeface="Arial"/>
                <a:cs typeface="Arial"/>
              </a:defRPr>
            </a:defPPr>
            <a:lvl1pPr algn="l">
              <a:defRPr sz="2175" b="1">
                <a:solidFill>
                  <a:srgbClr val="111827"/>
                </a:solidFill>
                <a:latin typeface="Arial"/>
                <a:ea typeface="Arial"/>
                <a:cs typeface="Arial"/>
              </a:defRPr>
            </a:lvl1pPr>
            <a:lvl2pPr algn="l">
              <a:defRPr sz="2175" b="1">
                <a:solidFill>
                  <a:srgbClr val="111827"/>
                </a:solidFill>
                <a:latin typeface="Arial"/>
                <a:ea typeface="Arial"/>
                <a:cs typeface="Arial"/>
              </a:defRPr>
            </a:lvl2pPr>
            <a:lvl3pPr algn="l">
              <a:defRPr sz="2175" b="1">
                <a:solidFill>
                  <a:srgbClr val="111827"/>
                </a:solidFill>
                <a:latin typeface="Arial"/>
                <a:ea typeface="Arial"/>
                <a:cs typeface="Arial"/>
              </a:defRPr>
            </a:lvl3pPr>
            <a:lvl4pPr algn="l">
              <a:defRPr sz="2175" b="1">
                <a:solidFill>
                  <a:srgbClr val="111827"/>
                </a:solidFill>
                <a:latin typeface="Arial"/>
                <a:ea typeface="Arial"/>
                <a:cs typeface="Arial"/>
              </a:defRPr>
            </a:lvl4pPr>
            <a:lvl5pPr algn="l">
              <a:defRPr sz="2175" b="1">
                <a:solidFill>
                  <a:srgbClr val="111827"/>
                </a:solidFill>
                <a:latin typeface="Arial"/>
                <a:ea typeface="Arial"/>
                <a:cs typeface="Arial"/>
              </a:defRPr>
            </a:lvl5pPr>
            <a:lvl6pPr algn="l">
              <a:defRPr sz="2175" b="1">
                <a:solidFill>
                  <a:srgbClr val="111827"/>
                </a:solidFill>
                <a:latin typeface="Arial"/>
                <a:ea typeface="Arial"/>
                <a:cs typeface="Arial"/>
              </a:defRPr>
            </a:lvl6pPr>
            <a:lvl7pPr algn="l">
              <a:defRPr sz="2175" b="1">
                <a:solidFill>
                  <a:srgbClr val="111827"/>
                </a:solidFill>
                <a:latin typeface="Arial"/>
                <a:ea typeface="Arial"/>
                <a:cs typeface="Arial"/>
              </a:defRPr>
            </a:lvl7pPr>
            <a:lvl8pPr algn="l">
              <a:defRPr sz="2175" b="1">
                <a:solidFill>
                  <a:srgbClr val="111827"/>
                </a:solidFill>
                <a:latin typeface="Arial"/>
                <a:ea typeface="Arial"/>
                <a:cs typeface="Arial"/>
              </a:defRPr>
            </a:lvl8pPr>
            <a:lvl9pPr algn="l">
              <a:defRPr sz="2175" b="1">
                <a:solidFill>
                  <a:srgbClr val="111827"/>
                </a:solidFill>
                <a:latin typeface="Arial"/>
                <a:ea typeface="Arial"/>
                <a:cs typeface="Arial"/>
              </a:defRPr>
            </a:lvl9pPr>
          </a:lstStyle>
          <a:p xmlns:a="http://schemas.openxmlformats.org/drawingml/2006/main">
            <a:pPr algn="l">
              <a:defRPr sz="2175" b="1">
                <a:solidFill>
                  <a:srgbClr val="111827"/>
                </a:solidFill>
                <a:latin typeface="Arial"/>
                <a:ea typeface="Arial"/>
                <a:cs typeface="Arial"/>
              </a:defRPr>
            </a:pPr>
            <a:r>
              <a:rPr sz="2175" b="1">
                <a:solidFill>
                  <a:srgbClr val="111827"/>
                </a:solidFill>
                <a:latin typeface="Arial"/>
                <a:ea typeface="Arial"/>
                <a:cs typeface="Arial"/>
              </a:rPr>
              <a:t>7.25</a:t>
            </a:r>
          </a:p>
        </p:txBody>
      </p:sp>
      <p:sp>
        <p:nvSpPr>
          <p:cNvPr id="32" name="s6-Invoice total">
            <a:extLst xmlns:a="http://schemas.openxmlformats.org/drawingml/2006/main">
              <a:ext uri="{FF2B5EF4-FFF2-40B4-BE49-F238E27FC236}">
                <a16:creationId xmlns:a16="http://schemas.microsoft.com/office/drawing/2014/main" id="{32CF4D4B-2C62-482C-887D-4CDA61D51CAB}"/>
              </a:ext>
            </a:extLst>
          </p:cNvPr>
          <p:cNvSpPr>
            <a:spLocks xmlns:a="http://schemas.openxmlformats.org/drawingml/2006/main" noGrp="1"/>
          </p:cNvSpPr>
          <p:nvPr/>
        </p:nvSpPr>
        <p:spPr>
          <a:xfrm xmlns:a="http://schemas.openxmlformats.org/drawingml/2006/main">
            <a:off x="5172075" y="601980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11827"/>
                </a:solidFill>
                <a:latin typeface="Arial"/>
                <a:ea typeface="Arial"/>
                <a:cs typeface="Arial"/>
              </a:defRPr>
            </a:defPPr>
            <a:lvl1pPr algn="l">
              <a:defRPr sz="2175" b="1">
                <a:solidFill>
                  <a:srgbClr val="111827"/>
                </a:solidFill>
                <a:latin typeface="Arial"/>
                <a:ea typeface="Arial"/>
                <a:cs typeface="Arial"/>
              </a:defRPr>
            </a:lvl1pPr>
            <a:lvl2pPr algn="l">
              <a:defRPr sz="2175" b="1">
                <a:solidFill>
                  <a:srgbClr val="111827"/>
                </a:solidFill>
                <a:latin typeface="Arial"/>
                <a:ea typeface="Arial"/>
                <a:cs typeface="Arial"/>
              </a:defRPr>
            </a:lvl2pPr>
            <a:lvl3pPr algn="l">
              <a:defRPr sz="2175" b="1">
                <a:solidFill>
                  <a:srgbClr val="111827"/>
                </a:solidFill>
                <a:latin typeface="Arial"/>
                <a:ea typeface="Arial"/>
                <a:cs typeface="Arial"/>
              </a:defRPr>
            </a:lvl3pPr>
            <a:lvl4pPr algn="l">
              <a:defRPr sz="2175" b="1">
                <a:solidFill>
                  <a:srgbClr val="111827"/>
                </a:solidFill>
                <a:latin typeface="Arial"/>
                <a:ea typeface="Arial"/>
                <a:cs typeface="Arial"/>
              </a:defRPr>
            </a:lvl4pPr>
            <a:lvl5pPr algn="l">
              <a:defRPr sz="2175" b="1">
                <a:solidFill>
                  <a:srgbClr val="111827"/>
                </a:solidFill>
                <a:latin typeface="Arial"/>
                <a:ea typeface="Arial"/>
                <a:cs typeface="Arial"/>
              </a:defRPr>
            </a:lvl5pPr>
            <a:lvl6pPr algn="l">
              <a:defRPr sz="2175" b="1">
                <a:solidFill>
                  <a:srgbClr val="111827"/>
                </a:solidFill>
                <a:latin typeface="Arial"/>
                <a:ea typeface="Arial"/>
                <a:cs typeface="Arial"/>
              </a:defRPr>
            </a:lvl6pPr>
            <a:lvl7pPr algn="l">
              <a:defRPr sz="2175" b="1">
                <a:solidFill>
                  <a:srgbClr val="111827"/>
                </a:solidFill>
                <a:latin typeface="Arial"/>
                <a:ea typeface="Arial"/>
                <a:cs typeface="Arial"/>
              </a:defRPr>
            </a:lvl7pPr>
            <a:lvl8pPr algn="l">
              <a:defRPr sz="2175" b="1">
                <a:solidFill>
                  <a:srgbClr val="111827"/>
                </a:solidFill>
                <a:latin typeface="Arial"/>
                <a:ea typeface="Arial"/>
                <a:cs typeface="Arial"/>
              </a:defRPr>
            </a:lvl8pPr>
            <a:lvl9pPr algn="l">
              <a:defRPr sz="2175" b="1">
                <a:solidFill>
                  <a:srgbClr val="111827"/>
                </a:solidFill>
                <a:latin typeface="Arial"/>
                <a:ea typeface="Arial"/>
                <a:cs typeface="Arial"/>
              </a:defRPr>
            </a:lvl9pPr>
          </a:lstStyle>
          <a:p xmlns:a="http://schemas.openxmlformats.org/drawingml/2006/main">
            <a:pPr algn="l">
              <a:defRPr sz="2175" b="1">
                <a:solidFill>
                  <a:srgbClr val="111827"/>
                </a:solidFill>
                <a:latin typeface="Arial"/>
                <a:ea typeface="Arial"/>
                <a:cs typeface="Arial"/>
              </a:defRPr>
            </a:pPr>
            <a:r>
              <a:rPr sz="2175" b="1">
                <a:solidFill>
                  <a:srgbClr val="111827"/>
                </a:solidFill>
                <a:latin typeface="Arial"/>
                <a:ea typeface="Arial"/>
                <a:cs typeface="Arial"/>
              </a:rPr>
              <a:t>107.25</a:t>
            </a:r>
          </a:p>
        </p:txBody>
      </p:sp>
      <p:sp>
        <p:nvSpPr>
          <p:cNvPr id="33" name="s6-Invoice audit">
            <a:extLst xmlns:a="http://schemas.openxmlformats.org/drawingml/2006/main">
              <a:ext uri="{FF2B5EF4-FFF2-40B4-BE49-F238E27FC236}">
                <a16:creationId xmlns:a16="http://schemas.microsoft.com/office/drawing/2014/main" id="{3AF8C2F2-2950-48CB-83E4-198F0A8754DC}"/>
              </a:ext>
            </a:extLst>
          </p:cNvPr>
          <p:cNvSpPr>
            <a:spLocks xmlns:a="http://schemas.openxmlformats.org/drawingml/2006/main" noGrp="1"/>
          </p:cNvSpPr>
          <p:nvPr/>
        </p:nvSpPr>
        <p:spPr>
          <a:xfrm xmlns:a="http://schemas.openxmlformats.org/drawingml/2006/main">
            <a:off x="762000" y="6648450"/>
            <a:ext cx="657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Owner approval recorded. Posted once. Receipt and accounting effect verified.</a:t>
            </a:r>
          </a:p>
        </p:txBody>
      </p:sp>
      <p:sp>
        <p:nvSpPr>
          <p:cNvPr id="34" name="s6-Button Review Verified Evidence">
            <a:extLst xmlns:a="http://schemas.openxmlformats.org/drawingml/2006/main">
              <a:ext uri="{FF2B5EF4-FFF2-40B4-BE49-F238E27FC236}">
                <a16:creationId xmlns:a16="http://schemas.microsoft.com/office/drawing/2014/main" id="{B077F2C6-8AC4-4AC2-B17A-DE00D3518DC9}"/>
              </a:ext>
            </a:extLst>
          </p:cNvPr>
          <p:cNvSpPr>
            <a:spLocks xmlns:a="http://schemas.openxmlformats.org/drawingml/2006/main" noGrp="1"/>
          </p:cNvSpPr>
          <p:nvPr/>
        </p:nvSpPr>
        <p:spPr>
          <a:xfrm xmlns:a="http://schemas.openxmlformats.org/drawingml/2006/main">
            <a:off x="762000" y="6962775"/>
            <a:ext cx="2933700" cy="323850"/>
          </a:xfrm>
          <a:prstGeom xmlns:a="http://schemas.openxmlformats.org/drawingml/2006/main" prst="roundRect">
            <a:avLst>
              <a:gd name="adj" fmla="val 23529"/>
            </a:avLst>
          </a:prstGeom>
          <a:solidFill xmlns:a="http://schemas.openxmlformats.org/drawingml/2006/main">
            <a:srgbClr val="155EEF"/>
          </a:solidFill>
          <a:ln xmlns:a="http://schemas.openxmlformats.org/drawingml/2006/main" w="0">
            <a:noFill/>
            <a:prstDash val="solid"/>
          </a:ln>
        </p:spPr>
      </p:sp>
      <p:sp>
        <p:nvSpPr>
          <p:cNvPr id="35" name="s6-Button label Review Verified Evidence">
            <a:extLst xmlns:a="http://schemas.openxmlformats.org/drawingml/2006/main">
              <a:ext uri="{FF2B5EF4-FFF2-40B4-BE49-F238E27FC236}">
                <a16:creationId xmlns:a16="http://schemas.microsoft.com/office/drawing/2014/main" id="{26029DBE-B192-469F-A910-FA3A1B04692B}"/>
              </a:ext>
            </a:extLst>
          </p:cNvPr>
          <p:cNvSpPr>
            <a:spLocks xmlns:a="http://schemas.openxmlformats.org/drawingml/2006/main" noGrp="1"/>
          </p:cNvSpPr>
          <p:nvPr/>
        </p:nvSpPr>
        <p:spPr>
          <a:xfrm xmlns:a="http://schemas.openxmlformats.org/drawingml/2006/main">
            <a:off x="895350" y="701992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FFFFFF"/>
                </a:solidFill>
                <a:latin typeface="Arial"/>
                <a:ea typeface="Arial"/>
                <a:cs typeface="Arial"/>
              </a:defRPr>
            </a:defPPr>
            <a:lvl1pPr algn="ctr">
              <a:defRPr sz="1425" b="1">
                <a:solidFill>
                  <a:srgbClr val="FFFFFF"/>
                </a:solidFill>
                <a:latin typeface="Arial"/>
                <a:ea typeface="Arial"/>
                <a:cs typeface="Arial"/>
              </a:defRPr>
            </a:lvl1pPr>
            <a:lvl2pPr algn="ctr">
              <a:defRPr sz="1425" b="1">
                <a:solidFill>
                  <a:srgbClr val="FFFFFF"/>
                </a:solidFill>
                <a:latin typeface="Arial"/>
                <a:ea typeface="Arial"/>
                <a:cs typeface="Arial"/>
              </a:defRPr>
            </a:lvl2pPr>
            <a:lvl3pPr algn="ctr">
              <a:defRPr sz="1425" b="1">
                <a:solidFill>
                  <a:srgbClr val="FFFFFF"/>
                </a:solidFill>
                <a:latin typeface="Arial"/>
                <a:ea typeface="Arial"/>
                <a:cs typeface="Arial"/>
              </a:defRPr>
            </a:lvl3pPr>
            <a:lvl4pPr algn="ctr">
              <a:defRPr sz="1425" b="1">
                <a:solidFill>
                  <a:srgbClr val="FFFFFF"/>
                </a:solidFill>
                <a:latin typeface="Arial"/>
                <a:ea typeface="Arial"/>
                <a:cs typeface="Arial"/>
              </a:defRPr>
            </a:lvl4pPr>
            <a:lvl5pPr algn="ctr">
              <a:defRPr sz="1425" b="1">
                <a:solidFill>
                  <a:srgbClr val="FFFFFF"/>
                </a:solidFill>
                <a:latin typeface="Arial"/>
                <a:ea typeface="Arial"/>
                <a:cs typeface="Arial"/>
              </a:defRPr>
            </a:lvl5pPr>
            <a:lvl6pPr algn="ctr">
              <a:defRPr sz="1425" b="1">
                <a:solidFill>
                  <a:srgbClr val="FFFFFF"/>
                </a:solidFill>
                <a:latin typeface="Arial"/>
                <a:ea typeface="Arial"/>
                <a:cs typeface="Arial"/>
              </a:defRPr>
            </a:lvl6pPr>
            <a:lvl7pPr algn="ctr">
              <a:defRPr sz="1425" b="1">
                <a:solidFill>
                  <a:srgbClr val="FFFFFF"/>
                </a:solidFill>
                <a:latin typeface="Arial"/>
                <a:ea typeface="Arial"/>
                <a:cs typeface="Arial"/>
              </a:defRPr>
            </a:lvl7pPr>
            <a:lvl8pPr algn="ctr">
              <a:defRPr sz="1425" b="1">
                <a:solidFill>
                  <a:srgbClr val="FFFFFF"/>
                </a:solidFill>
                <a:latin typeface="Arial"/>
                <a:ea typeface="Arial"/>
                <a:cs typeface="Arial"/>
              </a:defRPr>
            </a:lvl8pPr>
            <a:lvl9pPr algn="ctr">
              <a:defRPr sz="1425" b="1">
                <a:solidFill>
                  <a:srgbClr val="FFFFFF"/>
                </a:solidFill>
                <a:latin typeface="Arial"/>
                <a:ea typeface="Arial"/>
                <a:cs typeface="Arial"/>
              </a:defRPr>
            </a:lvl9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Review Verified Evidence</a:t>
            </a:r>
          </a:p>
        </p:txBody>
      </p:sp>
      <p:sp>
        <p:nvSpPr>
          <p:cNvPr id="36" name="s6-Onboarding completion">
            <a:extLst xmlns:a="http://schemas.openxmlformats.org/drawingml/2006/main">
              <a:ext uri="{FF2B5EF4-FFF2-40B4-BE49-F238E27FC236}">
                <a16:creationId xmlns:a16="http://schemas.microsoft.com/office/drawing/2014/main" id="{254E0520-0C7D-4D82-9948-3F0F26518968}"/>
              </a:ext>
            </a:extLst>
          </p:cNvPr>
          <p:cNvSpPr>
            <a:spLocks xmlns:a="http://schemas.openxmlformats.org/drawingml/2006/main" noGrp="1"/>
          </p:cNvSpPr>
          <p:nvPr/>
        </p:nvSpPr>
        <p:spPr>
          <a:xfrm xmlns:a="http://schemas.openxmlformats.org/drawingml/2006/main">
            <a:off x="7667625" y="3838575"/>
            <a:ext cx="3648075" cy="3419475"/>
          </a:xfrm>
          <a:prstGeom xmlns:a="http://schemas.openxmlformats.org/drawingml/2006/main" prst="roundRect">
            <a:avLst>
              <a:gd name="adj" fmla="val 2228"/>
            </a:avLst>
          </a:prstGeom>
          <a:solidFill xmlns:a="http://schemas.openxmlformats.org/drawingml/2006/main">
            <a:srgbClr val="FFFFFF"/>
          </a:solidFill>
          <a:ln xmlns:a="http://schemas.openxmlformats.org/drawingml/2006/main" w="9525">
            <a:solidFill>
              <a:srgbClr val="D8E0EB"/>
            </a:solidFill>
            <a:prstDash val="solid"/>
          </a:ln>
        </p:spPr>
      </p:sp>
      <p:sp>
        <p:nvSpPr>
          <p:cNvPr id="37" name="s6-Onboarding title">
            <a:extLst xmlns:a="http://schemas.openxmlformats.org/drawingml/2006/main">
              <a:ext uri="{FF2B5EF4-FFF2-40B4-BE49-F238E27FC236}">
                <a16:creationId xmlns:a16="http://schemas.microsoft.com/office/drawing/2014/main" id="{41387481-6C22-4674-920D-C06AABDBFAE4}"/>
              </a:ext>
            </a:extLst>
          </p:cNvPr>
          <p:cNvSpPr>
            <a:spLocks xmlns:a="http://schemas.openxmlformats.org/drawingml/2006/main" noGrp="1"/>
          </p:cNvSpPr>
          <p:nvPr/>
        </p:nvSpPr>
        <p:spPr>
          <a:xfrm xmlns:a="http://schemas.openxmlformats.org/drawingml/2006/main">
            <a:off x="7858125" y="4010025"/>
            <a:ext cx="32670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11827"/>
                </a:solidFill>
                <a:latin typeface="Arial"/>
                <a:ea typeface="Arial"/>
                <a:cs typeface="Arial"/>
              </a:defRPr>
            </a:defPPr>
            <a:lvl1pPr algn="l">
              <a:defRPr sz="1800" b="1">
                <a:solidFill>
                  <a:srgbClr val="111827"/>
                </a:solidFill>
                <a:latin typeface="Arial"/>
                <a:ea typeface="Arial"/>
                <a:cs typeface="Arial"/>
              </a:defRPr>
            </a:lvl1pPr>
            <a:lvl2pPr algn="l">
              <a:defRPr sz="1800" b="1">
                <a:solidFill>
                  <a:srgbClr val="111827"/>
                </a:solidFill>
                <a:latin typeface="Arial"/>
                <a:ea typeface="Arial"/>
                <a:cs typeface="Arial"/>
              </a:defRPr>
            </a:lvl2pPr>
            <a:lvl3pPr algn="l">
              <a:defRPr sz="1800" b="1">
                <a:solidFill>
                  <a:srgbClr val="111827"/>
                </a:solidFill>
                <a:latin typeface="Arial"/>
                <a:ea typeface="Arial"/>
                <a:cs typeface="Arial"/>
              </a:defRPr>
            </a:lvl3pPr>
            <a:lvl4pPr algn="l">
              <a:defRPr sz="1800" b="1">
                <a:solidFill>
                  <a:srgbClr val="111827"/>
                </a:solidFill>
                <a:latin typeface="Arial"/>
                <a:ea typeface="Arial"/>
                <a:cs typeface="Arial"/>
              </a:defRPr>
            </a:lvl4pPr>
            <a:lvl5pPr algn="l">
              <a:defRPr sz="1800" b="1">
                <a:solidFill>
                  <a:srgbClr val="111827"/>
                </a:solidFill>
                <a:latin typeface="Arial"/>
                <a:ea typeface="Arial"/>
                <a:cs typeface="Arial"/>
              </a:defRPr>
            </a:lvl5pPr>
            <a:lvl6pPr algn="l">
              <a:defRPr sz="1800" b="1">
                <a:solidFill>
                  <a:srgbClr val="111827"/>
                </a:solidFill>
                <a:latin typeface="Arial"/>
                <a:ea typeface="Arial"/>
                <a:cs typeface="Arial"/>
              </a:defRPr>
            </a:lvl6pPr>
            <a:lvl7pPr algn="l">
              <a:defRPr sz="1800" b="1">
                <a:solidFill>
                  <a:srgbClr val="111827"/>
                </a:solidFill>
                <a:latin typeface="Arial"/>
                <a:ea typeface="Arial"/>
                <a:cs typeface="Arial"/>
              </a:defRPr>
            </a:lvl7pPr>
            <a:lvl8pPr algn="l">
              <a:defRPr sz="1800" b="1">
                <a:solidFill>
                  <a:srgbClr val="111827"/>
                </a:solidFill>
                <a:latin typeface="Arial"/>
                <a:ea typeface="Arial"/>
                <a:cs typeface="Arial"/>
              </a:defRPr>
            </a:lvl8pPr>
            <a:lvl9pPr algn="l">
              <a:defRPr sz="1800" b="1">
                <a:solidFill>
                  <a:srgbClr val="111827"/>
                </a:solidFill>
                <a:latin typeface="Arial"/>
                <a:ea typeface="Arial"/>
                <a:cs typeface="Arial"/>
              </a:defRPr>
            </a:lvl9pPr>
          </a:lstStyle>
          <a:p xmlns:a="http://schemas.openxmlformats.org/drawingml/2006/main">
            <a:pPr algn="l">
              <a:defRPr sz="1800" b="1">
                <a:solidFill>
                  <a:srgbClr val="111827"/>
                </a:solidFill>
                <a:latin typeface="Arial"/>
                <a:ea typeface="Arial"/>
                <a:cs typeface="Arial"/>
              </a:defRPr>
            </a:pPr>
            <a:r>
              <a:rPr sz="1800" b="1">
                <a:solidFill>
                  <a:srgbClr val="111827"/>
                </a:solidFill>
                <a:latin typeface="Arial"/>
                <a:ea typeface="Arial"/>
                <a:cs typeface="Arial"/>
              </a:rPr>
              <a:t>Ready to start using</a:t>
            </a:r>
          </a:p>
          <a:p xmlns:a="http://schemas.openxmlformats.org/drawingml/2006/main">
            <a:pPr algn="l">
              <a:defRPr sz="1800" b="1">
                <a:solidFill>
                  <a:srgbClr val="111827"/>
                </a:solidFill>
                <a:latin typeface="Arial"/>
                <a:ea typeface="Arial"/>
                <a:cs typeface="Arial"/>
              </a:defRPr>
            </a:pPr>
            <a:r>
              <a:rPr sz="1800" b="1">
                <a:solidFill>
                  <a:srgbClr val="111827"/>
                </a:solidFill>
                <a:latin typeface="Arial"/>
                <a:ea typeface="Arial"/>
                <a:cs typeface="Arial"/>
              </a:rPr>
              <a:t>your books</a:t>
            </a:r>
          </a:p>
        </p:txBody>
      </p:sp>
      <p:sp>
        <p:nvSpPr>
          <p:cNvPr id="38" name="s6-Onboarding progress">
            <a:extLst xmlns:a="http://schemas.openxmlformats.org/drawingml/2006/main">
              <a:ext uri="{FF2B5EF4-FFF2-40B4-BE49-F238E27FC236}">
                <a16:creationId xmlns:a16="http://schemas.microsoft.com/office/drawing/2014/main" id="{CA63274B-695F-4382-A9BE-3EAEB9CB6C49}"/>
              </a:ext>
            </a:extLst>
          </p:cNvPr>
          <p:cNvSpPr>
            <a:spLocks xmlns:a="http://schemas.openxmlformats.org/drawingml/2006/main" noGrp="1"/>
          </p:cNvSpPr>
          <p:nvPr/>
        </p:nvSpPr>
        <p:spPr>
          <a:xfrm xmlns:a="http://schemas.openxmlformats.org/drawingml/2006/main">
            <a:off x="7858125" y="4657725"/>
            <a:ext cx="32670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087A55"/>
                </a:solidFill>
                <a:latin typeface="Arial"/>
                <a:ea typeface="Arial"/>
                <a:cs typeface="Arial"/>
              </a:defRPr>
            </a:defPPr>
            <a:lvl1pPr algn="l">
              <a:defRPr sz="1425" b="1">
                <a:solidFill>
                  <a:srgbClr val="087A55"/>
                </a:solidFill>
                <a:latin typeface="Arial"/>
                <a:ea typeface="Arial"/>
                <a:cs typeface="Arial"/>
              </a:defRPr>
            </a:lvl1pPr>
            <a:lvl2pPr algn="l">
              <a:defRPr sz="1425" b="1">
                <a:solidFill>
                  <a:srgbClr val="087A55"/>
                </a:solidFill>
                <a:latin typeface="Arial"/>
                <a:ea typeface="Arial"/>
                <a:cs typeface="Arial"/>
              </a:defRPr>
            </a:lvl2pPr>
            <a:lvl3pPr algn="l">
              <a:defRPr sz="1425" b="1">
                <a:solidFill>
                  <a:srgbClr val="087A55"/>
                </a:solidFill>
                <a:latin typeface="Arial"/>
                <a:ea typeface="Arial"/>
                <a:cs typeface="Arial"/>
              </a:defRPr>
            </a:lvl3pPr>
            <a:lvl4pPr algn="l">
              <a:defRPr sz="1425" b="1">
                <a:solidFill>
                  <a:srgbClr val="087A55"/>
                </a:solidFill>
                <a:latin typeface="Arial"/>
                <a:ea typeface="Arial"/>
                <a:cs typeface="Arial"/>
              </a:defRPr>
            </a:lvl4pPr>
            <a:lvl5pPr algn="l">
              <a:defRPr sz="1425" b="1">
                <a:solidFill>
                  <a:srgbClr val="087A55"/>
                </a:solidFill>
                <a:latin typeface="Arial"/>
                <a:ea typeface="Arial"/>
                <a:cs typeface="Arial"/>
              </a:defRPr>
            </a:lvl5pPr>
            <a:lvl6pPr algn="l">
              <a:defRPr sz="1425" b="1">
                <a:solidFill>
                  <a:srgbClr val="087A55"/>
                </a:solidFill>
                <a:latin typeface="Arial"/>
                <a:ea typeface="Arial"/>
                <a:cs typeface="Arial"/>
              </a:defRPr>
            </a:lvl6pPr>
            <a:lvl7pPr algn="l">
              <a:defRPr sz="1425" b="1">
                <a:solidFill>
                  <a:srgbClr val="087A55"/>
                </a:solidFill>
                <a:latin typeface="Arial"/>
                <a:ea typeface="Arial"/>
                <a:cs typeface="Arial"/>
              </a:defRPr>
            </a:lvl7pPr>
            <a:lvl8pPr algn="l">
              <a:defRPr sz="1425" b="1">
                <a:solidFill>
                  <a:srgbClr val="087A55"/>
                </a:solidFill>
                <a:latin typeface="Arial"/>
                <a:ea typeface="Arial"/>
                <a:cs typeface="Arial"/>
              </a:defRPr>
            </a:lvl8pPr>
            <a:lvl9pPr algn="l">
              <a:defRPr sz="1425" b="1">
                <a:solidFill>
                  <a:srgbClr val="087A55"/>
                </a:solidFill>
                <a:latin typeface="Arial"/>
                <a:ea typeface="Arial"/>
                <a:cs typeface="Arial"/>
              </a:defRPr>
            </a:lvl9pPr>
          </a:lstStyle>
          <a:p xmlns:a="http://schemas.openxmlformats.org/drawingml/2006/main">
            <a:pPr algn="l">
              <a:defRPr sz="1425" b="1">
                <a:solidFill>
                  <a:srgbClr val="087A55"/>
                </a:solidFill>
                <a:latin typeface="Arial"/>
                <a:ea typeface="Arial"/>
                <a:cs typeface="Arial"/>
              </a:defRPr>
            </a:pPr>
            <a:r>
              <a:rPr sz="1425" b="1">
                <a:solidFill>
                  <a:srgbClr val="087A55"/>
                </a:solidFill>
                <a:latin typeface="Arial"/>
                <a:ea typeface="Arial"/>
                <a:cs typeface="Arial"/>
              </a:rPr>
              <a:t>10 of 10 onboarding tasks complete</a:t>
            </a:r>
          </a:p>
        </p:txBody>
      </p:sp>
      <p:sp>
        <p:nvSpPr>
          <p:cNvPr id="39" name="s6-Check circle Financial checks verified">
            <a:extLst xmlns:a="http://schemas.openxmlformats.org/drawingml/2006/main">
              <a:ext uri="{FF2B5EF4-FFF2-40B4-BE49-F238E27FC236}">
                <a16:creationId xmlns:a16="http://schemas.microsoft.com/office/drawing/2014/main" id="{12C1CA5D-EA1D-4C21-955B-908E85789119}"/>
              </a:ext>
            </a:extLst>
          </p:cNvPr>
          <p:cNvSpPr>
            <a:spLocks xmlns:a="http://schemas.openxmlformats.org/drawingml/2006/main" noGrp="1"/>
          </p:cNvSpPr>
          <p:nvPr/>
        </p:nvSpPr>
        <p:spPr>
          <a:xfrm xmlns:a="http://schemas.openxmlformats.org/drawingml/2006/main">
            <a:off x="7858125" y="5114925"/>
            <a:ext cx="180975" cy="180975"/>
          </a:xfrm>
          <a:prstGeom xmlns:a="http://schemas.openxmlformats.org/drawingml/2006/main" prst="ellipse">
            <a:avLst/>
          </a:prstGeom>
          <a:solidFill xmlns:a="http://schemas.openxmlformats.org/drawingml/2006/main">
            <a:srgbClr val="E6F7EF"/>
          </a:solidFill>
          <a:ln xmlns:a="http://schemas.openxmlformats.org/drawingml/2006/main" w="9525">
            <a:solidFill>
              <a:srgbClr val="087A55"/>
            </a:solidFill>
            <a:prstDash val="solid"/>
          </a:ln>
        </p:spPr>
      </p:sp>
      <p:cxnSp>
        <p:nvCxnSpPr>
          <p:cNvPr id="40" name="s6-Check stroke Financial checks verified a">
            <a:extLst xmlns:a="http://schemas.openxmlformats.org/drawingml/2006/main">
              <a:ext uri="{FF2B5EF4-FFF2-40B4-BE49-F238E27FC236}">
                <a16:creationId xmlns:a16="http://schemas.microsoft.com/office/drawing/2014/main" id="{DDD42411-6063-4A89-92FE-2D934040D718}"/>
              </a:ext>
            </a:extLst>
          </p:cNvPr>
          <p:cNvCxnSpPr/>
          <p:nvPr/>
        </p:nvCxnSpPr>
        <p:spPr>
          <a:xfrm xmlns:a="http://schemas.openxmlformats.org/drawingml/2006/main" flipH="0" flipV="0">
            <a:off x="7896225" y="5200650"/>
            <a:ext cx="38100" cy="38100"/>
          </a:xfrm>
          <a:prstGeom xmlns:a="http://schemas.openxmlformats.org/drawingml/2006/main" prst="straightConnector1">
            <a:avLst/>
          </a:prstGeom>
          <a:ln xmlns:a="http://schemas.openxmlformats.org/drawingml/2006/main" w="14288">
            <a:solidFill>
              <a:srgbClr val="087A55"/>
            </a:solidFill>
            <a:tailEnd type="none" w="sm" len="sm"/>
          </a:ln>
        </p:spPr>
      </p:cxnSp>
      <p:cxnSp>
        <p:nvCxnSpPr>
          <p:cNvPr id="41" name="s6-Check stroke Financial checks verified b">
            <a:extLst xmlns:a="http://schemas.openxmlformats.org/drawingml/2006/main">
              <a:ext uri="{FF2B5EF4-FFF2-40B4-BE49-F238E27FC236}">
                <a16:creationId xmlns:a16="http://schemas.microsoft.com/office/drawing/2014/main" id="{2A8E9170-5296-4C5A-9079-726B682A49D9}"/>
              </a:ext>
            </a:extLst>
          </p:cNvPr>
          <p:cNvCxnSpPr/>
          <p:nvPr/>
        </p:nvCxnSpPr>
        <p:spPr>
          <a:xfrm xmlns:a="http://schemas.openxmlformats.org/drawingml/2006/main" flipH="0" flipV="1">
            <a:off x="7934325" y="5162550"/>
            <a:ext cx="66675" cy="76200"/>
          </a:xfrm>
          <a:prstGeom xmlns:a="http://schemas.openxmlformats.org/drawingml/2006/main" prst="straightConnector1">
            <a:avLst/>
          </a:prstGeom>
          <a:ln xmlns:a="http://schemas.openxmlformats.org/drawingml/2006/main" w="14288">
            <a:solidFill>
              <a:srgbClr val="087A55"/>
            </a:solidFill>
            <a:tailEnd type="none" w="sm" len="sm"/>
          </a:ln>
        </p:spPr>
      </p:cxnSp>
      <p:sp>
        <p:nvSpPr>
          <p:cNvPr id="42" name="s6-Check label Financial checks verified">
            <a:extLst xmlns:a="http://schemas.openxmlformats.org/drawingml/2006/main">
              <a:ext uri="{FF2B5EF4-FFF2-40B4-BE49-F238E27FC236}">
                <a16:creationId xmlns:a16="http://schemas.microsoft.com/office/drawing/2014/main" id="{A5F1DA3F-6608-45A6-B25E-E2FE5F1A25DE}"/>
              </a:ext>
            </a:extLst>
          </p:cNvPr>
          <p:cNvSpPr>
            <a:spLocks xmlns:a="http://schemas.openxmlformats.org/drawingml/2006/main" noGrp="1"/>
          </p:cNvSpPr>
          <p:nvPr/>
        </p:nvSpPr>
        <p:spPr>
          <a:xfrm xmlns:a="http://schemas.openxmlformats.org/drawingml/2006/main">
            <a:off x="8153400" y="5095875"/>
            <a:ext cx="2971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11827"/>
                </a:solidFill>
                <a:latin typeface="Arial"/>
                <a:ea typeface="Arial"/>
                <a:cs typeface="Arial"/>
              </a:defRPr>
            </a:defPPr>
            <a:lvl1pPr algn="l">
              <a:defRPr sz="1500" b="0">
                <a:solidFill>
                  <a:srgbClr val="111827"/>
                </a:solidFill>
                <a:latin typeface="Arial"/>
                <a:ea typeface="Arial"/>
                <a:cs typeface="Arial"/>
              </a:defRPr>
            </a:lvl1pPr>
            <a:lvl2pPr algn="l">
              <a:defRPr sz="1500" b="0">
                <a:solidFill>
                  <a:srgbClr val="111827"/>
                </a:solidFill>
                <a:latin typeface="Arial"/>
                <a:ea typeface="Arial"/>
                <a:cs typeface="Arial"/>
              </a:defRPr>
            </a:lvl2pPr>
            <a:lvl3pPr algn="l">
              <a:defRPr sz="1500" b="0">
                <a:solidFill>
                  <a:srgbClr val="111827"/>
                </a:solidFill>
                <a:latin typeface="Arial"/>
                <a:ea typeface="Arial"/>
                <a:cs typeface="Arial"/>
              </a:defRPr>
            </a:lvl3pPr>
            <a:lvl4pPr algn="l">
              <a:defRPr sz="1500" b="0">
                <a:solidFill>
                  <a:srgbClr val="111827"/>
                </a:solidFill>
                <a:latin typeface="Arial"/>
                <a:ea typeface="Arial"/>
                <a:cs typeface="Arial"/>
              </a:defRPr>
            </a:lvl4pPr>
            <a:lvl5pPr algn="l">
              <a:defRPr sz="1500" b="0">
                <a:solidFill>
                  <a:srgbClr val="111827"/>
                </a:solidFill>
                <a:latin typeface="Arial"/>
                <a:ea typeface="Arial"/>
                <a:cs typeface="Arial"/>
              </a:defRPr>
            </a:lvl5pPr>
            <a:lvl6pPr algn="l">
              <a:defRPr sz="1500" b="0">
                <a:solidFill>
                  <a:srgbClr val="111827"/>
                </a:solidFill>
                <a:latin typeface="Arial"/>
                <a:ea typeface="Arial"/>
                <a:cs typeface="Arial"/>
              </a:defRPr>
            </a:lvl6pPr>
            <a:lvl7pPr algn="l">
              <a:defRPr sz="1500" b="0">
                <a:solidFill>
                  <a:srgbClr val="111827"/>
                </a:solidFill>
                <a:latin typeface="Arial"/>
                <a:ea typeface="Arial"/>
                <a:cs typeface="Arial"/>
              </a:defRPr>
            </a:lvl7pPr>
            <a:lvl8pPr algn="l">
              <a:defRPr sz="1500" b="0">
                <a:solidFill>
                  <a:srgbClr val="111827"/>
                </a:solidFill>
                <a:latin typeface="Arial"/>
                <a:ea typeface="Arial"/>
                <a:cs typeface="Arial"/>
              </a:defRPr>
            </a:lvl8pPr>
            <a:lvl9pPr algn="l">
              <a:defRPr sz="1500" b="0">
                <a:solidFill>
                  <a:srgbClr val="111827"/>
                </a:solidFill>
                <a:latin typeface="Arial"/>
                <a:ea typeface="Arial"/>
                <a:cs typeface="Arial"/>
              </a:defRPr>
            </a:lvl9pPr>
          </a:lstStyle>
          <a:p xmlns:a="http://schemas.openxmlformats.org/drawingml/2006/main">
            <a:pPr algn="l">
              <a:defRPr sz="1500" b="0">
                <a:solidFill>
                  <a:srgbClr val="111827"/>
                </a:solidFill>
                <a:latin typeface="Arial"/>
                <a:ea typeface="Arial"/>
                <a:cs typeface="Arial"/>
              </a:defRPr>
            </a:pPr>
            <a:r>
              <a:rPr sz="1500" b="0">
                <a:solidFill>
                  <a:srgbClr val="111827"/>
                </a:solidFill>
                <a:latin typeface="Arial"/>
                <a:ea typeface="Arial"/>
                <a:cs typeface="Arial"/>
              </a:rPr>
              <a:t>Financial checks verified</a:t>
            </a:r>
          </a:p>
        </p:txBody>
      </p:sp>
      <p:sp>
        <p:nvSpPr>
          <p:cNvPr id="43" name="s6-Check circle Configuration approved">
            <a:extLst xmlns:a="http://schemas.openxmlformats.org/drawingml/2006/main">
              <a:ext uri="{FF2B5EF4-FFF2-40B4-BE49-F238E27FC236}">
                <a16:creationId xmlns:a16="http://schemas.microsoft.com/office/drawing/2014/main" id="{CCE41F97-2B91-437D-B705-DF299AD0EF9B}"/>
              </a:ext>
            </a:extLst>
          </p:cNvPr>
          <p:cNvSpPr>
            <a:spLocks xmlns:a="http://schemas.openxmlformats.org/drawingml/2006/main" noGrp="1"/>
          </p:cNvSpPr>
          <p:nvPr/>
        </p:nvSpPr>
        <p:spPr>
          <a:xfrm xmlns:a="http://schemas.openxmlformats.org/drawingml/2006/main">
            <a:off x="7858125" y="5534025"/>
            <a:ext cx="180975" cy="180975"/>
          </a:xfrm>
          <a:prstGeom xmlns:a="http://schemas.openxmlformats.org/drawingml/2006/main" prst="ellipse">
            <a:avLst/>
          </a:prstGeom>
          <a:solidFill xmlns:a="http://schemas.openxmlformats.org/drawingml/2006/main">
            <a:srgbClr val="E6F7EF"/>
          </a:solidFill>
          <a:ln xmlns:a="http://schemas.openxmlformats.org/drawingml/2006/main" w="9525">
            <a:solidFill>
              <a:srgbClr val="087A55"/>
            </a:solidFill>
            <a:prstDash val="solid"/>
          </a:ln>
        </p:spPr>
      </p:sp>
      <p:cxnSp>
        <p:nvCxnSpPr>
          <p:cNvPr id="44" name="s6-Check stroke Configuration approved a">
            <a:extLst xmlns:a="http://schemas.openxmlformats.org/drawingml/2006/main">
              <a:ext uri="{FF2B5EF4-FFF2-40B4-BE49-F238E27FC236}">
                <a16:creationId xmlns:a16="http://schemas.microsoft.com/office/drawing/2014/main" id="{5CBF8639-F7FC-4F0E-8FE5-4DF1A5476234}"/>
              </a:ext>
            </a:extLst>
          </p:cNvPr>
          <p:cNvCxnSpPr/>
          <p:nvPr/>
        </p:nvCxnSpPr>
        <p:spPr>
          <a:xfrm xmlns:a="http://schemas.openxmlformats.org/drawingml/2006/main" flipH="0" flipV="0">
            <a:off x="7896225" y="5619750"/>
            <a:ext cx="38100" cy="38100"/>
          </a:xfrm>
          <a:prstGeom xmlns:a="http://schemas.openxmlformats.org/drawingml/2006/main" prst="straightConnector1">
            <a:avLst/>
          </a:prstGeom>
          <a:ln xmlns:a="http://schemas.openxmlformats.org/drawingml/2006/main" w="14288">
            <a:solidFill>
              <a:srgbClr val="087A55"/>
            </a:solidFill>
            <a:tailEnd type="none" w="sm" len="sm"/>
          </a:ln>
        </p:spPr>
      </p:cxnSp>
      <p:cxnSp>
        <p:nvCxnSpPr>
          <p:cNvPr id="45" name="s6-Check stroke Configuration approved b">
            <a:extLst xmlns:a="http://schemas.openxmlformats.org/drawingml/2006/main">
              <a:ext uri="{FF2B5EF4-FFF2-40B4-BE49-F238E27FC236}">
                <a16:creationId xmlns:a16="http://schemas.microsoft.com/office/drawing/2014/main" id="{16C4A120-5CF0-4ABE-864F-B0F2D2F437A1}"/>
              </a:ext>
            </a:extLst>
          </p:cNvPr>
          <p:cNvCxnSpPr/>
          <p:nvPr/>
        </p:nvCxnSpPr>
        <p:spPr>
          <a:xfrm xmlns:a="http://schemas.openxmlformats.org/drawingml/2006/main" flipH="0" flipV="1">
            <a:off x="7934325" y="5581650"/>
            <a:ext cx="66675" cy="76200"/>
          </a:xfrm>
          <a:prstGeom xmlns:a="http://schemas.openxmlformats.org/drawingml/2006/main" prst="straightConnector1">
            <a:avLst/>
          </a:prstGeom>
          <a:ln xmlns:a="http://schemas.openxmlformats.org/drawingml/2006/main" w="14288">
            <a:solidFill>
              <a:srgbClr val="087A55"/>
            </a:solidFill>
            <a:tailEnd type="none" w="sm" len="sm"/>
          </a:ln>
        </p:spPr>
      </p:cxnSp>
      <p:sp>
        <p:nvSpPr>
          <p:cNvPr id="46" name="s6-Check label Configuration approved">
            <a:extLst xmlns:a="http://schemas.openxmlformats.org/drawingml/2006/main">
              <a:ext uri="{FF2B5EF4-FFF2-40B4-BE49-F238E27FC236}">
                <a16:creationId xmlns:a16="http://schemas.microsoft.com/office/drawing/2014/main" id="{84A2FAF7-6F07-441D-9E66-076BF4C82440}"/>
              </a:ext>
            </a:extLst>
          </p:cNvPr>
          <p:cNvSpPr>
            <a:spLocks xmlns:a="http://schemas.openxmlformats.org/drawingml/2006/main" noGrp="1"/>
          </p:cNvSpPr>
          <p:nvPr/>
        </p:nvSpPr>
        <p:spPr>
          <a:xfrm xmlns:a="http://schemas.openxmlformats.org/drawingml/2006/main">
            <a:off x="8153400" y="5514975"/>
            <a:ext cx="2971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11827"/>
                </a:solidFill>
                <a:latin typeface="Arial"/>
                <a:ea typeface="Arial"/>
                <a:cs typeface="Arial"/>
              </a:defRPr>
            </a:defPPr>
            <a:lvl1pPr algn="l">
              <a:defRPr sz="1500" b="0">
                <a:solidFill>
                  <a:srgbClr val="111827"/>
                </a:solidFill>
                <a:latin typeface="Arial"/>
                <a:ea typeface="Arial"/>
                <a:cs typeface="Arial"/>
              </a:defRPr>
            </a:lvl1pPr>
            <a:lvl2pPr algn="l">
              <a:defRPr sz="1500" b="0">
                <a:solidFill>
                  <a:srgbClr val="111827"/>
                </a:solidFill>
                <a:latin typeface="Arial"/>
                <a:ea typeface="Arial"/>
                <a:cs typeface="Arial"/>
              </a:defRPr>
            </a:lvl2pPr>
            <a:lvl3pPr algn="l">
              <a:defRPr sz="1500" b="0">
                <a:solidFill>
                  <a:srgbClr val="111827"/>
                </a:solidFill>
                <a:latin typeface="Arial"/>
                <a:ea typeface="Arial"/>
                <a:cs typeface="Arial"/>
              </a:defRPr>
            </a:lvl3pPr>
            <a:lvl4pPr algn="l">
              <a:defRPr sz="1500" b="0">
                <a:solidFill>
                  <a:srgbClr val="111827"/>
                </a:solidFill>
                <a:latin typeface="Arial"/>
                <a:ea typeface="Arial"/>
                <a:cs typeface="Arial"/>
              </a:defRPr>
            </a:lvl4pPr>
            <a:lvl5pPr algn="l">
              <a:defRPr sz="1500" b="0">
                <a:solidFill>
                  <a:srgbClr val="111827"/>
                </a:solidFill>
                <a:latin typeface="Arial"/>
                <a:ea typeface="Arial"/>
                <a:cs typeface="Arial"/>
              </a:defRPr>
            </a:lvl5pPr>
            <a:lvl6pPr algn="l">
              <a:defRPr sz="1500" b="0">
                <a:solidFill>
                  <a:srgbClr val="111827"/>
                </a:solidFill>
                <a:latin typeface="Arial"/>
                <a:ea typeface="Arial"/>
                <a:cs typeface="Arial"/>
              </a:defRPr>
            </a:lvl6pPr>
            <a:lvl7pPr algn="l">
              <a:defRPr sz="1500" b="0">
                <a:solidFill>
                  <a:srgbClr val="111827"/>
                </a:solidFill>
                <a:latin typeface="Arial"/>
                <a:ea typeface="Arial"/>
                <a:cs typeface="Arial"/>
              </a:defRPr>
            </a:lvl7pPr>
            <a:lvl8pPr algn="l">
              <a:defRPr sz="1500" b="0">
                <a:solidFill>
                  <a:srgbClr val="111827"/>
                </a:solidFill>
                <a:latin typeface="Arial"/>
                <a:ea typeface="Arial"/>
                <a:cs typeface="Arial"/>
              </a:defRPr>
            </a:lvl8pPr>
            <a:lvl9pPr algn="l">
              <a:defRPr sz="1500" b="0">
                <a:solidFill>
                  <a:srgbClr val="111827"/>
                </a:solidFill>
                <a:latin typeface="Arial"/>
                <a:ea typeface="Arial"/>
                <a:cs typeface="Arial"/>
              </a:defRPr>
            </a:lvl9pPr>
          </a:lstStyle>
          <a:p xmlns:a="http://schemas.openxmlformats.org/drawingml/2006/main">
            <a:pPr algn="l">
              <a:defRPr sz="1500" b="0">
                <a:solidFill>
                  <a:srgbClr val="111827"/>
                </a:solidFill>
                <a:latin typeface="Arial"/>
                <a:ea typeface="Arial"/>
                <a:cs typeface="Arial"/>
              </a:defRPr>
            </a:pPr>
            <a:r>
              <a:rPr sz="1500" b="0">
                <a:solidFill>
                  <a:srgbClr val="111827"/>
                </a:solidFill>
                <a:latin typeface="Arial"/>
                <a:ea typeface="Arial"/>
                <a:cs typeface="Arial"/>
              </a:rPr>
              <a:t>Configuration approved</a:t>
            </a:r>
          </a:p>
        </p:txBody>
      </p:sp>
      <p:sp>
        <p:nvSpPr>
          <p:cNvPr id="47" name="s6-Check circle Productive invoice verified">
            <a:extLst xmlns:a="http://schemas.openxmlformats.org/drawingml/2006/main">
              <a:ext uri="{FF2B5EF4-FFF2-40B4-BE49-F238E27FC236}">
                <a16:creationId xmlns:a16="http://schemas.microsoft.com/office/drawing/2014/main" id="{2D4B7243-C5C2-47F2-BC38-D934DF78EEED}"/>
              </a:ext>
            </a:extLst>
          </p:cNvPr>
          <p:cNvSpPr>
            <a:spLocks xmlns:a="http://schemas.openxmlformats.org/drawingml/2006/main" noGrp="1"/>
          </p:cNvSpPr>
          <p:nvPr/>
        </p:nvSpPr>
        <p:spPr>
          <a:xfrm xmlns:a="http://schemas.openxmlformats.org/drawingml/2006/main">
            <a:off x="7858125" y="5953125"/>
            <a:ext cx="180975" cy="180975"/>
          </a:xfrm>
          <a:prstGeom xmlns:a="http://schemas.openxmlformats.org/drawingml/2006/main" prst="ellipse">
            <a:avLst/>
          </a:prstGeom>
          <a:solidFill xmlns:a="http://schemas.openxmlformats.org/drawingml/2006/main">
            <a:srgbClr val="E6F7EF"/>
          </a:solidFill>
          <a:ln xmlns:a="http://schemas.openxmlformats.org/drawingml/2006/main" w="9525">
            <a:solidFill>
              <a:srgbClr val="087A55"/>
            </a:solidFill>
            <a:prstDash val="solid"/>
          </a:ln>
        </p:spPr>
      </p:sp>
      <p:cxnSp>
        <p:nvCxnSpPr>
          <p:cNvPr id="48" name="s6-Check stroke Productive invoice verified a">
            <a:extLst xmlns:a="http://schemas.openxmlformats.org/drawingml/2006/main">
              <a:ext uri="{FF2B5EF4-FFF2-40B4-BE49-F238E27FC236}">
                <a16:creationId xmlns:a16="http://schemas.microsoft.com/office/drawing/2014/main" id="{EF419B7E-0EFA-4D71-9D23-772537BCDD0E}"/>
              </a:ext>
            </a:extLst>
          </p:cNvPr>
          <p:cNvCxnSpPr/>
          <p:nvPr/>
        </p:nvCxnSpPr>
        <p:spPr>
          <a:xfrm xmlns:a="http://schemas.openxmlformats.org/drawingml/2006/main" flipH="0" flipV="0">
            <a:off x="7896225" y="6038850"/>
            <a:ext cx="38100" cy="38100"/>
          </a:xfrm>
          <a:prstGeom xmlns:a="http://schemas.openxmlformats.org/drawingml/2006/main" prst="straightConnector1">
            <a:avLst/>
          </a:prstGeom>
          <a:ln xmlns:a="http://schemas.openxmlformats.org/drawingml/2006/main" w="14288">
            <a:solidFill>
              <a:srgbClr val="087A55"/>
            </a:solidFill>
            <a:tailEnd type="none" w="sm" len="sm"/>
          </a:ln>
        </p:spPr>
      </p:cxnSp>
      <p:cxnSp>
        <p:nvCxnSpPr>
          <p:cNvPr id="49" name="s6-Check stroke Productive invoice verified b">
            <a:extLst xmlns:a="http://schemas.openxmlformats.org/drawingml/2006/main">
              <a:ext uri="{FF2B5EF4-FFF2-40B4-BE49-F238E27FC236}">
                <a16:creationId xmlns:a16="http://schemas.microsoft.com/office/drawing/2014/main" id="{4F380B80-0765-4863-9364-A4ACA80C7D23}"/>
              </a:ext>
            </a:extLst>
          </p:cNvPr>
          <p:cNvCxnSpPr/>
          <p:nvPr/>
        </p:nvCxnSpPr>
        <p:spPr>
          <a:xfrm xmlns:a="http://schemas.openxmlformats.org/drawingml/2006/main" flipH="0" flipV="1">
            <a:off x="7934325" y="6000750"/>
            <a:ext cx="66675" cy="76200"/>
          </a:xfrm>
          <a:prstGeom xmlns:a="http://schemas.openxmlformats.org/drawingml/2006/main" prst="straightConnector1">
            <a:avLst/>
          </a:prstGeom>
          <a:ln xmlns:a="http://schemas.openxmlformats.org/drawingml/2006/main" w="14288">
            <a:solidFill>
              <a:srgbClr val="087A55"/>
            </a:solidFill>
            <a:tailEnd type="none" w="sm" len="sm"/>
          </a:ln>
        </p:spPr>
      </p:cxnSp>
      <p:sp>
        <p:nvSpPr>
          <p:cNvPr id="50" name="s6-Check label Productive invoice verified">
            <a:extLst xmlns:a="http://schemas.openxmlformats.org/drawingml/2006/main">
              <a:ext uri="{FF2B5EF4-FFF2-40B4-BE49-F238E27FC236}">
                <a16:creationId xmlns:a16="http://schemas.microsoft.com/office/drawing/2014/main" id="{CE07E899-C5DC-4CC2-ACCD-E6231724FEFE}"/>
              </a:ext>
            </a:extLst>
          </p:cNvPr>
          <p:cNvSpPr>
            <a:spLocks xmlns:a="http://schemas.openxmlformats.org/drawingml/2006/main" noGrp="1"/>
          </p:cNvSpPr>
          <p:nvPr/>
        </p:nvSpPr>
        <p:spPr>
          <a:xfrm xmlns:a="http://schemas.openxmlformats.org/drawingml/2006/main">
            <a:off x="8153400" y="5934075"/>
            <a:ext cx="2971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11827"/>
                </a:solidFill>
                <a:latin typeface="Arial"/>
                <a:ea typeface="Arial"/>
                <a:cs typeface="Arial"/>
              </a:defRPr>
            </a:defPPr>
            <a:lvl1pPr algn="l">
              <a:defRPr sz="1500" b="0">
                <a:solidFill>
                  <a:srgbClr val="111827"/>
                </a:solidFill>
                <a:latin typeface="Arial"/>
                <a:ea typeface="Arial"/>
                <a:cs typeface="Arial"/>
              </a:defRPr>
            </a:lvl1pPr>
            <a:lvl2pPr algn="l">
              <a:defRPr sz="1500" b="0">
                <a:solidFill>
                  <a:srgbClr val="111827"/>
                </a:solidFill>
                <a:latin typeface="Arial"/>
                <a:ea typeface="Arial"/>
                <a:cs typeface="Arial"/>
              </a:defRPr>
            </a:lvl2pPr>
            <a:lvl3pPr algn="l">
              <a:defRPr sz="1500" b="0">
                <a:solidFill>
                  <a:srgbClr val="111827"/>
                </a:solidFill>
                <a:latin typeface="Arial"/>
                <a:ea typeface="Arial"/>
                <a:cs typeface="Arial"/>
              </a:defRPr>
            </a:lvl3pPr>
            <a:lvl4pPr algn="l">
              <a:defRPr sz="1500" b="0">
                <a:solidFill>
                  <a:srgbClr val="111827"/>
                </a:solidFill>
                <a:latin typeface="Arial"/>
                <a:ea typeface="Arial"/>
                <a:cs typeface="Arial"/>
              </a:defRPr>
            </a:lvl4pPr>
            <a:lvl5pPr algn="l">
              <a:defRPr sz="1500" b="0">
                <a:solidFill>
                  <a:srgbClr val="111827"/>
                </a:solidFill>
                <a:latin typeface="Arial"/>
                <a:ea typeface="Arial"/>
                <a:cs typeface="Arial"/>
              </a:defRPr>
            </a:lvl5pPr>
            <a:lvl6pPr algn="l">
              <a:defRPr sz="1500" b="0">
                <a:solidFill>
                  <a:srgbClr val="111827"/>
                </a:solidFill>
                <a:latin typeface="Arial"/>
                <a:ea typeface="Arial"/>
                <a:cs typeface="Arial"/>
              </a:defRPr>
            </a:lvl6pPr>
            <a:lvl7pPr algn="l">
              <a:defRPr sz="1500" b="0">
                <a:solidFill>
                  <a:srgbClr val="111827"/>
                </a:solidFill>
                <a:latin typeface="Arial"/>
                <a:ea typeface="Arial"/>
                <a:cs typeface="Arial"/>
              </a:defRPr>
            </a:lvl7pPr>
            <a:lvl8pPr algn="l">
              <a:defRPr sz="1500" b="0">
                <a:solidFill>
                  <a:srgbClr val="111827"/>
                </a:solidFill>
                <a:latin typeface="Arial"/>
                <a:ea typeface="Arial"/>
                <a:cs typeface="Arial"/>
              </a:defRPr>
            </a:lvl8pPr>
            <a:lvl9pPr algn="l">
              <a:defRPr sz="1500" b="0">
                <a:solidFill>
                  <a:srgbClr val="111827"/>
                </a:solidFill>
                <a:latin typeface="Arial"/>
                <a:ea typeface="Arial"/>
                <a:cs typeface="Arial"/>
              </a:defRPr>
            </a:lvl9pPr>
          </a:lstStyle>
          <a:p xmlns:a="http://schemas.openxmlformats.org/drawingml/2006/main">
            <a:pPr algn="l">
              <a:defRPr sz="1500" b="0">
                <a:solidFill>
                  <a:srgbClr val="111827"/>
                </a:solidFill>
                <a:latin typeface="Arial"/>
                <a:ea typeface="Arial"/>
                <a:cs typeface="Arial"/>
              </a:defRPr>
            </a:pPr>
            <a:r>
              <a:rPr sz="1500" b="0">
                <a:solidFill>
                  <a:srgbClr val="111827"/>
                </a:solidFill>
                <a:latin typeface="Arial"/>
                <a:ea typeface="Arial"/>
                <a:cs typeface="Arial"/>
              </a:rPr>
              <a:t>Productive invoice verified</a:t>
            </a:r>
          </a:p>
        </p:txBody>
      </p:sp>
      <p:sp>
        <p:nvSpPr>
          <p:cNvPr id="51" name="s6-Onboarding advisor link">
            <a:extLst xmlns:a="http://schemas.openxmlformats.org/drawingml/2006/main">
              <a:ext uri="{FF2B5EF4-FFF2-40B4-BE49-F238E27FC236}">
                <a16:creationId xmlns:a16="http://schemas.microsoft.com/office/drawing/2014/main" id="{CAF4658A-1A4C-4B6A-B490-57CCBC26D8C0}"/>
              </a:ext>
            </a:extLst>
          </p:cNvPr>
          <p:cNvSpPr>
            <a:spLocks xmlns:a="http://schemas.openxmlformats.org/drawingml/2006/main" noGrp="1"/>
          </p:cNvSpPr>
          <p:nvPr/>
        </p:nvSpPr>
        <p:spPr>
          <a:xfrm xmlns:a="http://schemas.openxmlformats.org/drawingml/2006/main">
            <a:off x="7858125" y="6448425"/>
            <a:ext cx="32670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5448C8"/>
                </a:solidFill>
                <a:latin typeface="Arial"/>
                <a:ea typeface="Arial"/>
                <a:cs typeface="Arial"/>
              </a:defRPr>
            </a:defPPr>
            <a:lvl1pPr algn="l">
              <a:defRPr sz="1425" b="1">
                <a:solidFill>
                  <a:srgbClr val="5448C8"/>
                </a:solidFill>
                <a:latin typeface="Arial"/>
                <a:ea typeface="Arial"/>
                <a:cs typeface="Arial"/>
              </a:defRPr>
            </a:lvl1pPr>
            <a:lvl2pPr algn="l">
              <a:defRPr sz="1425" b="1">
                <a:solidFill>
                  <a:srgbClr val="5448C8"/>
                </a:solidFill>
                <a:latin typeface="Arial"/>
                <a:ea typeface="Arial"/>
                <a:cs typeface="Arial"/>
              </a:defRPr>
            </a:lvl2pPr>
            <a:lvl3pPr algn="l">
              <a:defRPr sz="1425" b="1">
                <a:solidFill>
                  <a:srgbClr val="5448C8"/>
                </a:solidFill>
                <a:latin typeface="Arial"/>
                <a:ea typeface="Arial"/>
                <a:cs typeface="Arial"/>
              </a:defRPr>
            </a:lvl3pPr>
            <a:lvl4pPr algn="l">
              <a:defRPr sz="1425" b="1">
                <a:solidFill>
                  <a:srgbClr val="5448C8"/>
                </a:solidFill>
                <a:latin typeface="Arial"/>
                <a:ea typeface="Arial"/>
                <a:cs typeface="Arial"/>
              </a:defRPr>
            </a:lvl4pPr>
            <a:lvl5pPr algn="l">
              <a:defRPr sz="1425" b="1">
                <a:solidFill>
                  <a:srgbClr val="5448C8"/>
                </a:solidFill>
                <a:latin typeface="Arial"/>
                <a:ea typeface="Arial"/>
                <a:cs typeface="Arial"/>
              </a:defRPr>
            </a:lvl5pPr>
            <a:lvl6pPr algn="l">
              <a:defRPr sz="1425" b="1">
                <a:solidFill>
                  <a:srgbClr val="5448C8"/>
                </a:solidFill>
                <a:latin typeface="Arial"/>
                <a:ea typeface="Arial"/>
                <a:cs typeface="Arial"/>
              </a:defRPr>
            </a:lvl6pPr>
            <a:lvl7pPr algn="l">
              <a:defRPr sz="1425" b="1">
                <a:solidFill>
                  <a:srgbClr val="5448C8"/>
                </a:solidFill>
                <a:latin typeface="Arial"/>
                <a:ea typeface="Arial"/>
                <a:cs typeface="Arial"/>
              </a:defRPr>
            </a:lvl7pPr>
            <a:lvl8pPr algn="l">
              <a:defRPr sz="1425" b="1">
                <a:solidFill>
                  <a:srgbClr val="5448C8"/>
                </a:solidFill>
                <a:latin typeface="Arial"/>
                <a:ea typeface="Arial"/>
                <a:cs typeface="Arial"/>
              </a:defRPr>
            </a:lvl8pPr>
            <a:lvl9pPr algn="l">
              <a:defRPr sz="1425" b="1">
                <a:solidFill>
                  <a:srgbClr val="5448C8"/>
                </a:solidFill>
                <a:latin typeface="Arial"/>
                <a:ea typeface="Arial"/>
                <a:cs typeface="Arial"/>
              </a:defRPr>
            </a:lvl9pPr>
          </a:lstStyle>
          <a:p xmlns:a="http://schemas.openxmlformats.org/drawingml/2006/main">
            <a:pPr algn="l">
              <a:defRPr sz="1425" b="1">
                <a:solidFill>
                  <a:srgbClr val="5448C8"/>
                </a:solidFill>
                <a:latin typeface="Arial"/>
                <a:ea typeface="Arial"/>
                <a:cs typeface="Arial"/>
              </a:defRPr>
            </a:pPr>
            <a:r>
              <a:rPr sz="1425" b="1">
                <a:solidFill>
                  <a:srgbClr val="5448C8"/>
                </a:solidFill>
                <a:latin typeface="Arial"/>
                <a:ea typeface="Arial"/>
                <a:cs typeface="Arial"/>
              </a:rPr>
              <a:t>Explain my setup (Partial)</a:t>
            </a:r>
          </a:p>
        </p:txBody>
      </p:sp>
      <p:sp>
        <p:nvSpPr>
          <p:cNvPr id="52" name="s6-Next recommended action">
            <a:extLst xmlns:a="http://schemas.openxmlformats.org/drawingml/2006/main">
              <a:ext uri="{FF2B5EF4-FFF2-40B4-BE49-F238E27FC236}">
                <a16:creationId xmlns:a16="http://schemas.microsoft.com/office/drawing/2014/main" id="{372845B2-7171-4D8C-B7FD-883BFACD6F47}"/>
              </a:ext>
            </a:extLst>
          </p:cNvPr>
          <p:cNvSpPr>
            <a:spLocks xmlns:a="http://schemas.openxmlformats.org/drawingml/2006/main" noGrp="1"/>
          </p:cNvSpPr>
          <p:nvPr/>
        </p:nvSpPr>
        <p:spPr>
          <a:xfrm xmlns:a="http://schemas.openxmlformats.org/drawingml/2006/main">
            <a:off x="7858125" y="6953250"/>
            <a:ext cx="32670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475569"/>
                </a:solidFill>
                <a:latin typeface="Arial"/>
                <a:ea typeface="Arial"/>
                <a:cs typeface="Arial"/>
              </a:defRPr>
            </a:defPPr>
            <a:lvl1pPr algn="l">
              <a:defRPr sz="1275" b="0">
                <a:solidFill>
                  <a:srgbClr val="475569"/>
                </a:solidFill>
                <a:latin typeface="Arial"/>
                <a:ea typeface="Arial"/>
                <a:cs typeface="Arial"/>
              </a:defRPr>
            </a:lvl1pPr>
            <a:lvl2pPr algn="l">
              <a:defRPr sz="1275" b="0">
                <a:solidFill>
                  <a:srgbClr val="475569"/>
                </a:solidFill>
                <a:latin typeface="Arial"/>
                <a:ea typeface="Arial"/>
                <a:cs typeface="Arial"/>
              </a:defRPr>
            </a:lvl2pPr>
            <a:lvl3pPr algn="l">
              <a:defRPr sz="1275" b="0">
                <a:solidFill>
                  <a:srgbClr val="475569"/>
                </a:solidFill>
                <a:latin typeface="Arial"/>
                <a:ea typeface="Arial"/>
                <a:cs typeface="Arial"/>
              </a:defRPr>
            </a:lvl3pPr>
            <a:lvl4pPr algn="l">
              <a:defRPr sz="1275" b="0">
                <a:solidFill>
                  <a:srgbClr val="475569"/>
                </a:solidFill>
                <a:latin typeface="Arial"/>
                <a:ea typeface="Arial"/>
                <a:cs typeface="Arial"/>
              </a:defRPr>
            </a:lvl4pPr>
            <a:lvl5pPr algn="l">
              <a:defRPr sz="1275" b="0">
                <a:solidFill>
                  <a:srgbClr val="475569"/>
                </a:solidFill>
                <a:latin typeface="Arial"/>
                <a:ea typeface="Arial"/>
                <a:cs typeface="Arial"/>
              </a:defRPr>
            </a:lvl5pPr>
            <a:lvl6pPr algn="l">
              <a:defRPr sz="1275" b="0">
                <a:solidFill>
                  <a:srgbClr val="475569"/>
                </a:solidFill>
                <a:latin typeface="Arial"/>
                <a:ea typeface="Arial"/>
                <a:cs typeface="Arial"/>
              </a:defRPr>
            </a:lvl6pPr>
            <a:lvl7pPr algn="l">
              <a:defRPr sz="1275" b="0">
                <a:solidFill>
                  <a:srgbClr val="475569"/>
                </a:solidFill>
                <a:latin typeface="Arial"/>
                <a:ea typeface="Arial"/>
                <a:cs typeface="Arial"/>
              </a:defRPr>
            </a:lvl7pPr>
            <a:lvl8pPr algn="l">
              <a:defRPr sz="1275" b="0">
                <a:solidFill>
                  <a:srgbClr val="475569"/>
                </a:solidFill>
                <a:latin typeface="Arial"/>
                <a:ea typeface="Arial"/>
                <a:cs typeface="Arial"/>
              </a:defRPr>
            </a:lvl8pPr>
            <a:lvl9pPr algn="l">
              <a:defRPr sz="1275" b="0">
                <a:solidFill>
                  <a:srgbClr val="475569"/>
                </a:solidFill>
                <a:latin typeface="Arial"/>
                <a:ea typeface="Arial"/>
                <a:cs typeface="Arial"/>
              </a:defRPr>
            </a:lvl9pPr>
          </a:lstStyle>
          <a:p xmlns:a="http://schemas.openxmlformats.org/drawingml/2006/main">
            <a:pPr algn="l">
              <a:defRPr sz="1275" b="0">
                <a:solidFill>
                  <a:srgbClr val="475569"/>
                </a:solidFill>
                <a:latin typeface="Arial"/>
                <a:ea typeface="Arial"/>
                <a:cs typeface="Arial"/>
              </a:defRPr>
            </a:pPr>
            <a:r>
              <a:rPr sz="1275" b="0">
                <a:solidFill>
                  <a:srgbClr val="475569"/>
                </a:solidFill>
                <a:latin typeface="Arial"/>
                <a:ea typeface="Arial"/>
                <a:cs typeface="Arial"/>
              </a:rPr>
              <a:t>Next: inspect the invoice and journal.</a:t>
            </a:r>
          </a:p>
        </p:txBody>
      </p:sp>
      <p:sp>
        <p:nvSpPr>
          <p:cNvPr id="53" name="s6-Rail problem label">
            <a:extLst xmlns:a="http://schemas.openxmlformats.org/drawingml/2006/main">
              <a:ext uri="{FF2B5EF4-FFF2-40B4-BE49-F238E27FC236}">
                <a16:creationId xmlns:a16="http://schemas.microsoft.com/office/drawing/2014/main" id="{4945C770-C54F-450C-8115-87A5499676B6}"/>
              </a:ext>
            </a:extLst>
          </p:cNvPr>
          <p:cNvSpPr>
            <a:spLocks xmlns:a="http://schemas.openxmlformats.org/drawingml/2006/main" noGrp="1"/>
          </p:cNvSpPr>
          <p:nvPr/>
        </p:nvSpPr>
        <p:spPr>
          <a:xfrm xmlns:a="http://schemas.openxmlformats.org/drawingml/2006/main">
            <a:off x="12001500" y="1943100"/>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64748B"/>
                </a:solidFill>
                <a:latin typeface="Arial"/>
                <a:ea typeface="Arial"/>
                <a:cs typeface="Arial"/>
              </a:defRPr>
            </a:defPPr>
            <a:lvl1pPr algn="l">
              <a:defRPr sz="1200" b="1">
                <a:solidFill>
                  <a:srgbClr val="64748B"/>
                </a:solidFill>
                <a:latin typeface="Arial"/>
                <a:ea typeface="Arial"/>
                <a:cs typeface="Arial"/>
              </a:defRPr>
            </a:lvl1pPr>
            <a:lvl2pPr algn="l">
              <a:defRPr sz="1200" b="1">
                <a:solidFill>
                  <a:srgbClr val="64748B"/>
                </a:solidFill>
                <a:latin typeface="Arial"/>
                <a:ea typeface="Arial"/>
                <a:cs typeface="Arial"/>
              </a:defRPr>
            </a:lvl2pPr>
            <a:lvl3pPr algn="l">
              <a:defRPr sz="1200" b="1">
                <a:solidFill>
                  <a:srgbClr val="64748B"/>
                </a:solidFill>
                <a:latin typeface="Arial"/>
                <a:ea typeface="Arial"/>
                <a:cs typeface="Arial"/>
              </a:defRPr>
            </a:lvl3pPr>
            <a:lvl4pPr algn="l">
              <a:defRPr sz="1200" b="1">
                <a:solidFill>
                  <a:srgbClr val="64748B"/>
                </a:solidFill>
                <a:latin typeface="Arial"/>
                <a:ea typeface="Arial"/>
                <a:cs typeface="Arial"/>
              </a:defRPr>
            </a:lvl4pPr>
            <a:lvl5pPr algn="l">
              <a:defRPr sz="1200" b="1">
                <a:solidFill>
                  <a:srgbClr val="64748B"/>
                </a:solidFill>
                <a:latin typeface="Arial"/>
                <a:ea typeface="Arial"/>
                <a:cs typeface="Arial"/>
              </a:defRPr>
            </a:lvl5pPr>
            <a:lvl6pPr algn="l">
              <a:defRPr sz="1200" b="1">
                <a:solidFill>
                  <a:srgbClr val="64748B"/>
                </a:solidFill>
                <a:latin typeface="Arial"/>
                <a:ea typeface="Arial"/>
                <a:cs typeface="Arial"/>
              </a:defRPr>
            </a:lvl6pPr>
            <a:lvl7pPr algn="l">
              <a:defRPr sz="1200" b="1">
                <a:solidFill>
                  <a:srgbClr val="64748B"/>
                </a:solidFill>
                <a:latin typeface="Arial"/>
                <a:ea typeface="Arial"/>
                <a:cs typeface="Arial"/>
              </a:defRPr>
            </a:lvl7pPr>
            <a:lvl8pPr algn="l">
              <a:defRPr sz="1200" b="1">
                <a:solidFill>
                  <a:srgbClr val="64748B"/>
                </a:solidFill>
                <a:latin typeface="Arial"/>
                <a:ea typeface="Arial"/>
                <a:cs typeface="Arial"/>
              </a:defRPr>
            </a:lvl8pPr>
            <a:lvl9pPr algn="l">
              <a:defRPr sz="1200" b="1">
                <a:solidFill>
                  <a:srgbClr val="64748B"/>
                </a:solidFill>
                <a:latin typeface="Arial"/>
                <a:ea typeface="Arial"/>
                <a:cs typeface="Arial"/>
              </a:defRPr>
            </a:lvl9pPr>
          </a:lstStyle>
          <a:p xmlns:a="http://schemas.openxmlformats.org/drawingml/2006/main">
            <a:pPr algn="l">
              <a:defRPr sz="1200" b="1">
                <a:solidFill>
                  <a:srgbClr val="64748B"/>
                </a:solidFill>
                <a:latin typeface="Arial"/>
                <a:ea typeface="Arial"/>
                <a:cs typeface="Arial"/>
              </a:defRPr>
            </a:pPr>
            <a:r>
              <a:rPr sz="1200" b="1">
                <a:solidFill>
                  <a:srgbClr val="64748B"/>
                </a:solidFill>
                <a:latin typeface="Arial"/>
                <a:ea typeface="Arial"/>
                <a:cs typeface="Arial"/>
              </a:rPr>
              <a:t>CUSTOMER NEED</a:t>
            </a:r>
          </a:p>
        </p:txBody>
      </p:sp>
      <p:sp>
        <p:nvSpPr>
          <p:cNvPr id="54" name="s6-Rail problem title">
            <a:extLst xmlns:a="http://schemas.openxmlformats.org/drawingml/2006/main">
              <a:ext uri="{FF2B5EF4-FFF2-40B4-BE49-F238E27FC236}">
                <a16:creationId xmlns:a16="http://schemas.microsoft.com/office/drawing/2014/main" id="{B3B4ECA3-3573-4097-85A4-18D29C1E7011}"/>
              </a:ext>
            </a:extLst>
          </p:cNvPr>
          <p:cNvSpPr>
            <a:spLocks xmlns:a="http://schemas.openxmlformats.org/drawingml/2006/main" noGrp="1"/>
          </p:cNvSpPr>
          <p:nvPr/>
        </p:nvSpPr>
        <p:spPr>
          <a:xfrm xmlns:a="http://schemas.openxmlformats.org/drawingml/2006/main">
            <a:off x="12001500" y="2286000"/>
            <a:ext cx="28194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243F"/>
                </a:solidFill>
                <a:latin typeface="Arial"/>
                <a:ea typeface="Arial"/>
                <a:cs typeface="Arial"/>
              </a:defRPr>
            </a:defPPr>
            <a:lvl1pPr algn="l">
              <a:defRPr sz="2100" b="1">
                <a:solidFill>
                  <a:srgbClr val="17243F"/>
                </a:solidFill>
                <a:latin typeface="Arial"/>
                <a:ea typeface="Arial"/>
                <a:cs typeface="Arial"/>
              </a:defRPr>
            </a:lvl1pPr>
            <a:lvl2pPr algn="l">
              <a:defRPr sz="2100" b="1">
                <a:solidFill>
                  <a:srgbClr val="17243F"/>
                </a:solidFill>
                <a:latin typeface="Arial"/>
                <a:ea typeface="Arial"/>
                <a:cs typeface="Arial"/>
              </a:defRPr>
            </a:lvl2pPr>
            <a:lvl3pPr algn="l">
              <a:defRPr sz="2100" b="1">
                <a:solidFill>
                  <a:srgbClr val="17243F"/>
                </a:solidFill>
                <a:latin typeface="Arial"/>
                <a:ea typeface="Arial"/>
                <a:cs typeface="Arial"/>
              </a:defRPr>
            </a:lvl3pPr>
            <a:lvl4pPr algn="l">
              <a:defRPr sz="2100" b="1">
                <a:solidFill>
                  <a:srgbClr val="17243F"/>
                </a:solidFill>
                <a:latin typeface="Arial"/>
                <a:ea typeface="Arial"/>
                <a:cs typeface="Arial"/>
              </a:defRPr>
            </a:lvl4pPr>
            <a:lvl5pPr algn="l">
              <a:defRPr sz="2100" b="1">
                <a:solidFill>
                  <a:srgbClr val="17243F"/>
                </a:solidFill>
                <a:latin typeface="Arial"/>
                <a:ea typeface="Arial"/>
                <a:cs typeface="Arial"/>
              </a:defRPr>
            </a:lvl5pPr>
            <a:lvl6pPr algn="l">
              <a:defRPr sz="2100" b="1">
                <a:solidFill>
                  <a:srgbClr val="17243F"/>
                </a:solidFill>
                <a:latin typeface="Arial"/>
                <a:ea typeface="Arial"/>
                <a:cs typeface="Arial"/>
              </a:defRPr>
            </a:lvl6pPr>
            <a:lvl7pPr algn="l">
              <a:defRPr sz="2100" b="1">
                <a:solidFill>
                  <a:srgbClr val="17243F"/>
                </a:solidFill>
                <a:latin typeface="Arial"/>
                <a:ea typeface="Arial"/>
                <a:cs typeface="Arial"/>
              </a:defRPr>
            </a:lvl7pPr>
            <a:lvl8pPr algn="l">
              <a:defRPr sz="2100" b="1">
                <a:solidFill>
                  <a:srgbClr val="17243F"/>
                </a:solidFill>
                <a:latin typeface="Arial"/>
                <a:ea typeface="Arial"/>
                <a:cs typeface="Arial"/>
              </a:defRPr>
            </a:lvl8pPr>
            <a:lvl9pPr algn="l">
              <a:defRPr sz="2100" b="1">
                <a:solidFill>
                  <a:srgbClr val="17243F"/>
                </a:solidFill>
                <a:latin typeface="Arial"/>
                <a:ea typeface="Arial"/>
                <a:cs typeface="Arial"/>
              </a:defRPr>
            </a:lvl9pPr>
          </a:lstStyle>
          <a:p xmlns:a="http://schemas.openxmlformats.org/drawingml/2006/main">
            <a:pPr algn="l">
              <a:defRPr sz="2100" b="1">
                <a:solidFill>
                  <a:srgbClr val="17243F"/>
                </a:solidFill>
                <a:latin typeface="Arial"/>
                <a:ea typeface="Arial"/>
                <a:cs typeface="Arial"/>
              </a:defRPr>
            </a:pPr>
            <a:r>
              <a:rPr sz="2100" b="1">
                <a:solidFill>
                  <a:srgbClr val="17243F"/>
                </a:solidFill>
                <a:latin typeface="Arial"/>
                <a:ea typeface="Arial"/>
                <a:cs typeface="Arial"/>
              </a:rPr>
              <a:t>Finish with useful</a:t>
            </a:r>
          </a:p>
          <a:p xmlns:a="http://schemas.openxmlformats.org/drawingml/2006/main">
            <a:pPr algn="l">
              <a:defRPr sz="2100" b="1">
                <a:solidFill>
                  <a:srgbClr val="17243F"/>
                </a:solidFill>
                <a:latin typeface="Arial"/>
                <a:ea typeface="Arial"/>
                <a:cs typeface="Arial"/>
              </a:defRPr>
            </a:pPr>
            <a:r>
              <a:rPr sz="2100" b="1">
                <a:solidFill>
                  <a:srgbClr val="17243F"/>
                </a:solidFill>
                <a:latin typeface="Arial"/>
                <a:ea typeface="Arial"/>
                <a:cs typeface="Arial"/>
              </a:rPr>
              <a:t>work, not a transfer.</a:t>
            </a:r>
          </a:p>
        </p:txBody>
      </p:sp>
      <p:sp>
        <p:nvSpPr>
          <p:cNvPr id="55" name="s6-Rail problem body">
            <a:extLst xmlns:a="http://schemas.openxmlformats.org/drawingml/2006/main">
              <a:ext uri="{FF2B5EF4-FFF2-40B4-BE49-F238E27FC236}">
                <a16:creationId xmlns:a16="http://schemas.microsoft.com/office/drawing/2014/main" id="{F3BA249F-B14B-43D2-95C1-07A2E0F662CA}"/>
              </a:ext>
            </a:extLst>
          </p:cNvPr>
          <p:cNvSpPr>
            <a:spLocks xmlns:a="http://schemas.openxmlformats.org/drawingml/2006/main" noGrp="1"/>
          </p:cNvSpPr>
          <p:nvPr/>
        </p:nvSpPr>
        <p:spPr>
          <a:xfrm xmlns:a="http://schemas.openxmlformats.org/drawingml/2006/main">
            <a:off x="12001500" y="3152775"/>
            <a:ext cx="2819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475569"/>
                </a:solidFill>
                <a:latin typeface="Arial"/>
                <a:ea typeface="Arial"/>
                <a:cs typeface="Arial"/>
              </a:defRPr>
            </a:defPPr>
            <a:lvl1pPr algn="l">
              <a:defRPr sz="1500" b="0">
                <a:solidFill>
                  <a:srgbClr val="475569"/>
                </a:solidFill>
                <a:latin typeface="Arial"/>
                <a:ea typeface="Arial"/>
                <a:cs typeface="Arial"/>
              </a:defRPr>
            </a:lvl1pPr>
            <a:lvl2pPr algn="l">
              <a:defRPr sz="1500" b="0">
                <a:solidFill>
                  <a:srgbClr val="475569"/>
                </a:solidFill>
                <a:latin typeface="Arial"/>
                <a:ea typeface="Arial"/>
                <a:cs typeface="Arial"/>
              </a:defRPr>
            </a:lvl2pPr>
            <a:lvl3pPr algn="l">
              <a:defRPr sz="1500" b="0">
                <a:solidFill>
                  <a:srgbClr val="475569"/>
                </a:solidFill>
                <a:latin typeface="Arial"/>
                <a:ea typeface="Arial"/>
                <a:cs typeface="Arial"/>
              </a:defRPr>
            </a:lvl3pPr>
            <a:lvl4pPr algn="l">
              <a:defRPr sz="1500" b="0">
                <a:solidFill>
                  <a:srgbClr val="475569"/>
                </a:solidFill>
                <a:latin typeface="Arial"/>
                <a:ea typeface="Arial"/>
                <a:cs typeface="Arial"/>
              </a:defRPr>
            </a:lvl4pPr>
            <a:lvl5pPr algn="l">
              <a:defRPr sz="1500" b="0">
                <a:solidFill>
                  <a:srgbClr val="475569"/>
                </a:solidFill>
                <a:latin typeface="Arial"/>
                <a:ea typeface="Arial"/>
                <a:cs typeface="Arial"/>
              </a:defRPr>
            </a:lvl5pPr>
            <a:lvl6pPr algn="l">
              <a:defRPr sz="1500" b="0">
                <a:solidFill>
                  <a:srgbClr val="475569"/>
                </a:solidFill>
                <a:latin typeface="Arial"/>
                <a:ea typeface="Arial"/>
                <a:cs typeface="Arial"/>
              </a:defRPr>
            </a:lvl6pPr>
            <a:lvl7pPr algn="l">
              <a:defRPr sz="1500" b="0">
                <a:solidFill>
                  <a:srgbClr val="475569"/>
                </a:solidFill>
                <a:latin typeface="Arial"/>
                <a:ea typeface="Arial"/>
                <a:cs typeface="Arial"/>
              </a:defRPr>
            </a:lvl7pPr>
            <a:lvl8pPr algn="l">
              <a:defRPr sz="1500" b="0">
                <a:solidFill>
                  <a:srgbClr val="475569"/>
                </a:solidFill>
                <a:latin typeface="Arial"/>
                <a:ea typeface="Arial"/>
                <a:cs typeface="Arial"/>
              </a:defRPr>
            </a:lvl8pPr>
            <a:lvl9pPr algn="l">
              <a:defRPr sz="1500" b="0">
                <a:solidFill>
                  <a:srgbClr val="475569"/>
                </a:solidFill>
                <a:latin typeface="Arial"/>
                <a:ea typeface="Arial"/>
                <a:cs typeface="Arial"/>
              </a:defRPr>
            </a:lvl9pPr>
          </a:lstStyle>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The accountant can prove that</a:t>
            </a:r>
          </a:p>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the new synthetic environment</a:t>
            </a:r>
          </a:p>
          <a:p xmlns:a="http://schemas.openxmlformats.org/drawingml/2006/main">
            <a:pPr algn="l">
              <a:defRPr sz="1500" b="0">
                <a:solidFill>
                  <a:srgbClr val="475569"/>
                </a:solidFill>
                <a:latin typeface="Arial"/>
                <a:ea typeface="Arial"/>
                <a:cs typeface="Arial"/>
              </a:defRPr>
            </a:pPr>
            <a:r>
              <a:rPr sz="1500" b="0">
                <a:solidFill>
                  <a:srgbClr val="475569"/>
                </a:solidFill>
                <a:latin typeface="Arial"/>
                <a:ea typeface="Arial"/>
                <a:cs typeface="Arial"/>
              </a:rPr>
              <a:t>supports an agreed first task.</a:t>
            </a:r>
          </a:p>
        </p:txBody>
      </p:sp>
      <p:cxnSp>
        <p:nvCxnSpPr>
          <p:cNvPr id="56" name="s6-Rail separator">
            <a:extLst xmlns:a="http://schemas.openxmlformats.org/drawingml/2006/main">
              <a:ext uri="{FF2B5EF4-FFF2-40B4-BE49-F238E27FC236}">
                <a16:creationId xmlns:a16="http://schemas.microsoft.com/office/drawing/2014/main" id="{08D3D789-48D3-4B02-8CB1-284CCEB719C3}"/>
              </a:ext>
            </a:extLst>
          </p:cNvPr>
          <p:cNvCxnSpPr/>
          <p:nvPr/>
        </p:nvCxnSpPr>
        <p:spPr>
          <a:xfrm xmlns:a="http://schemas.openxmlformats.org/drawingml/2006/main" flipH="0" flipV="0">
            <a:off x="12001500" y="4171950"/>
            <a:ext cx="2819400" cy="0"/>
          </a:xfrm>
          <a:prstGeom xmlns:a="http://schemas.openxmlformats.org/drawingml/2006/main" prst="straightConnector1">
            <a:avLst/>
          </a:prstGeom>
          <a:ln xmlns:a="http://schemas.openxmlformats.org/drawingml/2006/main" w="9525">
            <a:solidFill>
              <a:srgbClr val="D8E0EB"/>
            </a:solidFill>
            <a:tailEnd type="none" w="sm" len="sm"/>
          </a:ln>
        </p:spPr>
      </p:cxnSp>
      <p:sp>
        <p:nvSpPr>
          <p:cNvPr id="57" name="s6-AI value heading">
            <a:extLst xmlns:a="http://schemas.openxmlformats.org/drawingml/2006/main">
              <a:ext uri="{FF2B5EF4-FFF2-40B4-BE49-F238E27FC236}">
                <a16:creationId xmlns:a16="http://schemas.microsoft.com/office/drawing/2014/main" id="{18AB181C-A3C7-429B-9DBE-A842DC32516E}"/>
              </a:ext>
            </a:extLst>
          </p:cNvPr>
          <p:cNvSpPr>
            <a:spLocks xmlns:a="http://schemas.openxmlformats.org/drawingml/2006/main" noGrp="1"/>
          </p:cNvSpPr>
          <p:nvPr/>
        </p:nvSpPr>
        <p:spPr>
          <a:xfrm xmlns:a="http://schemas.openxmlformats.org/drawingml/2006/main">
            <a:off x="12001500" y="439102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5448C8"/>
                </a:solidFill>
                <a:latin typeface="Arial"/>
                <a:ea typeface="Arial"/>
                <a:cs typeface="Arial"/>
              </a:defRPr>
            </a:defPPr>
            <a:lvl1pPr algn="l">
              <a:defRPr sz="1350" b="1">
                <a:solidFill>
                  <a:srgbClr val="5448C8"/>
                </a:solidFill>
                <a:latin typeface="Arial"/>
                <a:ea typeface="Arial"/>
                <a:cs typeface="Arial"/>
              </a:defRPr>
            </a:lvl1pPr>
            <a:lvl2pPr algn="l">
              <a:defRPr sz="1350" b="1">
                <a:solidFill>
                  <a:srgbClr val="5448C8"/>
                </a:solidFill>
                <a:latin typeface="Arial"/>
                <a:ea typeface="Arial"/>
                <a:cs typeface="Arial"/>
              </a:defRPr>
            </a:lvl2pPr>
            <a:lvl3pPr algn="l">
              <a:defRPr sz="1350" b="1">
                <a:solidFill>
                  <a:srgbClr val="5448C8"/>
                </a:solidFill>
                <a:latin typeface="Arial"/>
                <a:ea typeface="Arial"/>
                <a:cs typeface="Arial"/>
              </a:defRPr>
            </a:lvl3pPr>
            <a:lvl4pPr algn="l">
              <a:defRPr sz="1350" b="1">
                <a:solidFill>
                  <a:srgbClr val="5448C8"/>
                </a:solidFill>
                <a:latin typeface="Arial"/>
                <a:ea typeface="Arial"/>
                <a:cs typeface="Arial"/>
              </a:defRPr>
            </a:lvl4pPr>
            <a:lvl5pPr algn="l">
              <a:defRPr sz="1350" b="1">
                <a:solidFill>
                  <a:srgbClr val="5448C8"/>
                </a:solidFill>
                <a:latin typeface="Arial"/>
                <a:ea typeface="Arial"/>
                <a:cs typeface="Arial"/>
              </a:defRPr>
            </a:lvl5pPr>
            <a:lvl6pPr algn="l">
              <a:defRPr sz="1350" b="1">
                <a:solidFill>
                  <a:srgbClr val="5448C8"/>
                </a:solidFill>
                <a:latin typeface="Arial"/>
                <a:ea typeface="Arial"/>
                <a:cs typeface="Arial"/>
              </a:defRPr>
            </a:lvl6pPr>
            <a:lvl7pPr algn="l">
              <a:defRPr sz="1350" b="1">
                <a:solidFill>
                  <a:srgbClr val="5448C8"/>
                </a:solidFill>
                <a:latin typeface="Arial"/>
                <a:ea typeface="Arial"/>
                <a:cs typeface="Arial"/>
              </a:defRPr>
            </a:lvl7pPr>
            <a:lvl8pPr algn="l">
              <a:defRPr sz="1350" b="1">
                <a:solidFill>
                  <a:srgbClr val="5448C8"/>
                </a:solidFill>
                <a:latin typeface="Arial"/>
                <a:ea typeface="Arial"/>
                <a:cs typeface="Arial"/>
              </a:defRPr>
            </a:lvl8pPr>
            <a:lvl9pPr algn="l">
              <a:defRPr sz="1350" b="1">
                <a:solidFill>
                  <a:srgbClr val="5448C8"/>
                </a:solidFill>
                <a:latin typeface="Arial"/>
                <a:ea typeface="Arial"/>
                <a:cs typeface="Arial"/>
              </a:defRPr>
            </a:lvl9pPr>
          </a:lstStyle>
          <a:p xmlns:a="http://schemas.openxmlformats.org/drawingml/2006/main">
            <a:pPr algn="l">
              <a:defRPr sz="1350" b="1">
                <a:solidFill>
                  <a:srgbClr val="5448C8"/>
                </a:solidFill>
                <a:latin typeface="Arial"/>
                <a:ea typeface="Arial"/>
                <a:cs typeface="Arial"/>
              </a:defRPr>
            </a:pPr>
            <a:r>
              <a:rPr sz="1350" b="1">
                <a:solidFill>
                  <a:srgbClr val="5448C8"/>
                </a:solidFill>
                <a:latin typeface="Arial"/>
                <a:ea typeface="Arial"/>
                <a:cs typeface="Arial"/>
              </a:rPr>
              <a:t>AI-AGENT VALUE</a:t>
            </a:r>
          </a:p>
        </p:txBody>
      </p:sp>
      <p:sp>
        <p:nvSpPr>
          <p:cNvPr id="58" name="s6-AI value annotation">
            <a:extLst xmlns:a="http://schemas.openxmlformats.org/drawingml/2006/main">
              <a:ext uri="{FF2B5EF4-FFF2-40B4-BE49-F238E27FC236}">
                <a16:creationId xmlns:a16="http://schemas.microsoft.com/office/drawing/2014/main" id="{BA0FFCA8-0419-4F8C-8ED0-1EF35C0FA5DC}"/>
              </a:ext>
            </a:extLst>
          </p:cNvPr>
          <p:cNvSpPr>
            <a:spLocks xmlns:a="http://schemas.openxmlformats.org/drawingml/2006/main" noGrp="1"/>
          </p:cNvSpPr>
          <p:nvPr/>
        </p:nvSpPr>
        <p:spPr>
          <a:xfrm xmlns:a="http://schemas.openxmlformats.org/drawingml/2006/main">
            <a:off x="12001500" y="4733925"/>
            <a:ext cx="2819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7243F"/>
                </a:solidFill>
                <a:latin typeface="Arial"/>
                <a:ea typeface="Arial"/>
                <a:cs typeface="Arial"/>
              </a:defRPr>
            </a:defPPr>
            <a:lvl1pPr algn="l">
              <a:defRPr sz="1575" b="0">
                <a:solidFill>
                  <a:srgbClr val="17243F"/>
                </a:solidFill>
                <a:latin typeface="Arial"/>
                <a:ea typeface="Arial"/>
                <a:cs typeface="Arial"/>
              </a:defRPr>
            </a:lvl1pPr>
            <a:lvl2pPr algn="l">
              <a:defRPr sz="1575" b="0">
                <a:solidFill>
                  <a:srgbClr val="17243F"/>
                </a:solidFill>
                <a:latin typeface="Arial"/>
                <a:ea typeface="Arial"/>
                <a:cs typeface="Arial"/>
              </a:defRPr>
            </a:lvl2pPr>
            <a:lvl3pPr algn="l">
              <a:defRPr sz="1575" b="0">
                <a:solidFill>
                  <a:srgbClr val="17243F"/>
                </a:solidFill>
                <a:latin typeface="Arial"/>
                <a:ea typeface="Arial"/>
                <a:cs typeface="Arial"/>
              </a:defRPr>
            </a:lvl3pPr>
            <a:lvl4pPr algn="l">
              <a:defRPr sz="1575" b="0">
                <a:solidFill>
                  <a:srgbClr val="17243F"/>
                </a:solidFill>
                <a:latin typeface="Arial"/>
                <a:ea typeface="Arial"/>
                <a:cs typeface="Arial"/>
              </a:defRPr>
            </a:lvl4pPr>
            <a:lvl5pPr algn="l">
              <a:defRPr sz="1575" b="0">
                <a:solidFill>
                  <a:srgbClr val="17243F"/>
                </a:solidFill>
                <a:latin typeface="Arial"/>
                <a:ea typeface="Arial"/>
                <a:cs typeface="Arial"/>
              </a:defRPr>
            </a:lvl5pPr>
            <a:lvl6pPr algn="l">
              <a:defRPr sz="1575" b="0">
                <a:solidFill>
                  <a:srgbClr val="17243F"/>
                </a:solidFill>
                <a:latin typeface="Arial"/>
                <a:ea typeface="Arial"/>
                <a:cs typeface="Arial"/>
              </a:defRPr>
            </a:lvl6pPr>
            <a:lvl7pPr algn="l">
              <a:defRPr sz="1575" b="0">
                <a:solidFill>
                  <a:srgbClr val="17243F"/>
                </a:solidFill>
                <a:latin typeface="Arial"/>
                <a:ea typeface="Arial"/>
                <a:cs typeface="Arial"/>
              </a:defRPr>
            </a:lvl7pPr>
            <a:lvl8pPr algn="l">
              <a:defRPr sz="1575" b="0">
                <a:solidFill>
                  <a:srgbClr val="17243F"/>
                </a:solidFill>
                <a:latin typeface="Arial"/>
                <a:ea typeface="Arial"/>
                <a:cs typeface="Arial"/>
              </a:defRPr>
            </a:lvl8pPr>
            <a:lvl9pPr algn="l">
              <a:defRPr sz="1575" b="0">
                <a:solidFill>
                  <a:srgbClr val="17243F"/>
                </a:solidFill>
                <a:latin typeface="Arial"/>
                <a:ea typeface="Arial"/>
                <a:cs typeface="Arial"/>
              </a:defRPr>
            </a:lvl9pPr>
          </a:lstStyle>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Partial: state-grounded</a:t>
            </a:r>
          </a:p>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onboarding advice explains</a:t>
            </a:r>
          </a:p>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remaining tasks and setup.</a:t>
            </a:r>
          </a:p>
          <a:p xmlns:a="http://schemas.openxmlformats.org/drawingml/2006/main">
            <a:pPr algn="l">
              <a:defRPr sz="1575" b="0">
                <a:solidFill>
                  <a:srgbClr val="17243F"/>
                </a:solidFill>
                <a:latin typeface="Arial"/>
                <a:ea typeface="Arial"/>
                <a:cs typeface="Arial"/>
              </a:defRPr>
            </a:pPr>
            <a:r>
              <a:rPr sz="1575" b="0">
                <a:solidFill>
                  <a:srgbClr val="17243F"/>
                </a:solidFill>
                <a:latin typeface="Arial"/>
                <a:ea typeface="Arial"/>
                <a:cs typeface="Arial"/>
              </a:rPr>
              <a:t>It cannot certify the result.</a:t>
            </a:r>
          </a:p>
        </p:txBody>
      </p:sp>
      <p:sp>
        <p:nvSpPr>
          <p:cNvPr id="59" name="s6-Beta classification">
            <a:extLst xmlns:a="http://schemas.openxmlformats.org/drawingml/2006/main">
              <a:ext uri="{FF2B5EF4-FFF2-40B4-BE49-F238E27FC236}">
                <a16:creationId xmlns:a16="http://schemas.microsoft.com/office/drawing/2014/main" id="{3D3D3317-71A1-453D-AF52-D55257D30F6A}"/>
              </a:ext>
            </a:extLst>
          </p:cNvPr>
          <p:cNvSpPr>
            <a:spLocks xmlns:a="http://schemas.openxmlformats.org/drawingml/2006/main" noGrp="1"/>
          </p:cNvSpPr>
          <p:nvPr/>
        </p:nvSpPr>
        <p:spPr>
          <a:xfrm xmlns:a="http://schemas.openxmlformats.org/drawingml/2006/main">
            <a:off x="12001500" y="6057900"/>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A55"/>
                </a:solidFill>
                <a:latin typeface="Arial"/>
                <a:ea typeface="Arial"/>
                <a:cs typeface="Arial"/>
              </a:defRPr>
            </a:defPPr>
            <a:lvl1pPr algn="l">
              <a:defRPr sz="1275" b="1">
                <a:solidFill>
                  <a:srgbClr val="087A55"/>
                </a:solidFill>
                <a:latin typeface="Arial"/>
                <a:ea typeface="Arial"/>
                <a:cs typeface="Arial"/>
              </a:defRPr>
            </a:lvl1pPr>
            <a:lvl2pPr algn="l">
              <a:defRPr sz="1275" b="1">
                <a:solidFill>
                  <a:srgbClr val="087A55"/>
                </a:solidFill>
                <a:latin typeface="Arial"/>
                <a:ea typeface="Arial"/>
                <a:cs typeface="Arial"/>
              </a:defRPr>
            </a:lvl2pPr>
            <a:lvl3pPr algn="l">
              <a:defRPr sz="1275" b="1">
                <a:solidFill>
                  <a:srgbClr val="087A55"/>
                </a:solidFill>
                <a:latin typeface="Arial"/>
                <a:ea typeface="Arial"/>
                <a:cs typeface="Arial"/>
              </a:defRPr>
            </a:lvl3pPr>
            <a:lvl4pPr algn="l">
              <a:defRPr sz="1275" b="1">
                <a:solidFill>
                  <a:srgbClr val="087A55"/>
                </a:solidFill>
                <a:latin typeface="Arial"/>
                <a:ea typeface="Arial"/>
                <a:cs typeface="Arial"/>
              </a:defRPr>
            </a:lvl4pPr>
            <a:lvl5pPr algn="l">
              <a:defRPr sz="1275" b="1">
                <a:solidFill>
                  <a:srgbClr val="087A55"/>
                </a:solidFill>
                <a:latin typeface="Arial"/>
                <a:ea typeface="Arial"/>
                <a:cs typeface="Arial"/>
              </a:defRPr>
            </a:lvl5pPr>
            <a:lvl6pPr algn="l">
              <a:defRPr sz="1275" b="1">
                <a:solidFill>
                  <a:srgbClr val="087A55"/>
                </a:solidFill>
                <a:latin typeface="Arial"/>
                <a:ea typeface="Arial"/>
                <a:cs typeface="Arial"/>
              </a:defRPr>
            </a:lvl6pPr>
            <a:lvl7pPr algn="l">
              <a:defRPr sz="1275" b="1">
                <a:solidFill>
                  <a:srgbClr val="087A55"/>
                </a:solidFill>
                <a:latin typeface="Arial"/>
                <a:ea typeface="Arial"/>
                <a:cs typeface="Arial"/>
              </a:defRPr>
            </a:lvl7pPr>
            <a:lvl8pPr algn="l">
              <a:defRPr sz="1275" b="1">
                <a:solidFill>
                  <a:srgbClr val="087A55"/>
                </a:solidFill>
                <a:latin typeface="Arial"/>
                <a:ea typeface="Arial"/>
                <a:cs typeface="Arial"/>
              </a:defRPr>
            </a:lvl8pPr>
            <a:lvl9pPr algn="l">
              <a:defRPr sz="1275" b="1">
                <a:solidFill>
                  <a:srgbClr val="087A55"/>
                </a:solidFill>
                <a:latin typeface="Arial"/>
                <a:ea typeface="Arial"/>
                <a:cs typeface="Arial"/>
              </a:defRPr>
            </a:lvl9pPr>
          </a:lstStyle>
          <a:p xmlns:a="http://schemas.openxmlformats.org/drawingml/2006/main">
            <a:pPr algn="l">
              <a:defRPr sz="1275" b="1">
                <a:solidFill>
                  <a:srgbClr val="087A55"/>
                </a:solidFill>
                <a:latin typeface="Arial"/>
                <a:ea typeface="Arial"/>
                <a:cs typeface="Arial"/>
              </a:defRPr>
            </a:pPr>
            <a:r>
              <a:rPr sz="1275" b="1">
                <a:solidFill>
                  <a:srgbClr val="087A55"/>
                </a:solidFill>
                <a:latin typeface="Arial"/>
                <a:ea typeface="Arial"/>
                <a:cs typeface="Arial"/>
              </a:rPr>
              <a:t>Beta Implemented</a:t>
            </a:r>
          </a:p>
        </p:txBody>
      </p:sp>
      <p:sp>
        <p:nvSpPr>
          <p:cNvPr id="60" name="s6-Beta classified capabilities">
            <a:extLst xmlns:a="http://schemas.openxmlformats.org/drawingml/2006/main">
              <a:ext uri="{FF2B5EF4-FFF2-40B4-BE49-F238E27FC236}">
                <a16:creationId xmlns:a16="http://schemas.microsoft.com/office/drawing/2014/main" id="{F8404C00-666B-4CC4-BCC5-3C64AD4D3461}"/>
              </a:ext>
            </a:extLst>
          </p:cNvPr>
          <p:cNvSpPr>
            <a:spLocks xmlns:a="http://schemas.openxmlformats.org/drawingml/2006/main" noGrp="1"/>
          </p:cNvSpPr>
          <p:nvPr/>
        </p:nvSpPr>
        <p:spPr>
          <a:xfrm xmlns:a="http://schemas.openxmlformats.org/drawingml/2006/main">
            <a:off x="12001500" y="6362700"/>
            <a:ext cx="28194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Governed onboarding, approved</a:t>
            </a:r>
          </a:p>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invoice, verified receipt / effect.</a:t>
            </a:r>
          </a:p>
        </p:txBody>
      </p:sp>
      <p:sp>
        <p:nvSpPr>
          <p:cNvPr id="61" name="s6-Other classification">
            <a:extLst xmlns:a="http://schemas.openxmlformats.org/drawingml/2006/main">
              <a:ext uri="{FF2B5EF4-FFF2-40B4-BE49-F238E27FC236}">
                <a16:creationId xmlns:a16="http://schemas.microsoft.com/office/drawing/2014/main" id="{7BD9429A-01A6-4ACA-A110-BB41EADE86A1}"/>
              </a:ext>
            </a:extLst>
          </p:cNvPr>
          <p:cNvSpPr>
            <a:spLocks xmlns:a="http://schemas.openxmlformats.org/drawingml/2006/main" noGrp="1"/>
          </p:cNvSpPr>
          <p:nvPr/>
        </p:nvSpPr>
        <p:spPr>
          <a:xfrm xmlns:a="http://schemas.openxmlformats.org/drawingml/2006/main">
            <a:off x="12001500" y="70104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448C8"/>
                </a:solidFill>
                <a:latin typeface="Arial"/>
                <a:ea typeface="Arial"/>
                <a:cs typeface="Arial"/>
              </a:defRPr>
            </a:defPPr>
            <a:lvl1pPr algn="l">
              <a:defRPr sz="1275" b="1">
                <a:solidFill>
                  <a:srgbClr val="5448C8"/>
                </a:solidFill>
                <a:latin typeface="Arial"/>
                <a:ea typeface="Arial"/>
                <a:cs typeface="Arial"/>
              </a:defRPr>
            </a:lvl1pPr>
            <a:lvl2pPr algn="l">
              <a:defRPr sz="1275" b="1">
                <a:solidFill>
                  <a:srgbClr val="5448C8"/>
                </a:solidFill>
                <a:latin typeface="Arial"/>
                <a:ea typeface="Arial"/>
                <a:cs typeface="Arial"/>
              </a:defRPr>
            </a:lvl2pPr>
            <a:lvl3pPr algn="l">
              <a:defRPr sz="1275" b="1">
                <a:solidFill>
                  <a:srgbClr val="5448C8"/>
                </a:solidFill>
                <a:latin typeface="Arial"/>
                <a:ea typeface="Arial"/>
                <a:cs typeface="Arial"/>
              </a:defRPr>
            </a:lvl3pPr>
            <a:lvl4pPr algn="l">
              <a:defRPr sz="1275" b="1">
                <a:solidFill>
                  <a:srgbClr val="5448C8"/>
                </a:solidFill>
                <a:latin typeface="Arial"/>
                <a:ea typeface="Arial"/>
                <a:cs typeface="Arial"/>
              </a:defRPr>
            </a:lvl4pPr>
            <a:lvl5pPr algn="l">
              <a:defRPr sz="1275" b="1">
                <a:solidFill>
                  <a:srgbClr val="5448C8"/>
                </a:solidFill>
                <a:latin typeface="Arial"/>
                <a:ea typeface="Arial"/>
                <a:cs typeface="Arial"/>
              </a:defRPr>
            </a:lvl5pPr>
            <a:lvl6pPr algn="l">
              <a:defRPr sz="1275" b="1">
                <a:solidFill>
                  <a:srgbClr val="5448C8"/>
                </a:solidFill>
                <a:latin typeface="Arial"/>
                <a:ea typeface="Arial"/>
                <a:cs typeface="Arial"/>
              </a:defRPr>
            </a:lvl6pPr>
            <a:lvl7pPr algn="l">
              <a:defRPr sz="1275" b="1">
                <a:solidFill>
                  <a:srgbClr val="5448C8"/>
                </a:solidFill>
                <a:latin typeface="Arial"/>
                <a:ea typeface="Arial"/>
                <a:cs typeface="Arial"/>
              </a:defRPr>
            </a:lvl7pPr>
            <a:lvl8pPr algn="l">
              <a:defRPr sz="1275" b="1">
                <a:solidFill>
                  <a:srgbClr val="5448C8"/>
                </a:solidFill>
                <a:latin typeface="Arial"/>
                <a:ea typeface="Arial"/>
                <a:cs typeface="Arial"/>
              </a:defRPr>
            </a:lvl8pPr>
            <a:lvl9pPr algn="l">
              <a:defRPr sz="1275" b="1">
                <a:solidFill>
                  <a:srgbClr val="5448C8"/>
                </a:solidFill>
                <a:latin typeface="Arial"/>
                <a:ea typeface="Arial"/>
                <a:cs typeface="Arial"/>
              </a:defRPr>
            </a:lvl9pPr>
          </a:lstStyle>
          <a:p xmlns:a="http://schemas.openxmlformats.org/drawingml/2006/main">
            <a:pPr algn="l">
              <a:defRPr sz="1275" b="1">
                <a:solidFill>
                  <a:srgbClr val="5448C8"/>
                </a:solidFill>
                <a:latin typeface="Arial"/>
                <a:ea typeface="Arial"/>
                <a:cs typeface="Arial"/>
              </a:defRPr>
            </a:pPr>
            <a:r>
              <a:rPr sz="1275" b="1">
                <a:solidFill>
                  <a:srgbClr val="5448C8"/>
                </a:solidFill>
                <a:latin typeface="Arial"/>
                <a:ea typeface="Arial"/>
                <a:cs typeface="Arial"/>
              </a:rPr>
              <a:t>Partial / Proposed</a:t>
            </a:r>
          </a:p>
        </p:txBody>
      </p:sp>
      <p:sp>
        <p:nvSpPr>
          <p:cNvPr id="62" name="s6-Other classified capabilities">
            <a:extLst xmlns:a="http://schemas.openxmlformats.org/drawingml/2006/main">
              <a:ext uri="{FF2B5EF4-FFF2-40B4-BE49-F238E27FC236}">
                <a16:creationId xmlns:a16="http://schemas.microsoft.com/office/drawing/2014/main" id="{B8582E7B-6C28-4142-997F-9B5DAB7E0453}"/>
              </a:ext>
            </a:extLst>
          </p:cNvPr>
          <p:cNvSpPr>
            <a:spLocks xmlns:a="http://schemas.openxmlformats.org/drawingml/2006/main" noGrp="1"/>
          </p:cNvSpPr>
          <p:nvPr/>
        </p:nvSpPr>
        <p:spPr>
          <a:xfrm xmlns:a="http://schemas.openxmlformats.org/drawingml/2006/main">
            <a:off x="12001500" y="7296150"/>
            <a:ext cx="2819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475569"/>
                </a:solidFill>
                <a:latin typeface="Arial"/>
                <a:ea typeface="Arial"/>
                <a:cs typeface="Arial"/>
              </a:defRPr>
            </a:defPPr>
            <a:lvl1pPr algn="l">
              <a:defRPr sz="1350" b="0">
                <a:solidFill>
                  <a:srgbClr val="475569"/>
                </a:solidFill>
                <a:latin typeface="Arial"/>
                <a:ea typeface="Arial"/>
                <a:cs typeface="Arial"/>
              </a:defRPr>
            </a:lvl1pPr>
            <a:lvl2pPr algn="l">
              <a:defRPr sz="1350" b="0">
                <a:solidFill>
                  <a:srgbClr val="475569"/>
                </a:solidFill>
                <a:latin typeface="Arial"/>
                <a:ea typeface="Arial"/>
                <a:cs typeface="Arial"/>
              </a:defRPr>
            </a:lvl2pPr>
            <a:lvl3pPr algn="l">
              <a:defRPr sz="1350" b="0">
                <a:solidFill>
                  <a:srgbClr val="475569"/>
                </a:solidFill>
                <a:latin typeface="Arial"/>
                <a:ea typeface="Arial"/>
                <a:cs typeface="Arial"/>
              </a:defRPr>
            </a:lvl3pPr>
            <a:lvl4pPr algn="l">
              <a:defRPr sz="1350" b="0">
                <a:solidFill>
                  <a:srgbClr val="475569"/>
                </a:solidFill>
                <a:latin typeface="Arial"/>
                <a:ea typeface="Arial"/>
                <a:cs typeface="Arial"/>
              </a:defRPr>
            </a:lvl4pPr>
            <a:lvl5pPr algn="l">
              <a:defRPr sz="1350" b="0">
                <a:solidFill>
                  <a:srgbClr val="475569"/>
                </a:solidFill>
                <a:latin typeface="Arial"/>
                <a:ea typeface="Arial"/>
                <a:cs typeface="Arial"/>
              </a:defRPr>
            </a:lvl5pPr>
            <a:lvl6pPr algn="l">
              <a:defRPr sz="1350" b="0">
                <a:solidFill>
                  <a:srgbClr val="475569"/>
                </a:solidFill>
                <a:latin typeface="Arial"/>
                <a:ea typeface="Arial"/>
                <a:cs typeface="Arial"/>
              </a:defRPr>
            </a:lvl6pPr>
            <a:lvl7pPr algn="l">
              <a:defRPr sz="1350" b="0">
                <a:solidFill>
                  <a:srgbClr val="475569"/>
                </a:solidFill>
                <a:latin typeface="Arial"/>
                <a:ea typeface="Arial"/>
                <a:cs typeface="Arial"/>
              </a:defRPr>
            </a:lvl7pPr>
            <a:lvl8pPr algn="l">
              <a:defRPr sz="1350" b="0">
                <a:solidFill>
                  <a:srgbClr val="475569"/>
                </a:solidFill>
                <a:latin typeface="Arial"/>
                <a:ea typeface="Arial"/>
                <a:cs typeface="Arial"/>
              </a:defRPr>
            </a:lvl8pPr>
            <a:lvl9pPr algn="l">
              <a:defRPr sz="1350" b="0">
                <a:solidFill>
                  <a:srgbClr val="475569"/>
                </a:solidFill>
                <a:latin typeface="Arial"/>
                <a:ea typeface="Arial"/>
                <a:cs typeface="Arial"/>
              </a:defRPr>
            </a:lvl9pPr>
          </a:lstStyle>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Live onboarding advice pending;</a:t>
            </a:r>
          </a:p>
          <a:p xmlns:a="http://schemas.openxmlformats.org/drawingml/2006/main">
            <a:pPr algn="l">
              <a:defRPr sz="1350" b="0">
                <a:solidFill>
                  <a:srgbClr val="475569"/>
                </a:solidFill>
                <a:latin typeface="Arial"/>
                <a:ea typeface="Arial"/>
                <a:cs typeface="Arial"/>
              </a:defRPr>
            </a:pPr>
            <a:r>
              <a:rPr sz="1350" b="0">
                <a:solidFill>
                  <a:srgbClr val="475569"/>
                </a:solidFill>
                <a:latin typeface="Arial"/>
                <a:ea typeface="Arial"/>
                <a:cs typeface="Arial"/>
              </a:rPr>
              <a:t>proposed compact completion UI.</a:t>
            </a:r>
          </a:p>
        </p:txBody>
      </p:sp>
    </p:spTree>
    <p:extLst>
      <p:ext uri="{BB962C8B-B14F-4D97-AF65-F5344CB8AC3E}">
        <p14:creationId xmlns:p14="http://schemas.microsoft.com/office/powerpoint/2010/main" val="2117551705"/>
      </p:ext>
    </p:extLst>
  </p:cSld>
</p:sld>
</file>

<file path=ppt/theme/theme1.xml><?xml version="1.0" encoding="utf-8"?>
<a:theme xmlns:a="http://schemas.openxmlformats.org/drawingml/2006/main" name="ChatGPT">
  <a:themeElements>
    <a:clrScheme name="MoveBooks Product UI">
      <a:dk1>
        <a:srgbClr val="000000"/>
      </a:dk1>
      <a:lt1>
        <a:srgbClr val="FFFFFF"/>
      </a:lt1>
      <a:dk2>
        <a:srgbClr val="17243F"/>
      </a:dk2>
      <a:lt2>
        <a:srgbClr val="F7F9FC"/>
      </a:lt2>
      <a:accent1>
        <a:srgbClr val="155EEF"/>
      </a:accent1>
      <a:accent2>
        <a:srgbClr val="5448C8"/>
      </a:accent2>
      <a:accent3>
        <a:srgbClr val="087A55"/>
      </a:accent3>
      <a:accent4>
        <a:srgbClr val="A15C00"/>
      </a:accent4>
      <a:accent5>
        <a:srgbClr val="64748B"/>
      </a:accent5>
      <a:accent6>
        <a:srgbClr val="D8E0EB"/>
      </a:accent6>
      <a:hlink>
        <a:srgbClr val="155EEF"/>
      </a:hlink>
      <a:folHlink>
        <a:srgbClr val="5448C8"/>
      </a:folHlink>
    </a:clrScheme>
    <a:fontScheme name="">
      <a:majorFont>
        <a:latin typeface="Arial"/>
        <a:ea typeface=""/>
        <a:cs typeface=""/>
      </a:majorFont>
      <a:minorFont>
        <a:latin typeface="Arial"/>
        <a:ea typeface=""/>
        <a:cs typeface=""/>
      </a:minorFont>
    </a:fontScheme>
    <a:fmtScheme name="MoveBooks Product UI">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2026-10-18T11:54:08.1880000Z</dcterms:created>
  <dcterms:modified xsi:type="dcterms:W3CDTF">2026-10-18T11:54:08.1880000Z</dcterms:modified>
</coreProperties>
</file>