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543fa4b01ce4f61" /><Relationship Type="http://schemas.openxmlformats.org/officeDocument/2006/relationships/extended-properties" Target="/docProps/app.xml" Id="R2925fe09c85244ca" /><Relationship Type="http://schemas.openxmlformats.org/officeDocument/2006/relationships/officeDocument" Target="/ppt/presentation.xml" Id="R6f1c8cdf775c4982" /></Relationships>
</file>

<file path=ppt/presentation.xml><?xml version="1.0" encoding="utf-8"?>
<p:presentation xmlns:p="http://schemas.openxmlformats.org/presentationml/2006/main">
  <p:sldMasterIdLst>
    <p:sldMasterId xmlns:r="http://schemas.openxmlformats.org/officeDocument/2006/relationships" id="2147483648" r:id="Rc4931cdef4394a68"/>
  </p:sldMasterIdLst>
  <p:notesMasterIdLst>
    <p:notesMasterId xmlns:r="http://schemas.openxmlformats.org/officeDocument/2006/relationships" r:id="R659db2acbbfd4129"/>
  </p:notesMasterIdLst>
  <p:sldIdLst>
    <p:sldId xmlns:r="http://schemas.openxmlformats.org/officeDocument/2006/relationships" id="256" r:id="Rfb22545a6f554e58"/>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31678d812af4e8a" /><Relationship Type="http://schemas.openxmlformats.org/officeDocument/2006/relationships/slideMaster" Target="/ppt/slideMasters/slideMaster1.xml" Id="Rc4931cdef4394a68" /><Relationship Type="http://schemas.openxmlformats.org/officeDocument/2006/relationships/notesMaster" Target="/ppt/notesMasters/notesMaster1.xml" Id="R659db2acbbfd4129" /><Relationship Type="http://schemas.openxmlformats.org/officeDocument/2006/relationships/presProps" Target="/ppt/presProps.xml" Id="Rc8b5767a4c864596" /><Relationship Type="http://schemas.openxmlformats.org/officeDocument/2006/relationships/tableStyles" Target="/ppt/tableStyles.xml" Id="Rb45c229d88e34462" /><Relationship Type="http://schemas.openxmlformats.org/officeDocument/2006/relationships/slide" Target="/ppt/slides/slide1.xml" Id="Rfb22545a6f554e5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ada719fd4d2413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MoveBooks Swimlane">
      <a:dk1>
        <a:srgbClr val="000000"/>
      </a:dk1>
      <a:lt1>
        <a:srgbClr val="FFFFFF"/>
      </a:lt1>
      <a:dk2>
        <a:srgbClr val="17243F"/>
      </a:dk2>
      <a:lt2>
        <a:srgbClr val="F0F4F7"/>
      </a:lt2>
      <a:accent1>
        <a:srgbClr val="087F80"/>
      </a:accent1>
      <a:accent2>
        <a:srgbClr val="138AAB"/>
      </a:accent2>
      <a:accent3>
        <a:srgbClr val="A56A18"/>
      </a:accent3>
      <a:accent4>
        <a:srgbClr val="8793A4"/>
      </a:accent4>
      <a:accent5>
        <a:srgbClr val="D6E8E7"/>
      </a:accent5>
      <a:accent6>
        <a:srgbClr val="EED9B6"/>
      </a:accent6>
      <a:hlink>
        <a:srgbClr val="087F80"/>
      </a:hlink>
      <a:folHlink>
        <a:srgbClr val="087F80"/>
      </a:folHlink>
    </a:clrScheme>
    <a:fontScheme name="">
      <a:majorFont>
        <a:latin typeface="Arial"/>
        <a:ea typeface=""/>
        <a:cs typeface=""/>
      </a:majorFont>
      <a:minorFont>
        <a:latin typeface="Arial"/>
        <a:ea typeface=""/>
        <a:cs typeface=""/>
      </a:minorFont>
    </a:fontScheme>
    <a:fmtScheme name="MoveBooks Swimlan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9f475166d164c6c" /><Relationship Type="http://schemas.openxmlformats.org/officeDocument/2006/relationships/notesMaster" Target="/ppt/notesMasters/notesMaster1.xml" Id="Re40fb07a1e314b8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SCOPE AND SOURCE. Executive swimlane based on delivery/submission-integration at aacd3a5. The eight columns aggregate the requested A–L sequence. A/B: Start and bind owner/source context. C/D: discover/assess using tools, then inspect readiness evidence and return missing evidence to the user. E/F: propose mappings, optionally request independent review, obtain attributable approval. G: enforce current manifest, execute bounded authorized batches. H: classify exceptions, bounded retry, human remediation approval and safe escalation. I: deterministic reconciliation. J/K: inspect unresolved risks, confirm current configuration/onboarding. L: owner approves exact productive invoice, post once and deterministically verify FPU. Left-to-right state arrows are guarded progression, not unconditional transitions. Intermediate detailed controls remain mandatory.</a:t>
            </a:r>
          </a:p>
          <a:p xmlns:a="http://schemas.openxmlformats.org/drawingml/2006/main">
            <a:r>
              <a:t/>
            </a:r>
          </a:p>
          <a:p xmlns:a="http://schemas.openxmlformats.org/drawingml/2006/main">
            <a:r>
              <a:t>VERIFIED IMPLEMENTATION. Current local synthetic beta uses deterministic workflow services, class-based specialists and allowlisted tools. Specialist responsibilities are discovery, assessment, planning/mapping, migration, exception resolution, validation, configuration, onboarding and FPU. These are not established autonomous model agents. The orchestrator owns stage transitions; specialists cannot authorize progression. Owner identity, evidence checksums, current plan/mapping approvals, unresolved blockers, exact reconciliation and configured/onboarding prerequisites govern transitions. Rework never silently overwrites checksum-pinned source context. Corrected source evidence requires a fresh valid context/assessment; stale approval must be renewed. The diagram summarizes local implementation and recorded acceptance, not current deployed proof.</a:t>
            </a:r>
          </a:p>
          <a:p xmlns:a="http://schemas.openxmlformats.org/drawingml/2006/main">
            <a:r>
              <a:t/>
            </a:r>
          </a:p>
          <a:p xmlns:a="http://schemas.openxmlformats.org/drawingml/2006/main">
            <a:r>
              <a:t>PARTIAL AI CANDIDATES AND TARGET ARCHITECTURE. Optional Advisor is a journey-wide, user-requested read-only sidecar, shown in the first otherwise empty specialist cell for economy; it is not a mandatory startup step. Independent mapping Reviewer is separately projected, owner scoped and evidence bound. Its current deterministic fallback and offline ADK execution contracts are implemented, but live Gemini runtime verification remains pending. The host supplies synthetic-only evidence, exposes read_evidence only, caps model/evidence calls, validates structured output/references and forbids financial authority or writes. Mapping review is limited to the supported account-mapping slice, not a universal readiness or financial auditor. Readiness risk review, high-level exception risk review, post-validation residual-risk review, broader model-led task assignment and production provider connectors are Target State. The dashed review boxes denote optional proposed functions, not existing mandatory approval engines. Any future model delegation must retain the deterministic state/financial authority boundary and separate user authorization.</a:t>
            </a:r>
          </a:p>
          <a:p xmlns:a="http://schemas.openxmlformats.org/drawingml/2006/main">
            <a:r>
              <a:t/>
            </a:r>
          </a:p>
          <a:p xmlns:a="http://schemas.openxmlformats.org/drawingml/2006/main">
            <a:r>
              <a:t>REVIEWER AND JUDGE SEPARATION. The implemented Agent Quality Judge is a read-only offline evaluator of supplied outputs/traces, evidence fidelity, tool allowlist, bounded calls, authority and fallback behavior. It is displayed without runtime handoff connectors. The Product Quality Judge is also internal evaluation, not financial verification or release authority. Proposed runtime reviewers evaluate evidence sufficiency, inconsistencies, uncertainty and policy/escalation, not financial balances. No model opinion, reviewer confidence or judge score establishes accounting correctness or authorizes consequential actions. Proposed readiness/final-risk review needs independent acceptance before activation.</a:t>
            </a:r>
          </a:p>
          <a:p xmlns:a="http://schemas.openxmlformats.org/drawingml/2006/main">
            <a:r>
              <a:t/>
            </a:r>
          </a:p>
          <a:p xmlns:a="http://schemas.openxmlformats.org/drawingml/2006/main">
            <a:r>
              <a:t>TOOL CALL AND EVIDENCE FLOW. Navy heavy arrows are scoped tool/external execution. Cyan dashed arrows return evidence/results. Teal arrows route tasks and guarded state progression. Navy thin arrow is initial user action. Amber solid arrows consume explicit human approval. Amber dashed paths represent escalation/rework, not authority. Numbered checkpoint alignment supplies the executive sequence. Tool evidence returns to the state owner, which may forward a bounded projection to an optional reviewer. This is not direct financial tool access by an LLM. Source/file and target cells are synthetic adapters and browser-local compatibility checks. Selected files are not evidence of hosted processing or a hosted migration workspace. Firebase identity is implemented; all current human personas act under workspace-owner authorization, not distinct delegated roles.</a:t>
            </a:r>
          </a:p>
          <a:p xmlns:a="http://schemas.openxmlformats.org/drawingml/2006/main">
            <a:r>
              <a:t/>
            </a:r>
          </a:p>
          <a:p xmlns:a="http://schemas.openxmlformats.org/drawingml/2006/main">
            <a:r>
              <a:t>SAFETY AND RECOVERY. Source readiness blockers stop approval/writes. Current plan/manifest and individual mapping decisions are rechecked before execution. Migration retries preserve the original intent/idempotency key and reuse completed checkpoints; default retry limit is bounded by versioned policy. Known low-risk retry paths may proceed automatically within policy; consequential, unknown or exhausted failures pause for qualified human review. The Resolve checkpoint includes policy-classified fixed recovery services, not unrestricted autonomous action. Financial mismatches return from Reconcile to user review and Resolve for an explicitly supported approved repair, followed by exact revalidation. The synthetic discrepancy repair is bounded restoration from pinned source evidence, not arbitrary adjustment/write-off. Changes to configuration or productive invoice revoke stale approval. FPU requires current VERIFIED reconciliation, approved configuration, all required onboarding controls, owner approval of the exact invoice, idempotent posting and deterministic receipt/accounting-effect verification. Retry after an existing result resumes verification, never posts a second invoice. Audit/evidence records retain hashes, actor, decision, state transition, attempt and lineage. No automatic irreversible cutover is shown.</a:t>
            </a:r>
          </a:p>
          <a:p xmlns:a="http://schemas.openxmlformats.org/drawingml/2006/main">
            <a:r>
              <a:t/>
            </a:r>
          </a:p>
          <a:p xmlns:a="http://schemas.openxmlformats.org/drawingml/2006/main">
            <a:r>
              <a:t>SOURCE REFERENCES (repository relative). docs/architecture-experience/source/agent-subagent-swimlane.mmd; agent-tool-architecture.mmd; sequence-independent-review.mmd; sequence-retry-escalation.mmd; sequence-reconciliation.mmd; sequence-fpu-invoice.mmd; data-flow-trust-boundaries.mmd; docs/product-management/blueprint.md; docs/product-management/feature-contracts.md; docs/submission/acceptance-report.md; docs/security/try-data-delivery.md; agents/assessment/agent.py; agents/discovery/agent.py; agents/orchestrator/plan_map_approve.py; agents/orchestrator/migrate_resolve.py; agents/orchestrator/validate_configure.py; agents/orchestrator/onboard_fpu.py; agents/orchestrator/audit.py; agents/orchestrator/agent.py (ADK entry point is not evidence of verified model-driven financial orchestration); agents/reasoning/adk.py; agents/reviewer/agent.py; agents/validation/agent.py; domain/migration_resolution/policy.py; tools/validation/checks.py; services/api/src/movebooks_api/auth.py; services/api/src/movebooks_api/reviewer.py; scripts/agent_quality_judge.py; tests/test_independent_review.py. Tests were inspected as evidence, not rerun for this artifact.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7cd739f00bf423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aa963d1f346450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82ca6cb3718465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29d5c3da51044f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ab4bceb5759434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dfad28f44ee445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9D51005-C7FE-4163-8427-33E69A6E1F6F}"/>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gn="ctr">
              <a:lnSpc>
                <a:spcPct val="110000"/>
              </a:lnSpc>
              <a:spcBef>
                <a:spcPts val="0"/>
              </a:spcBef>
              <a:spcAft>
                <a:spcPts val="0"/>
              </a:spcAft>
              <a:buNone/>
              <a:defRPr sz="6000" b="1">
                <a:solidFill>
                  <a:schemeClr val="tx1"/>
                </a:solidFill>
                <a:latin typeface="+mj-lt"/>
                <a:ea typeface="+mj-lt"/>
                <a:cs typeface="+mj-lt"/>
              </a:defRPr>
            </a:lvl1pPr>
            <a:lvl2pPr marL="0" indent="0" algn="ctr">
              <a:lnSpc>
                <a:spcPct val="110000"/>
              </a:lnSpc>
              <a:spcBef>
                <a:spcPts val="0"/>
              </a:spcBef>
              <a:spcAft>
                <a:spcPts val="0"/>
              </a:spcAft>
              <a:buNone/>
              <a:defRPr sz="6000" b="1">
                <a:solidFill>
                  <a:schemeClr val="tx1"/>
                </a:solidFill>
                <a:latin typeface="+mj-lt"/>
                <a:ea typeface="+mj-lt"/>
                <a:cs typeface="+mj-lt"/>
              </a:defRPr>
            </a:lvl2pPr>
            <a:lvl3pPr marL="0" indent="0" algn="ctr">
              <a:lnSpc>
                <a:spcPct val="110000"/>
              </a:lnSpc>
              <a:spcBef>
                <a:spcPts val="0"/>
              </a:spcBef>
              <a:spcAft>
                <a:spcPts val="0"/>
              </a:spcAft>
              <a:buNone/>
              <a:defRPr sz="6000" b="1">
                <a:solidFill>
                  <a:schemeClr val="tx1"/>
                </a:solidFill>
                <a:latin typeface="+mj-lt"/>
                <a:ea typeface="+mj-lt"/>
                <a:cs typeface="+mj-lt"/>
              </a:defRPr>
            </a:lvl3pPr>
            <a:lvl4pPr marL="0" indent="0" algn="ctr">
              <a:lnSpc>
                <a:spcPct val="110000"/>
              </a:lnSpc>
              <a:spcBef>
                <a:spcPts val="0"/>
              </a:spcBef>
              <a:spcAft>
                <a:spcPts val="0"/>
              </a:spcAft>
              <a:buNone/>
              <a:defRPr sz="6000" b="1">
                <a:solidFill>
                  <a:schemeClr val="tx1"/>
                </a:solidFill>
                <a:latin typeface="+mj-lt"/>
                <a:ea typeface="+mj-lt"/>
                <a:cs typeface="+mj-lt"/>
              </a:defRPr>
            </a:lvl4pPr>
            <a:lvl5pPr marL="0" indent="0" algn="ctr">
              <a:lnSpc>
                <a:spcPct val="110000"/>
              </a:lnSpc>
              <a:spcBef>
                <a:spcPts val="0"/>
              </a:spcBef>
              <a:spcAft>
                <a:spcPts val="0"/>
              </a:spcAft>
              <a:buNone/>
              <a:defRPr sz="6000" b="1">
                <a:solidFill>
                  <a:schemeClr val="tx1"/>
                </a:solidFill>
                <a:latin typeface="+mj-lt"/>
                <a:ea typeface="+mj-lt"/>
                <a:cs typeface="+mj-lt"/>
              </a:defRPr>
            </a:lvl5pPr>
            <a:lvl6pPr marL="0" indent="0" algn="ctr">
              <a:lnSpc>
                <a:spcPct val="110000"/>
              </a:lnSpc>
              <a:spcBef>
                <a:spcPts val="0"/>
              </a:spcBef>
              <a:spcAft>
                <a:spcPts val="0"/>
              </a:spcAft>
              <a:buNone/>
              <a:defRPr sz="6000" b="1">
                <a:solidFill>
                  <a:schemeClr val="tx1"/>
                </a:solidFill>
                <a:latin typeface="+mj-lt"/>
                <a:ea typeface="+mj-lt"/>
                <a:cs typeface="+mj-lt"/>
              </a:defRPr>
            </a:lvl6pPr>
            <a:lvl7pPr marL="0" indent="0" algn="ctr">
              <a:lnSpc>
                <a:spcPct val="110000"/>
              </a:lnSpc>
              <a:spcBef>
                <a:spcPts val="0"/>
              </a:spcBef>
              <a:spcAft>
                <a:spcPts val="0"/>
              </a:spcAft>
              <a:buNone/>
              <a:defRPr sz="6000" b="1">
                <a:solidFill>
                  <a:schemeClr val="tx1"/>
                </a:solidFill>
                <a:latin typeface="+mj-lt"/>
                <a:ea typeface="+mj-lt"/>
                <a:cs typeface="+mj-lt"/>
              </a:defRPr>
            </a:lvl7pPr>
            <a:lvl8pPr marL="0" indent="0" algn="ctr">
              <a:lnSpc>
                <a:spcPct val="110000"/>
              </a:lnSpc>
              <a:spcBef>
                <a:spcPts val="0"/>
              </a:spcBef>
              <a:spcAft>
                <a:spcPts val="0"/>
              </a:spcAft>
              <a:buNone/>
              <a:defRPr sz="6000" b="1">
                <a:solidFill>
                  <a:schemeClr val="tx1"/>
                </a:solidFill>
                <a:latin typeface="+mj-lt"/>
                <a:ea typeface="+mj-lt"/>
                <a:cs typeface="+mj-lt"/>
              </a:defRPr>
            </a:lvl8pPr>
            <a:lvl9pPr marL="0" indent="0" algn="ctr">
              <a:lnSpc>
                <a:spcPct val="110000"/>
              </a:lnSpc>
              <a:spcBef>
                <a:spcPts val="0"/>
              </a:spcBef>
              <a:spcAft>
                <a:spcPts val="0"/>
              </a:spcAft>
              <a:buNone/>
              <a:defRPr sz="60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C6B8CF8-42F6-4022-BED8-BAB435B27349}"/>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gn="ctr">
              <a:lnSpc>
                <a:spcPct val="110000"/>
              </a:lnSpc>
              <a:spcBef>
                <a:spcPts val="0"/>
              </a:spcBef>
              <a:spcAft>
                <a:spcPts val="0"/>
              </a:spcAft>
              <a:buNone/>
              <a:defRPr sz="2625" b="0">
                <a:solidFill>
                  <a:schemeClr val="tx1"/>
                </a:solidFill>
                <a:latin typeface="+mn-lt"/>
                <a:ea typeface="+mn-lt"/>
                <a:cs typeface="+mn-lt"/>
              </a:defRPr>
            </a:lvl1pPr>
            <a:lvl2pPr marL="0" indent="0" algn="ctr">
              <a:lnSpc>
                <a:spcPct val="110000"/>
              </a:lnSpc>
              <a:spcBef>
                <a:spcPts val="0"/>
              </a:spcBef>
              <a:spcAft>
                <a:spcPts val="0"/>
              </a:spcAft>
              <a:buNone/>
              <a:defRPr sz="2625" b="0">
                <a:solidFill>
                  <a:schemeClr val="tx1"/>
                </a:solidFill>
                <a:latin typeface="+mn-lt"/>
                <a:ea typeface="+mn-lt"/>
                <a:cs typeface="+mn-lt"/>
              </a:defRPr>
            </a:lvl2pPr>
            <a:lvl3pPr marL="0" indent="0" algn="ctr">
              <a:lnSpc>
                <a:spcPct val="110000"/>
              </a:lnSpc>
              <a:spcBef>
                <a:spcPts val="0"/>
              </a:spcBef>
              <a:spcAft>
                <a:spcPts val="0"/>
              </a:spcAft>
              <a:buNone/>
              <a:defRPr sz="2625" b="0">
                <a:solidFill>
                  <a:schemeClr val="tx1"/>
                </a:solidFill>
                <a:latin typeface="+mn-lt"/>
                <a:ea typeface="+mn-lt"/>
                <a:cs typeface="+mn-lt"/>
              </a:defRPr>
            </a:lvl3pPr>
            <a:lvl4pPr marL="0" indent="0" algn="ctr">
              <a:lnSpc>
                <a:spcPct val="110000"/>
              </a:lnSpc>
              <a:spcBef>
                <a:spcPts val="0"/>
              </a:spcBef>
              <a:spcAft>
                <a:spcPts val="0"/>
              </a:spcAft>
              <a:buNone/>
              <a:defRPr sz="2625" b="0">
                <a:solidFill>
                  <a:schemeClr val="tx1"/>
                </a:solidFill>
                <a:latin typeface="+mn-lt"/>
                <a:ea typeface="+mn-lt"/>
                <a:cs typeface="+mn-lt"/>
              </a:defRPr>
            </a:lvl4pPr>
            <a:lvl5pPr marL="0" indent="0" algn="ctr">
              <a:lnSpc>
                <a:spcPct val="110000"/>
              </a:lnSpc>
              <a:spcBef>
                <a:spcPts val="0"/>
              </a:spcBef>
              <a:spcAft>
                <a:spcPts val="0"/>
              </a:spcAft>
              <a:buNone/>
              <a:defRPr sz="2625" b="0">
                <a:solidFill>
                  <a:schemeClr val="tx1"/>
                </a:solidFill>
                <a:latin typeface="+mn-lt"/>
                <a:ea typeface="+mn-lt"/>
                <a:cs typeface="+mn-lt"/>
              </a:defRPr>
            </a:lvl5pPr>
            <a:lvl6pPr marL="0" indent="0" algn="ctr">
              <a:lnSpc>
                <a:spcPct val="110000"/>
              </a:lnSpc>
              <a:spcBef>
                <a:spcPts val="0"/>
              </a:spcBef>
              <a:spcAft>
                <a:spcPts val="0"/>
              </a:spcAft>
              <a:buNone/>
              <a:defRPr sz="2625" b="0">
                <a:solidFill>
                  <a:schemeClr val="tx1"/>
                </a:solidFill>
                <a:latin typeface="+mn-lt"/>
                <a:ea typeface="+mn-lt"/>
                <a:cs typeface="+mn-lt"/>
              </a:defRPr>
            </a:lvl6pPr>
            <a:lvl7pPr marL="0" indent="0" algn="ctr">
              <a:lnSpc>
                <a:spcPct val="110000"/>
              </a:lnSpc>
              <a:spcBef>
                <a:spcPts val="0"/>
              </a:spcBef>
              <a:spcAft>
                <a:spcPts val="0"/>
              </a:spcAft>
              <a:buNone/>
              <a:defRPr sz="2625" b="0">
                <a:solidFill>
                  <a:schemeClr val="tx1"/>
                </a:solidFill>
                <a:latin typeface="+mn-lt"/>
                <a:ea typeface="+mn-lt"/>
                <a:cs typeface="+mn-lt"/>
              </a:defRPr>
            </a:lvl7pPr>
            <a:lvl8pPr marL="0" indent="0" algn="ctr">
              <a:lnSpc>
                <a:spcPct val="110000"/>
              </a:lnSpc>
              <a:spcBef>
                <a:spcPts val="0"/>
              </a:spcBef>
              <a:spcAft>
                <a:spcPts val="0"/>
              </a:spcAft>
              <a:buNone/>
              <a:defRPr sz="2625" b="0">
                <a:solidFill>
                  <a:schemeClr val="tx1"/>
                </a:solidFill>
                <a:latin typeface="+mn-lt"/>
                <a:ea typeface="+mn-lt"/>
                <a:cs typeface="+mn-lt"/>
              </a:defRPr>
            </a:lvl8pPr>
            <a:lvl9pPr marL="0" indent="0" algn="ctr">
              <a:lnSpc>
                <a:spcPct val="110000"/>
              </a:lnSpc>
              <a:spcBef>
                <a:spcPts val="0"/>
              </a:spcBef>
              <a:spcAft>
                <a:spcPts val="0"/>
              </a:spcAft>
              <a:buNone/>
              <a:defRPr sz="2625"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9D170F8-1E47-4147-81C2-F07F7769EE4B}"/>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gn="ctr">
              <a:lnSpc>
                <a:spcPct val="110000"/>
              </a:lnSpc>
              <a:spcBef>
                <a:spcPts val="0"/>
              </a:spcBef>
              <a:spcAft>
                <a:spcPts val="0"/>
              </a:spcAft>
              <a:buNone/>
              <a:defRPr sz="5250" b="1">
                <a:solidFill>
                  <a:schemeClr val="tx1"/>
                </a:solidFill>
                <a:latin typeface="+mj-lt"/>
                <a:ea typeface="+mj-lt"/>
                <a:cs typeface="+mj-lt"/>
              </a:defRPr>
            </a:lvl1pPr>
            <a:lvl2pPr marL="0" indent="0" algn="ctr">
              <a:lnSpc>
                <a:spcPct val="110000"/>
              </a:lnSpc>
              <a:spcBef>
                <a:spcPts val="0"/>
              </a:spcBef>
              <a:spcAft>
                <a:spcPts val="0"/>
              </a:spcAft>
              <a:buNone/>
              <a:defRPr sz="5250" b="1">
                <a:solidFill>
                  <a:schemeClr val="tx1"/>
                </a:solidFill>
                <a:latin typeface="+mj-lt"/>
                <a:ea typeface="+mj-lt"/>
                <a:cs typeface="+mj-lt"/>
              </a:defRPr>
            </a:lvl2pPr>
            <a:lvl3pPr marL="0" indent="0" algn="ctr">
              <a:lnSpc>
                <a:spcPct val="110000"/>
              </a:lnSpc>
              <a:spcBef>
                <a:spcPts val="0"/>
              </a:spcBef>
              <a:spcAft>
                <a:spcPts val="0"/>
              </a:spcAft>
              <a:buNone/>
              <a:defRPr sz="5250" b="1">
                <a:solidFill>
                  <a:schemeClr val="tx1"/>
                </a:solidFill>
                <a:latin typeface="+mj-lt"/>
                <a:ea typeface="+mj-lt"/>
                <a:cs typeface="+mj-lt"/>
              </a:defRPr>
            </a:lvl3pPr>
            <a:lvl4pPr marL="0" indent="0" algn="ctr">
              <a:lnSpc>
                <a:spcPct val="110000"/>
              </a:lnSpc>
              <a:spcBef>
                <a:spcPts val="0"/>
              </a:spcBef>
              <a:spcAft>
                <a:spcPts val="0"/>
              </a:spcAft>
              <a:buNone/>
              <a:defRPr sz="5250" b="1">
                <a:solidFill>
                  <a:schemeClr val="tx1"/>
                </a:solidFill>
                <a:latin typeface="+mj-lt"/>
                <a:ea typeface="+mj-lt"/>
                <a:cs typeface="+mj-lt"/>
              </a:defRPr>
            </a:lvl4pPr>
            <a:lvl5pPr marL="0" indent="0" algn="ctr">
              <a:lnSpc>
                <a:spcPct val="110000"/>
              </a:lnSpc>
              <a:spcBef>
                <a:spcPts val="0"/>
              </a:spcBef>
              <a:spcAft>
                <a:spcPts val="0"/>
              </a:spcAft>
              <a:buNone/>
              <a:defRPr sz="5250" b="1">
                <a:solidFill>
                  <a:schemeClr val="tx1"/>
                </a:solidFill>
                <a:latin typeface="+mj-lt"/>
                <a:ea typeface="+mj-lt"/>
                <a:cs typeface="+mj-lt"/>
              </a:defRPr>
            </a:lvl5pPr>
            <a:lvl6pPr marL="0" indent="0" algn="ctr">
              <a:lnSpc>
                <a:spcPct val="110000"/>
              </a:lnSpc>
              <a:spcBef>
                <a:spcPts val="0"/>
              </a:spcBef>
              <a:spcAft>
                <a:spcPts val="0"/>
              </a:spcAft>
              <a:buNone/>
              <a:defRPr sz="5250" b="1">
                <a:solidFill>
                  <a:schemeClr val="tx1"/>
                </a:solidFill>
                <a:latin typeface="+mj-lt"/>
                <a:ea typeface="+mj-lt"/>
                <a:cs typeface="+mj-lt"/>
              </a:defRPr>
            </a:lvl6pPr>
            <a:lvl7pPr marL="0" indent="0" algn="ctr">
              <a:lnSpc>
                <a:spcPct val="110000"/>
              </a:lnSpc>
              <a:spcBef>
                <a:spcPts val="0"/>
              </a:spcBef>
              <a:spcAft>
                <a:spcPts val="0"/>
              </a:spcAft>
              <a:buNone/>
              <a:defRPr sz="5250" b="1">
                <a:solidFill>
                  <a:schemeClr val="tx1"/>
                </a:solidFill>
                <a:latin typeface="+mj-lt"/>
                <a:ea typeface="+mj-lt"/>
                <a:cs typeface="+mj-lt"/>
              </a:defRPr>
            </a:lvl7pPr>
            <a:lvl8pPr marL="0" indent="0" algn="ctr">
              <a:lnSpc>
                <a:spcPct val="110000"/>
              </a:lnSpc>
              <a:spcBef>
                <a:spcPts val="0"/>
              </a:spcBef>
              <a:spcAft>
                <a:spcPts val="0"/>
              </a:spcAft>
              <a:buNone/>
              <a:defRPr sz="5250" b="1">
                <a:solidFill>
                  <a:schemeClr val="tx1"/>
                </a:solidFill>
                <a:latin typeface="+mj-lt"/>
                <a:ea typeface="+mj-lt"/>
                <a:cs typeface="+mj-lt"/>
              </a:defRPr>
            </a:lvl8pPr>
            <a:lvl9pPr marL="0" indent="0" algn="ctr">
              <a:lnSpc>
                <a:spcPct val="110000"/>
              </a:lnSpc>
              <a:spcBef>
                <a:spcPts val="0"/>
              </a:spcBef>
              <a:spcAft>
                <a:spcPts val="0"/>
              </a:spcAft>
              <a:buNone/>
              <a:defRPr sz="525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5EE3F3F-0C61-4203-ABA2-DFF9E303732C}"/>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5DBB4F4-11FD-4DEF-88E0-DB0D0D11CDDE}"/>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2B98F4F-0B61-44B8-AABA-47A829CBA21C}"/>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D07B305-C5CF-4B26-9FD0-0F23B9EE75C4}"/>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0493C08-4DC2-40DE-B4C9-6E655B710012}"/>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9D32CCB-F514-4811-92B5-EE7F66383DC2}"/>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8112C60-D213-4858-A5E0-8E864B3C4DAB}"/>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3cd8ff380174ad0" /><Relationship Type="http://schemas.openxmlformats.org/officeDocument/2006/relationships/slideLayout" Target="/ppt/slideLayouts/slideLayout1.xml" Id="R85a212e7ab674007" /><Relationship Type="http://schemas.openxmlformats.org/officeDocument/2006/relationships/slideLayout" Target="/ppt/slideLayouts/slideLayout2.xml" Id="Rc0c7f425c21a46d6" /><Relationship Type="http://schemas.openxmlformats.org/officeDocument/2006/relationships/slideLayout" Target="/ppt/slideLayouts/slideLayout3.xml" Id="R3d3add24e9a04d86" /><Relationship Type="http://schemas.openxmlformats.org/officeDocument/2006/relationships/slideLayout" Target="/ppt/slideLayouts/slideLayout4.xml" Id="R28c1799a49374726" /><Relationship Type="http://schemas.openxmlformats.org/officeDocument/2006/relationships/slideLayout" Target="/ppt/slideLayouts/slideLayout5.xml" Id="Re2c524817347465f" /><Relationship Type="http://schemas.openxmlformats.org/officeDocument/2006/relationships/slideLayout" Target="/ppt/slideLayouts/slideLayout6.xml" Id="R68bc2774fc33470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5a212e7ab674007"/>
    <p:sldLayoutId xmlns:r="http://schemas.openxmlformats.org/officeDocument/2006/relationships" id="2147483650" r:id="Rc0c7f425c21a46d6"/>
    <p:sldLayoutId xmlns:r="http://schemas.openxmlformats.org/officeDocument/2006/relationships" id="2147483651" r:id="R3d3add24e9a04d86"/>
    <p:sldLayoutId xmlns:r="http://schemas.openxmlformats.org/officeDocument/2006/relationships" id="2147483652" r:id="R28c1799a49374726"/>
    <p:sldLayoutId xmlns:r="http://schemas.openxmlformats.org/officeDocument/2006/relationships" id="2147483653" r:id="Re2c524817347465f"/>
    <p:sldLayoutId xmlns:r="http://schemas.openxmlformats.org/officeDocument/2006/relationships" id="2147483654" r:id="R68bc2774fc33470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MoveBooks Swimlane">
      <a:dk1>
        <a:srgbClr val="000000"/>
      </a:dk1>
      <a:lt1>
        <a:srgbClr val="FFFFFF"/>
      </a:lt1>
      <a:dk2>
        <a:srgbClr val="17243F"/>
      </a:dk2>
      <a:lt2>
        <a:srgbClr val="F0F4F7"/>
      </a:lt2>
      <a:accent1>
        <a:srgbClr val="087F80"/>
      </a:accent1>
      <a:accent2>
        <a:srgbClr val="138AAB"/>
      </a:accent2>
      <a:accent3>
        <a:srgbClr val="A56A18"/>
      </a:accent3>
      <a:accent4>
        <a:srgbClr val="8793A4"/>
      </a:accent4>
      <a:accent5>
        <a:srgbClr val="D6E8E7"/>
      </a:accent5>
      <a:accent6>
        <a:srgbClr val="EED9B6"/>
      </a:accent6>
      <a:hlink>
        <a:srgbClr val="087F80"/>
      </a:hlink>
      <a:folHlink>
        <a:srgbClr val="087F80"/>
      </a:folHlink>
    </a:clrScheme>
    <a:fontScheme name="">
      <a:majorFont>
        <a:latin typeface="Arial"/>
        <a:ea typeface=""/>
        <a:cs typeface=""/>
      </a:majorFont>
      <a:minorFont>
        <a:latin typeface="Arial"/>
        <a:ea typeface=""/>
        <a:cs typeface=""/>
      </a:minorFont>
    </a:fontScheme>
    <a:fmtScheme name="MoveBooks Swimlan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019d4c48d114b6c" /><Relationship Type="http://schemas.openxmlformats.org/officeDocument/2006/relationships/notesSlide" Target="/ppt/notesSlides/notesSlide1.xml" Id="Rfc43370454ae4f15" /></Relationships>
</file>

<file path=ppt/slides/slide1.xml><?xml version="1.0" encoding="utf-8"?>
<p:sld xmlns:p="http://schemas.openxmlformats.org/presentationml/2006/main">
  <p:cSld>
    <p:bg>
      <p:bgPr>
        <a:solidFill xmlns:a="http://schemas.openxmlformats.org/drawingml/2006/main">
          <a:srgbClr val="FBFCFE"/>
        </a:solidFill>
      </p:bgPr>
    </p:bg>
    <p:spTree>
      <p:nvGrpSpPr>
        <p:cNvPr id="1" name=""/>
        <p:cNvGrpSpPr/>
        <p:nvPr/>
      </p:nvGrpSpPr>
      <p:grpSpPr>
        <a:xfrm xmlns:a="http://schemas.openxmlformats.org/drawingml/2006/main"/>
      </p:grpSpPr>
      <p:sp>
        <p:nvSpPr>
          <p:cNvPr id="235" name="Title">
            <a:extLst xmlns:a="http://schemas.openxmlformats.org/drawingml/2006/main">
              <a:ext uri="{FF2B5EF4-FFF2-40B4-BE49-F238E27FC236}">
                <a16:creationId xmlns:a16="http://schemas.microsoft.com/office/drawing/2014/main" id="{4022FCED-64CF-4E61-95A8-7AAC8BBD2DBD}"/>
              </a:ext>
            </a:extLst>
          </p:cNvPr>
          <p:cNvSpPr>
            <a:spLocks xmlns:a="http://schemas.openxmlformats.org/drawingml/2006/main" noGrp="1"/>
          </p:cNvSpPr>
          <p:nvPr/>
        </p:nvSpPr>
        <p:spPr>
          <a:xfrm xmlns:a="http://schemas.openxmlformats.org/drawingml/2006/main">
            <a:off x="419100" y="285750"/>
            <a:ext cx="144018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7243F"/>
                </a:solidFill>
                <a:latin typeface="Arial"/>
                <a:ea typeface="Arial"/>
                <a:cs typeface="Arial"/>
              </a:defRPr>
            </a:defPPr>
            <a:lvl1pPr algn="l">
              <a:defRPr sz="3300" b="1">
                <a:solidFill>
                  <a:srgbClr val="17243F"/>
                </a:solidFill>
                <a:latin typeface="Arial"/>
                <a:ea typeface="Arial"/>
                <a:cs typeface="Arial"/>
              </a:defRPr>
            </a:lvl1pPr>
            <a:lvl2pPr algn="l">
              <a:defRPr sz="3300" b="1">
                <a:solidFill>
                  <a:srgbClr val="17243F"/>
                </a:solidFill>
                <a:latin typeface="Arial"/>
                <a:ea typeface="Arial"/>
                <a:cs typeface="Arial"/>
              </a:defRPr>
            </a:lvl2pPr>
            <a:lvl3pPr algn="l">
              <a:defRPr sz="3300" b="1">
                <a:solidFill>
                  <a:srgbClr val="17243F"/>
                </a:solidFill>
                <a:latin typeface="Arial"/>
                <a:ea typeface="Arial"/>
                <a:cs typeface="Arial"/>
              </a:defRPr>
            </a:lvl3pPr>
            <a:lvl4pPr algn="l">
              <a:defRPr sz="3300" b="1">
                <a:solidFill>
                  <a:srgbClr val="17243F"/>
                </a:solidFill>
                <a:latin typeface="Arial"/>
                <a:ea typeface="Arial"/>
                <a:cs typeface="Arial"/>
              </a:defRPr>
            </a:lvl4pPr>
            <a:lvl5pPr algn="l">
              <a:defRPr sz="3300" b="1">
                <a:solidFill>
                  <a:srgbClr val="17243F"/>
                </a:solidFill>
                <a:latin typeface="Arial"/>
                <a:ea typeface="Arial"/>
                <a:cs typeface="Arial"/>
              </a:defRPr>
            </a:lvl5pPr>
            <a:lvl6pPr algn="l">
              <a:defRPr sz="3300" b="1">
                <a:solidFill>
                  <a:srgbClr val="17243F"/>
                </a:solidFill>
                <a:latin typeface="Arial"/>
                <a:ea typeface="Arial"/>
                <a:cs typeface="Arial"/>
              </a:defRPr>
            </a:lvl6pPr>
            <a:lvl7pPr algn="l">
              <a:defRPr sz="3300" b="1">
                <a:solidFill>
                  <a:srgbClr val="17243F"/>
                </a:solidFill>
                <a:latin typeface="Arial"/>
                <a:ea typeface="Arial"/>
                <a:cs typeface="Arial"/>
              </a:defRPr>
            </a:lvl7pPr>
            <a:lvl8pPr algn="l">
              <a:defRPr sz="3300" b="1">
                <a:solidFill>
                  <a:srgbClr val="17243F"/>
                </a:solidFill>
                <a:latin typeface="Arial"/>
                <a:ea typeface="Arial"/>
                <a:cs typeface="Arial"/>
              </a:defRPr>
            </a:lvl8pPr>
            <a:lvl9pPr algn="l">
              <a:defRPr sz="3300" b="1">
                <a:solidFill>
                  <a:srgbClr val="17243F"/>
                </a:solidFill>
                <a:latin typeface="Arial"/>
                <a:ea typeface="Arial"/>
                <a:cs typeface="Arial"/>
              </a:defRPr>
            </a:lvl9pPr>
          </a:lstStyle>
          <a:p xmlns:a="http://schemas.openxmlformats.org/drawingml/2006/main">
            <a:pPr algn="l">
              <a:defRPr sz="3300" b="1">
                <a:solidFill>
                  <a:srgbClr val="17243F"/>
                </a:solidFill>
                <a:latin typeface="Arial"/>
                <a:ea typeface="Arial"/>
                <a:cs typeface="Arial"/>
              </a:defRPr>
            </a:pPr>
            <a:r>
              <a:rPr sz="3300" b="1">
                <a:solidFill>
                  <a:srgbClr val="17243F"/>
                </a:solidFill>
                <a:latin typeface="Arial"/>
                <a:ea typeface="Arial"/>
                <a:cs typeface="Arial"/>
              </a:rPr>
              <a:t>MoveBooks AI | Multi-Agent Interaction</a:t>
            </a:r>
          </a:p>
        </p:txBody>
      </p:sp>
      <p:sp>
        <p:nvSpPr>
          <p:cNvPr id="2" name="Subtitle">
            <a:extLst xmlns:a="http://schemas.openxmlformats.org/drawingml/2006/main">
              <a:ext uri="{FF2B5EF4-FFF2-40B4-BE49-F238E27FC236}">
                <a16:creationId xmlns:a16="http://schemas.microsoft.com/office/drawing/2014/main" id="{720A4FC8-02C7-4E98-811E-EC18B58614D2}"/>
              </a:ext>
            </a:extLst>
          </p:cNvPr>
          <p:cNvSpPr>
            <a:spLocks xmlns:a="http://schemas.openxmlformats.org/drawingml/2006/main" noGrp="1"/>
          </p:cNvSpPr>
          <p:nvPr/>
        </p:nvSpPr>
        <p:spPr>
          <a:xfrm xmlns:a="http://schemas.openxmlformats.org/drawingml/2006/main">
            <a:off x="419100" y="962025"/>
            <a:ext cx="14401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9657A"/>
                </a:solidFill>
                <a:latin typeface="Arial"/>
                <a:ea typeface="Arial"/>
                <a:cs typeface="Arial"/>
              </a:defRPr>
            </a:defPPr>
            <a:lvl1pPr algn="l">
              <a:defRPr sz="1725" b="0">
                <a:solidFill>
                  <a:srgbClr val="59657A"/>
                </a:solidFill>
                <a:latin typeface="Arial"/>
                <a:ea typeface="Arial"/>
                <a:cs typeface="Arial"/>
              </a:defRPr>
            </a:lvl1pPr>
            <a:lvl2pPr algn="l">
              <a:defRPr sz="1725" b="0">
                <a:solidFill>
                  <a:srgbClr val="59657A"/>
                </a:solidFill>
                <a:latin typeface="Arial"/>
                <a:ea typeface="Arial"/>
                <a:cs typeface="Arial"/>
              </a:defRPr>
            </a:lvl2pPr>
            <a:lvl3pPr algn="l">
              <a:defRPr sz="1725" b="0">
                <a:solidFill>
                  <a:srgbClr val="59657A"/>
                </a:solidFill>
                <a:latin typeface="Arial"/>
                <a:ea typeface="Arial"/>
                <a:cs typeface="Arial"/>
              </a:defRPr>
            </a:lvl3pPr>
            <a:lvl4pPr algn="l">
              <a:defRPr sz="1725" b="0">
                <a:solidFill>
                  <a:srgbClr val="59657A"/>
                </a:solidFill>
                <a:latin typeface="Arial"/>
                <a:ea typeface="Arial"/>
                <a:cs typeface="Arial"/>
              </a:defRPr>
            </a:lvl4pPr>
            <a:lvl5pPr algn="l">
              <a:defRPr sz="1725" b="0">
                <a:solidFill>
                  <a:srgbClr val="59657A"/>
                </a:solidFill>
                <a:latin typeface="Arial"/>
                <a:ea typeface="Arial"/>
                <a:cs typeface="Arial"/>
              </a:defRPr>
            </a:lvl5pPr>
            <a:lvl6pPr algn="l">
              <a:defRPr sz="1725" b="0">
                <a:solidFill>
                  <a:srgbClr val="59657A"/>
                </a:solidFill>
                <a:latin typeface="Arial"/>
                <a:ea typeface="Arial"/>
                <a:cs typeface="Arial"/>
              </a:defRPr>
            </a:lvl6pPr>
            <a:lvl7pPr algn="l">
              <a:defRPr sz="1725" b="0">
                <a:solidFill>
                  <a:srgbClr val="59657A"/>
                </a:solidFill>
                <a:latin typeface="Arial"/>
                <a:ea typeface="Arial"/>
                <a:cs typeface="Arial"/>
              </a:defRPr>
            </a:lvl7pPr>
            <a:lvl8pPr algn="l">
              <a:defRPr sz="1725" b="0">
                <a:solidFill>
                  <a:srgbClr val="59657A"/>
                </a:solidFill>
                <a:latin typeface="Arial"/>
                <a:ea typeface="Arial"/>
                <a:cs typeface="Arial"/>
              </a:defRPr>
            </a:lvl8pPr>
            <a:lvl9pPr algn="l">
              <a:defRPr sz="1725" b="0">
                <a:solidFill>
                  <a:srgbClr val="59657A"/>
                </a:solidFill>
                <a:latin typeface="Arial"/>
                <a:ea typeface="Arial"/>
                <a:cs typeface="Arial"/>
              </a:defRPr>
            </a:lvl9pPr>
          </a:lstStyle>
          <a:p xmlns:a="http://schemas.openxmlformats.org/drawingml/2006/main">
            <a:pPr algn="l">
              <a:defRPr sz="1725" b="0">
                <a:solidFill>
                  <a:srgbClr val="59657A"/>
                </a:solidFill>
                <a:latin typeface="Arial"/>
                <a:ea typeface="Arial"/>
                <a:cs typeface="Arial"/>
              </a:defRPr>
            </a:pPr>
            <a:r>
              <a:rPr sz="1725" b="0">
                <a:solidFill>
                  <a:srgbClr val="59657A"/>
                </a:solidFill>
                <a:latin typeface="Arial"/>
                <a:ea typeface="Arial"/>
                <a:cs typeface="Arial"/>
              </a:rPr>
              <a:t>A governed migration journey with bounded AI recommendations and deterministic financial execution</a:t>
            </a:r>
          </a:p>
        </p:txBody>
      </p:sp>
      <p:sp>
        <p:nvSpPr>
          <p:cNvPr id="3" name="Beta legend sample">
            <a:extLst xmlns:a="http://schemas.openxmlformats.org/drawingml/2006/main">
              <a:ext uri="{FF2B5EF4-FFF2-40B4-BE49-F238E27FC236}">
                <a16:creationId xmlns:a16="http://schemas.microsoft.com/office/drawing/2014/main" id="{93592B76-62CA-40EA-BADA-6D1C81523071}"/>
              </a:ext>
            </a:extLst>
          </p:cNvPr>
          <p:cNvSpPr>
            <a:spLocks xmlns:a="http://schemas.openxmlformats.org/drawingml/2006/main" noGrp="1"/>
          </p:cNvSpPr>
          <p:nvPr/>
        </p:nvSpPr>
        <p:spPr>
          <a:xfrm xmlns:a="http://schemas.openxmlformats.org/drawingml/2006/main">
            <a:off x="419100" y="1466850"/>
            <a:ext cx="171450" cy="133350"/>
          </a:xfrm>
          <a:prstGeom xmlns:a="http://schemas.openxmlformats.org/drawingml/2006/main" prst="rect">
            <a:avLst/>
          </a:prstGeom>
          <a:solidFill xmlns:a="http://schemas.openxmlformats.org/drawingml/2006/main">
            <a:srgbClr val="F2F9F8"/>
          </a:solidFill>
          <a:ln xmlns:a="http://schemas.openxmlformats.org/drawingml/2006/main" w="11430">
            <a:solidFill>
              <a:srgbClr val="087F80"/>
            </a:solidFill>
            <a:prstDash val="solid"/>
          </a:ln>
        </p:spPr>
      </p:sp>
      <p:sp>
        <p:nvSpPr>
          <p:cNvPr id="4" name="Beta legend">
            <a:extLst xmlns:a="http://schemas.openxmlformats.org/drawingml/2006/main">
              <a:ext uri="{FF2B5EF4-FFF2-40B4-BE49-F238E27FC236}">
                <a16:creationId xmlns:a16="http://schemas.microsoft.com/office/drawing/2014/main" id="{FFC7F915-DDAC-41ED-8C49-93D0FC1C9805}"/>
              </a:ext>
            </a:extLst>
          </p:cNvPr>
          <p:cNvSpPr>
            <a:spLocks xmlns:a="http://schemas.openxmlformats.org/drawingml/2006/main" noGrp="1"/>
          </p:cNvSpPr>
          <p:nvPr/>
        </p:nvSpPr>
        <p:spPr>
          <a:xfrm xmlns:a="http://schemas.openxmlformats.org/drawingml/2006/main">
            <a:off x="704850" y="1419225"/>
            <a:ext cx="542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9657A"/>
                </a:solidFill>
                <a:latin typeface="Arial"/>
                <a:ea typeface="Arial"/>
                <a:cs typeface="Arial"/>
              </a:defRPr>
            </a:defPPr>
            <a:lvl1pPr algn="l">
              <a:defRPr sz="1350" b="0">
                <a:solidFill>
                  <a:srgbClr val="59657A"/>
                </a:solidFill>
                <a:latin typeface="Arial"/>
                <a:ea typeface="Arial"/>
                <a:cs typeface="Arial"/>
              </a:defRPr>
            </a:lvl1pPr>
            <a:lvl2pPr algn="l">
              <a:defRPr sz="1350" b="0">
                <a:solidFill>
                  <a:srgbClr val="59657A"/>
                </a:solidFill>
                <a:latin typeface="Arial"/>
                <a:ea typeface="Arial"/>
                <a:cs typeface="Arial"/>
              </a:defRPr>
            </a:lvl2pPr>
            <a:lvl3pPr algn="l">
              <a:defRPr sz="1350" b="0">
                <a:solidFill>
                  <a:srgbClr val="59657A"/>
                </a:solidFill>
                <a:latin typeface="Arial"/>
                <a:ea typeface="Arial"/>
                <a:cs typeface="Arial"/>
              </a:defRPr>
            </a:lvl3pPr>
            <a:lvl4pPr algn="l">
              <a:defRPr sz="1350" b="0">
                <a:solidFill>
                  <a:srgbClr val="59657A"/>
                </a:solidFill>
                <a:latin typeface="Arial"/>
                <a:ea typeface="Arial"/>
                <a:cs typeface="Arial"/>
              </a:defRPr>
            </a:lvl4pPr>
            <a:lvl5pPr algn="l">
              <a:defRPr sz="1350" b="0">
                <a:solidFill>
                  <a:srgbClr val="59657A"/>
                </a:solidFill>
                <a:latin typeface="Arial"/>
                <a:ea typeface="Arial"/>
                <a:cs typeface="Arial"/>
              </a:defRPr>
            </a:lvl5pPr>
            <a:lvl6pPr algn="l">
              <a:defRPr sz="1350" b="0">
                <a:solidFill>
                  <a:srgbClr val="59657A"/>
                </a:solidFill>
                <a:latin typeface="Arial"/>
                <a:ea typeface="Arial"/>
                <a:cs typeface="Arial"/>
              </a:defRPr>
            </a:lvl6pPr>
            <a:lvl7pPr algn="l">
              <a:defRPr sz="1350" b="0">
                <a:solidFill>
                  <a:srgbClr val="59657A"/>
                </a:solidFill>
                <a:latin typeface="Arial"/>
                <a:ea typeface="Arial"/>
                <a:cs typeface="Arial"/>
              </a:defRPr>
            </a:lvl7pPr>
            <a:lvl8pPr algn="l">
              <a:defRPr sz="1350" b="0">
                <a:solidFill>
                  <a:srgbClr val="59657A"/>
                </a:solidFill>
                <a:latin typeface="Arial"/>
                <a:ea typeface="Arial"/>
                <a:cs typeface="Arial"/>
              </a:defRPr>
            </a:lvl8pPr>
            <a:lvl9pPr algn="l">
              <a:defRPr sz="1350" b="0">
                <a:solidFill>
                  <a:srgbClr val="59657A"/>
                </a:solidFill>
                <a:latin typeface="Arial"/>
                <a:ea typeface="Arial"/>
                <a:cs typeface="Arial"/>
              </a:defRPr>
            </a:lvl9pPr>
          </a:lstStyle>
          <a:p xmlns:a="http://schemas.openxmlformats.org/drawingml/2006/main">
            <a:pPr algn="l">
              <a:defRPr sz="1350" b="0">
                <a:solidFill>
                  <a:srgbClr val="59657A"/>
                </a:solidFill>
                <a:latin typeface="Arial"/>
                <a:ea typeface="Arial"/>
                <a:cs typeface="Arial"/>
              </a:defRPr>
            </a:pPr>
            <a:r>
              <a:rPr sz="1350" b="0">
                <a:solidFill>
                  <a:srgbClr val="59657A"/>
                </a:solidFill>
                <a:latin typeface="Arial"/>
                <a:ea typeface="Arial"/>
                <a:cs typeface="Arial"/>
              </a:rPr>
              <a:t>Beta Implemented: deterministic synthetic journey</a:t>
            </a:r>
          </a:p>
        </p:txBody>
      </p:sp>
      <p:sp>
        <p:nvSpPr>
          <p:cNvPr id="5" name="Partial legend sample">
            <a:extLst xmlns:a="http://schemas.openxmlformats.org/drawingml/2006/main">
              <a:ext uri="{FF2B5EF4-FFF2-40B4-BE49-F238E27FC236}">
                <a16:creationId xmlns:a16="http://schemas.microsoft.com/office/drawing/2014/main" id="{341A9E34-1BD5-4FA4-B787-F2E56F7E1B01}"/>
              </a:ext>
            </a:extLst>
          </p:cNvPr>
          <p:cNvSpPr>
            <a:spLocks xmlns:a="http://schemas.openxmlformats.org/drawingml/2006/main" noGrp="1"/>
          </p:cNvSpPr>
          <p:nvPr/>
        </p:nvSpPr>
        <p:spPr>
          <a:xfrm xmlns:a="http://schemas.openxmlformats.org/drawingml/2006/main">
            <a:off x="6286500" y="1466850"/>
            <a:ext cx="171450" cy="133350"/>
          </a:xfrm>
          <a:prstGeom xmlns:a="http://schemas.openxmlformats.org/drawingml/2006/main" prst="rect">
            <a:avLst/>
          </a:prstGeom>
          <a:solidFill xmlns:a="http://schemas.openxmlformats.org/drawingml/2006/main">
            <a:srgbClr val="FFFFFF"/>
          </a:solidFill>
          <a:ln xmlns:a="http://schemas.openxmlformats.org/drawingml/2006/main" w="12383">
            <a:solidFill>
              <a:srgbClr val="A56A18"/>
            </a:solidFill>
            <a:prstDash val="solid"/>
          </a:ln>
        </p:spPr>
      </p:sp>
      <p:sp>
        <p:nvSpPr>
          <p:cNvPr id="6" name="Partial legend">
            <a:extLst xmlns:a="http://schemas.openxmlformats.org/drawingml/2006/main">
              <a:ext uri="{FF2B5EF4-FFF2-40B4-BE49-F238E27FC236}">
                <a16:creationId xmlns:a16="http://schemas.microsoft.com/office/drawing/2014/main" id="{1D8A41C3-1A20-48EB-B0AC-207C723948CD}"/>
              </a:ext>
            </a:extLst>
          </p:cNvPr>
          <p:cNvSpPr>
            <a:spLocks xmlns:a="http://schemas.openxmlformats.org/drawingml/2006/main" noGrp="1"/>
          </p:cNvSpPr>
          <p:nvPr/>
        </p:nvSpPr>
        <p:spPr>
          <a:xfrm xmlns:a="http://schemas.openxmlformats.org/drawingml/2006/main">
            <a:off x="6572250" y="1419225"/>
            <a:ext cx="4048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9657A"/>
                </a:solidFill>
                <a:latin typeface="Arial"/>
                <a:ea typeface="Arial"/>
                <a:cs typeface="Arial"/>
              </a:defRPr>
            </a:defPPr>
            <a:lvl1pPr algn="l">
              <a:defRPr sz="1350" b="0">
                <a:solidFill>
                  <a:srgbClr val="59657A"/>
                </a:solidFill>
                <a:latin typeface="Arial"/>
                <a:ea typeface="Arial"/>
                <a:cs typeface="Arial"/>
              </a:defRPr>
            </a:lvl1pPr>
            <a:lvl2pPr algn="l">
              <a:defRPr sz="1350" b="0">
                <a:solidFill>
                  <a:srgbClr val="59657A"/>
                </a:solidFill>
                <a:latin typeface="Arial"/>
                <a:ea typeface="Arial"/>
                <a:cs typeface="Arial"/>
              </a:defRPr>
            </a:lvl2pPr>
            <a:lvl3pPr algn="l">
              <a:defRPr sz="1350" b="0">
                <a:solidFill>
                  <a:srgbClr val="59657A"/>
                </a:solidFill>
                <a:latin typeface="Arial"/>
                <a:ea typeface="Arial"/>
                <a:cs typeface="Arial"/>
              </a:defRPr>
            </a:lvl3pPr>
            <a:lvl4pPr algn="l">
              <a:defRPr sz="1350" b="0">
                <a:solidFill>
                  <a:srgbClr val="59657A"/>
                </a:solidFill>
                <a:latin typeface="Arial"/>
                <a:ea typeface="Arial"/>
                <a:cs typeface="Arial"/>
              </a:defRPr>
            </a:lvl4pPr>
            <a:lvl5pPr algn="l">
              <a:defRPr sz="1350" b="0">
                <a:solidFill>
                  <a:srgbClr val="59657A"/>
                </a:solidFill>
                <a:latin typeface="Arial"/>
                <a:ea typeface="Arial"/>
                <a:cs typeface="Arial"/>
              </a:defRPr>
            </a:lvl5pPr>
            <a:lvl6pPr algn="l">
              <a:defRPr sz="1350" b="0">
                <a:solidFill>
                  <a:srgbClr val="59657A"/>
                </a:solidFill>
                <a:latin typeface="Arial"/>
                <a:ea typeface="Arial"/>
                <a:cs typeface="Arial"/>
              </a:defRPr>
            </a:lvl6pPr>
            <a:lvl7pPr algn="l">
              <a:defRPr sz="1350" b="0">
                <a:solidFill>
                  <a:srgbClr val="59657A"/>
                </a:solidFill>
                <a:latin typeface="Arial"/>
                <a:ea typeface="Arial"/>
                <a:cs typeface="Arial"/>
              </a:defRPr>
            </a:lvl7pPr>
            <a:lvl8pPr algn="l">
              <a:defRPr sz="1350" b="0">
                <a:solidFill>
                  <a:srgbClr val="59657A"/>
                </a:solidFill>
                <a:latin typeface="Arial"/>
                <a:ea typeface="Arial"/>
                <a:cs typeface="Arial"/>
              </a:defRPr>
            </a:lvl8pPr>
            <a:lvl9pPr algn="l">
              <a:defRPr sz="1350" b="0">
                <a:solidFill>
                  <a:srgbClr val="59657A"/>
                </a:solidFill>
                <a:latin typeface="Arial"/>
                <a:ea typeface="Arial"/>
                <a:cs typeface="Arial"/>
              </a:defRPr>
            </a:lvl9pPr>
          </a:lstStyle>
          <a:p xmlns:a="http://schemas.openxmlformats.org/drawingml/2006/main">
            <a:pPr algn="l">
              <a:defRPr sz="1350" b="0">
                <a:solidFill>
                  <a:srgbClr val="59657A"/>
                </a:solidFill>
                <a:latin typeface="Arial"/>
                <a:ea typeface="Arial"/>
                <a:cs typeface="Arial"/>
              </a:defRPr>
            </a:pPr>
            <a:r>
              <a:rPr sz="1350" b="0">
                <a:solidFill>
                  <a:srgbClr val="59657A"/>
                </a:solidFill>
                <a:latin typeface="Arial"/>
                <a:ea typeface="Arial"/>
                <a:cs typeface="Arial"/>
              </a:rPr>
              <a:t>Partial: local AI candidate / fallback</a:t>
            </a:r>
          </a:p>
        </p:txBody>
      </p:sp>
      <p:sp>
        <p:nvSpPr>
          <p:cNvPr id="7" name="Target legend sample">
            <a:extLst xmlns:a="http://schemas.openxmlformats.org/drawingml/2006/main">
              <a:ext uri="{FF2B5EF4-FFF2-40B4-BE49-F238E27FC236}">
                <a16:creationId xmlns:a16="http://schemas.microsoft.com/office/drawing/2014/main" id="{27E5CDA0-DFA1-4083-9248-A904973B0251}"/>
              </a:ext>
            </a:extLst>
          </p:cNvPr>
          <p:cNvSpPr>
            <a:spLocks xmlns:a="http://schemas.openxmlformats.org/drawingml/2006/main" noGrp="1"/>
          </p:cNvSpPr>
          <p:nvPr/>
        </p:nvSpPr>
        <p:spPr>
          <a:xfrm xmlns:a="http://schemas.openxmlformats.org/drawingml/2006/main">
            <a:off x="10953750" y="1466850"/>
            <a:ext cx="171450" cy="133350"/>
          </a:xfrm>
          <a:prstGeom xmlns:a="http://schemas.openxmlformats.org/drawingml/2006/main" prst="rect">
            <a:avLst/>
          </a:prstGeom>
          <a:noFill xmlns:a="http://schemas.openxmlformats.org/drawingml/2006/main"/>
          <a:ln xmlns:a="http://schemas.openxmlformats.org/drawingml/2006/main" w="12383">
            <a:solidFill>
              <a:srgbClr val="8793A4"/>
            </a:solidFill>
            <a:prstDash val="dash"/>
          </a:ln>
        </p:spPr>
      </p:sp>
      <p:sp>
        <p:nvSpPr>
          <p:cNvPr id="8" name="Target legend">
            <a:extLst xmlns:a="http://schemas.openxmlformats.org/drawingml/2006/main">
              <a:ext uri="{FF2B5EF4-FFF2-40B4-BE49-F238E27FC236}">
                <a16:creationId xmlns:a16="http://schemas.microsoft.com/office/drawing/2014/main" id="{6BCF53BC-7169-4E75-892A-68E0EA211A8C}"/>
              </a:ext>
            </a:extLst>
          </p:cNvPr>
          <p:cNvSpPr>
            <a:spLocks xmlns:a="http://schemas.openxmlformats.org/drawingml/2006/main" noGrp="1"/>
          </p:cNvSpPr>
          <p:nvPr/>
        </p:nvSpPr>
        <p:spPr>
          <a:xfrm xmlns:a="http://schemas.openxmlformats.org/drawingml/2006/main">
            <a:off x="11239500" y="1419225"/>
            <a:ext cx="3581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9657A"/>
                </a:solidFill>
                <a:latin typeface="Arial"/>
                <a:ea typeface="Arial"/>
                <a:cs typeface="Arial"/>
              </a:defRPr>
            </a:defPPr>
            <a:lvl1pPr algn="l">
              <a:defRPr sz="1350" b="0">
                <a:solidFill>
                  <a:srgbClr val="59657A"/>
                </a:solidFill>
                <a:latin typeface="Arial"/>
                <a:ea typeface="Arial"/>
                <a:cs typeface="Arial"/>
              </a:defRPr>
            </a:lvl1pPr>
            <a:lvl2pPr algn="l">
              <a:defRPr sz="1350" b="0">
                <a:solidFill>
                  <a:srgbClr val="59657A"/>
                </a:solidFill>
                <a:latin typeface="Arial"/>
                <a:ea typeface="Arial"/>
                <a:cs typeface="Arial"/>
              </a:defRPr>
            </a:lvl2pPr>
            <a:lvl3pPr algn="l">
              <a:defRPr sz="1350" b="0">
                <a:solidFill>
                  <a:srgbClr val="59657A"/>
                </a:solidFill>
                <a:latin typeface="Arial"/>
                <a:ea typeface="Arial"/>
                <a:cs typeface="Arial"/>
              </a:defRPr>
            </a:lvl3pPr>
            <a:lvl4pPr algn="l">
              <a:defRPr sz="1350" b="0">
                <a:solidFill>
                  <a:srgbClr val="59657A"/>
                </a:solidFill>
                <a:latin typeface="Arial"/>
                <a:ea typeface="Arial"/>
                <a:cs typeface="Arial"/>
              </a:defRPr>
            </a:lvl4pPr>
            <a:lvl5pPr algn="l">
              <a:defRPr sz="1350" b="0">
                <a:solidFill>
                  <a:srgbClr val="59657A"/>
                </a:solidFill>
                <a:latin typeface="Arial"/>
                <a:ea typeface="Arial"/>
                <a:cs typeface="Arial"/>
              </a:defRPr>
            </a:lvl5pPr>
            <a:lvl6pPr algn="l">
              <a:defRPr sz="1350" b="0">
                <a:solidFill>
                  <a:srgbClr val="59657A"/>
                </a:solidFill>
                <a:latin typeface="Arial"/>
                <a:ea typeface="Arial"/>
                <a:cs typeface="Arial"/>
              </a:defRPr>
            </a:lvl6pPr>
            <a:lvl7pPr algn="l">
              <a:defRPr sz="1350" b="0">
                <a:solidFill>
                  <a:srgbClr val="59657A"/>
                </a:solidFill>
                <a:latin typeface="Arial"/>
                <a:ea typeface="Arial"/>
                <a:cs typeface="Arial"/>
              </a:defRPr>
            </a:lvl7pPr>
            <a:lvl8pPr algn="l">
              <a:defRPr sz="1350" b="0">
                <a:solidFill>
                  <a:srgbClr val="59657A"/>
                </a:solidFill>
                <a:latin typeface="Arial"/>
                <a:ea typeface="Arial"/>
                <a:cs typeface="Arial"/>
              </a:defRPr>
            </a:lvl8pPr>
            <a:lvl9pPr algn="l">
              <a:defRPr sz="1350" b="0">
                <a:solidFill>
                  <a:srgbClr val="59657A"/>
                </a:solidFill>
                <a:latin typeface="Arial"/>
                <a:ea typeface="Arial"/>
                <a:cs typeface="Arial"/>
              </a:defRPr>
            </a:lvl9pPr>
          </a:lstStyle>
          <a:p xmlns:a="http://schemas.openxmlformats.org/drawingml/2006/main">
            <a:pPr algn="l">
              <a:defRPr sz="1350" b="0">
                <a:solidFill>
                  <a:srgbClr val="59657A"/>
                </a:solidFill>
                <a:latin typeface="Arial"/>
                <a:ea typeface="Arial"/>
                <a:cs typeface="Arial"/>
              </a:defRPr>
            </a:pPr>
            <a:r>
              <a:rPr sz="1350" b="0">
                <a:solidFill>
                  <a:srgbClr val="59657A"/>
                </a:solidFill>
                <a:latin typeface="Arial"/>
                <a:ea typeface="Arial"/>
                <a:cs typeface="Arial"/>
              </a:rPr>
              <a:t>Target State: proposed capability</a:t>
            </a:r>
          </a:p>
        </p:txBody>
      </p:sp>
      <p:sp>
        <p:nvSpPr>
          <p:cNvPr id="9" name="Checkpoint 1">
            <a:extLst xmlns:a="http://schemas.openxmlformats.org/drawingml/2006/main">
              <a:ext uri="{FF2B5EF4-FFF2-40B4-BE49-F238E27FC236}">
                <a16:creationId xmlns:a16="http://schemas.microsoft.com/office/drawing/2014/main" id="{4CAF4277-7C2E-41BD-8233-FBE1E2311BE4}"/>
              </a:ext>
            </a:extLst>
          </p:cNvPr>
          <p:cNvSpPr>
            <a:spLocks xmlns:a="http://schemas.openxmlformats.org/drawingml/2006/main" noGrp="1"/>
          </p:cNvSpPr>
          <p:nvPr/>
        </p:nvSpPr>
        <p:spPr>
          <a:xfrm xmlns:a="http://schemas.openxmlformats.org/drawingml/2006/main">
            <a:off x="2324100" y="1828800"/>
            <a:ext cx="1490663"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575" b="1">
                <a:solidFill>
                  <a:srgbClr val="17243F"/>
                </a:solidFill>
                <a:latin typeface="Arial"/>
                <a:ea typeface="Arial"/>
                <a:cs typeface="Arial"/>
              </a:defRPr>
            </a:defPPr>
            <a:lvl1pPr algn="ctr">
              <a:defRPr sz="1575" b="1">
                <a:solidFill>
                  <a:srgbClr val="17243F"/>
                </a:solidFill>
                <a:latin typeface="Arial"/>
                <a:ea typeface="Arial"/>
                <a:cs typeface="Arial"/>
              </a:defRPr>
            </a:lvl1pPr>
            <a:lvl2pPr algn="ctr">
              <a:defRPr sz="1575" b="1">
                <a:solidFill>
                  <a:srgbClr val="17243F"/>
                </a:solidFill>
                <a:latin typeface="Arial"/>
                <a:ea typeface="Arial"/>
                <a:cs typeface="Arial"/>
              </a:defRPr>
            </a:lvl2pPr>
            <a:lvl3pPr algn="ctr">
              <a:defRPr sz="1575" b="1">
                <a:solidFill>
                  <a:srgbClr val="17243F"/>
                </a:solidFill>
                <a:latin typeface="Arial"/>
                <a:ea typeface="Arial"/>
                <a:cs typeface="Arial"/>
              </a:defRPr>
            </a:lvl3pPr>
            <a:lvl4pPr algn="ctr">
              <a:defRPr sz="1575" b="1">
                <a:solidFill>
                  <a:srgbClr val="17243F"/>
                </a:solidFill>
                <a:latin typeface="Arial"/>
                <a:ea typeface="Arial"/>
                <a:cs typeface="Arial"/>
              </a:defRPr>
            </a:lvl4pPr>
            <a:lvl5pPr algn="ctr">
              <a:defRPr sz="1575" b="1">
                <a:solidFill>
                  <a:srgbClr val="17243F"/>
                </a:solidFill>
                <a:latin typeface="Arial"/>
                <a:ea typeface="Arial"/>
                <a:cs typeface="Arial"/>
              </a:defRPr>
            </a:lvl5pPr>
            <a:lvl6pPr algn="ctr">
              <a:defRPr sz="1575" b="1">
                <a:solidFill>
                  <a:srgbClr val="17243F"/>
                </a:solidFill>
                <a:latin typeface="Arial"/>
                <a:ea typeface="Arial"/>
                <a:cs typeface="Arial"/>
              </a:defRPr>
            </a:lvl6pPr>
            <a:lvl7pPr algn="ctr">
              <a:defRPr sz="1575" b="1">
                <a:solidFill>
                  <a:srgbClr val="17243F"/>
                </a:solidFill>
                <a:latin typeface="Arial"/>
                <a:ea typeface="Arial"/>
                <a:cs typeface="Arial"/>
              </a:defRPr>
            </a:lvl7pPr>
            <a:lvl8pPr algn="ctr">
              <a:defRPr sz="1575" b="1">
                <a:solidFill>
                  <a:srgbClr val="17243F"/>
                </a:solidFill>
                <a:latin typeface="Arial"/>
                <a:ea typeface="Arial"/>
                <a:cs typeface="Arial"/>
              </a:defRPr>
            </a:lvl8pPr>
            <a:lvl9pPr algn="ctr">
              <a:defRPr sz="1575" b="1">
                <a:solidFill>
                  <a:srgbClr val="17243F"/>
                </a:solidFill>
                <a:latin typeface="Arial"/>
                <a:ea typeface="Arial"/>
                <a:cs typeface="Arial"/>
              </a:defRPr>
            </a:lvl9pPr>
          </a:lstStyle>
          <a:p xmlns:a="http://schemas.openxmlformats.org/drawingml/2006/main">
            <a:pPr algn="ctr">
              <a:defRPr sz="1575" b="1">
                <a:solidFill>
                  <a:srgbClr val="17243F"/>
                </a:solidFill>
                <a:latin typeface="Arial"/>
                <a:ea typeface="Arial"/>
                <a:cs typeface="Arial"/>
              </a:defRPr>
            </a:pPr>
            <a:r>
              <a:rPr sz="1575" b="1">
                <a:solidFill>
                  <a:srgbClr val="17243F"/>
                </a:solidFill>
                <a:latin typeface="Arial"/>
                <a:ea typeface="Arial"/>
                <a:cs typeface="Arial"/>
              </a:rPr>
              <a:t>1  Start</a:t>
            </a:r>
          </a:p>
        </p:txBody>
      </p:sp>
      <p:sp>
        <p:nvSpPr>
          <p:cNvPr id="10" name="Checkpoint 2">
            <a:extLst xmlns:a="http://schemas.openxmlformats.org/drawingml/2006/main">
              <a:ext uri="{FF2B5EF4-FFF2-40B4-BE49-F238E27FC236}">
                <a16:creationId xmlns:a16="http://schemas.microsoft.com/office/drawing/2014/main" id="{5F4CC52A-096B-4A35-93E0-0CBFC5966E86}"/>
              </a:ext>
            </a:extLst>
          </p:cNvPr>
          <p:cNvSpPr>
            <a:spLocks xmlns:a="http://schemas.openxmlformats.org/drawingml/2006/main" noGrp="1"/>
          </p:cNvSpPr>
          <p:nvPr/>
        </p:nvSpPr>
        <p:spPr>
          <a:xfrm xmlns:a="http://schemas.openxmlformats.org/drawingml/2006/main">
            <a:off x="3890963" y="1828800"/>
            <a:ext cx="1490663"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575" b="1">
                <a:solidFill>
                  <a:srgbClr val="17243F"/>
                </a:solidFill>
                <a:latin typeface="Arial"/>
                <a:ea typeface="Arial"/>
                <a:cs typeface="Arial"/>
              </a:defRPr>
            </a:defPPr>
            <a:lvl1pPr algn="ctr">
              <a:defRPr sz="1575" b="1">
                <a:solidFill>
                  <a:srgbClr val="17243F"/>
                </a:solidFill>
                <a:latin typeface="Arial"/>
                <a:ea typeface="Arial"/>
                <a:cs typeface="Arial"/>
              </a:defRPr>
            </a:lvl1pPr>
            <a:lvl2pPr algn="ctr">
              <a:defRPr sz="1575" b="1">
                <a:solidFill>
                  <a:srgbClr val="17243F"/>
                </a:solidFill>
                <a:latin typeface="Arial"/>
                <a:ea typeface="Arial"/>
                <a:cs typeface="Arial"/>
              </a:defRPr>
            </a:lvl2pPr>
            <a:lvl3pPr algn="ctr">
              <a:defRPr sz="1575" b="1">
                <a:solidFill>
                  <a:srgbClr val="17243F"/>
                </a:solidFill>
                <a:latin typeface="Arial"/>
                <a:ea typeface="Arial"/>
                <a:cs typeface="Arial"/>
              </a:defRPr>
            </a:lvl3pPr>
            <a:lvl4pPr algn="ctr">
              <a:defRPr sz="1575" b="1">
                <a:solidFill>
                  <a:srgbClr val="17243F"/>
                </a:solidFill>
                <a:latin typeface="Arial"/>
                <a:ea typeface="Arial"/>
                <a:cs typeface="Arial"/>
              </a:defRPr>
            </a:lvl4pPr>
            <a:lvl5pPr algn="ctr">
              <a:defRPr sz="1575" b="1">
                <a:solidFill>
                  <a:srgbClr val="17243F"/>
                </a:solidFill>
                <a:latin typeface="Arial"/>
                <a:ea typeface="Arial"/>
                <a:cs typeface="Arial"/>
              </a:defRPr>
            </a:lvl5pPr>
            <a:lvl6pPr algn="ctr">
              <a:defRPr sz="1575" b="1">
                <a:solidFill>
                  <a:srgbClr val="17243F"/>
                </a:solidFill>
                <a:latin typeface="Arial"/>
                <a:ea typeface="Arial"/>
                <a:cs typeface="Arial"/>
              </a:defRPr>
            </a:lvl6pPr>
            <a:lvl7pPr algn="ctr">
              <a:defRPr sz="1575" b="1">
                <a:solidFill>
                  <a:srgbClr val="17243F"/>
                </a:solidFill>
                <a:latin typeface="Arial"/>
                <a:ea typeface="Arial"/>
                <a:cs typeface="Arial"/>
              </a:defRPr>
            </a:lvl7pPr>
            <a:lvl8pPr algn="ctr">
              <a:defRPr sz="1575" b="1">
                <a:solidFill>
                  <a:srgbClr val="17243F"/>
                </a:solidFill>
                <a:latin typeface="Arial"/>
                <a:ea typeface="Arial"/>
                <a:cs typeface="Arial"/>
              </a:defRPr>
            </a:lvl8pPr>
            <a:lvl9pPr algn="ctr">
              <a:defRPr sz="1575" b="1">
                <a:solidFill>
                  <a:srgbClr val="17243F"/>
                </a:solidFill>
                <a:latin typeface="Arial"/>
                <a:ea typeface="Arial"/>
                <a:cs typeface="Arial"/>
              </a:defRPr>
            </a:lvl9pPr>
          </a:lstStyle>
          <a:p xmlns:a="http://schemas.openxmlformats.org/drawingml/2006/main">
            <a:pPr algn="ctr">
              <a:defRPr sz="1575" b="1">
                <a:solidFill>
                  <a:srgbClr val="17243F"/>
                </a:solidFill>
                <a:latin typeface="Arial"/>
                <a:ea typeface="Arial"/>
                <a:cs typeface="Arial"/>
              </a:defRPr>
            </a:pPr>
            <a:r>
              <a:rPr sz="1575" b="1">
                <a:solidFill>
                  <a:srgbClr val="17243F"/>
                </a:solidFill>
                <a:latin typeface="Arial"/>
                <a:ea typeface="Arial"/>
                <a:cs typeface="Arial"/>
              </a:rPr>
              <a:t>2  Discover /</a:t>
            </a:r>
          </a:p>
          <a:p xmlns:a="http://schemas.openxmlformats.org/drawingml/2006/main">
            <a:pPr algn="ctr">
              <a:defRPr sz="1575" b="1">
                <a:solidFill>
                  <a:srgbClr val="17243F"/>
                </a:solidFill>
                <a:latin typeface="Arial"/>
                <a:ea typeface="Arial"/>
                <a:cs typeface="Arial"/>
              </a:defRPr>
            </a:pPr>
            <a:r>
              <a:rPr sz="1575" b="1">
                <a:solidFill>
                  <a:srgbClr val="17243F"/>
                </a:solidFill>
                <a:latin typeface="Arial"/>
                <a:ea typeface="Arial"/>
                <a:cs typeface="Arial"/>
              </a:rPr>
              <a:t>assess</a:t>
            </a:r>
          </a:p>
        </p:txBody>
      </p:sp>
      <p:sp>
        <p:nvSpPr>
          <p:cNvPr id="11" name="Checkpoint 3">
            <a:extLst xmlns:a="http://schemas.openxmlformats.org/drawingml/2006/main">
              <a:ext uri="{FF2B5EF4-FFF2-40B4-BE49-F238E27FC236}">
                <a16:creationId xmlns:a16="http://schemas.microsoft.com/office/drawing/2014/main" id="{129631F4-6E3C-4B74-9206-9E6E201C07D2}"/>
              </a:ext>
            </a:extLst>
          </p:cNvPr>
          <p:cNvSpPr>
            <a:spLocks xmlns:a="http://schemas.openxmlformats.org/drawingml/2006/main" noGrp="1"/>
          </p:cNvSpPr>
          <p:nvPr/>
        </p:nvSpPr>
        <p:spPr>
          <a:xfrm xmlns:a="http://schemas.openxmlformats.org/drawingml/2006/main">
            <a:off x="5457825" y="1828800"/>
            <a:ext cx="1490663"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575" b="1">
                <a:solidFill>
                  <a:srgbClr val="17243F"/>
                </a:solidFill>
                <a:latin typeface="Arial"/>
                <a:ea typeface="Arial"/>
                <a:cs typeface="Arial"/>
              </a:defRPr>
            </a:defPPr>
            <a:lvl1pPr algn="ctr">
              <a:defRPr sz="1575" b="1">
                <a:solidFill>
                  <a:srgbClr val="17243F"/>
                </a:solidFill>
                <a:latin typeface="Arial"/>
                <a:ea typeface="Arial"/>
                <a:cs typeface="Arial"/>
              </a:defRPr>
            </a:lvl1pPr>
            <a:lvl2pPr algn="ctr">
              <a:defRPr sz="1575" b="1">
                <a:solidFill>
                  <a:srgbClr val="17243F"/>
                </a:solidFill>
                <a:latin typeface="Arial"/>
                <a:ea typeface="Arial"/>
                <a:cs typeface="Arial"/>
              </a:defRPr>
            </a:lvl2pPr>
            <a:lvl3pPr algn="ctr">
              <a:defRPr sz="1575" b="1">
                <a:solidFill>
                  <a:srgbClr val="17243F"/>
                </a:solidFill>
                <a:latin typeface="Arial"/>
                <a:ea typeface="Arial"/>
                <a:cs typeface="Arial"/>
              </a:defRPr>
            </a:lvl3pPr>
            <a:lvl4pPr algn="ctr">
              <a:defRPr sz="1575" b="1">
                <a:solidFill>
                  <a:srgbClr val="17243F"/>
                </a:solidFill>
                <a:latin typeface="Arial"/>
                <a:ea typeface="Arial"/>
                <a:cs typeface="Arial"/>
              </a:defRPr>
            </a:lvl4pPr>
            <a:lvl5pPr algn="ctr">
              <a:defRPr sz="1575" b="1">
                <a:solidFill>
                  <a:srgbClr val="17243F"/>
                </a:solidFill>
                <a:latin typeface="Arial"/>
                <a:ea typeface="Arial"/>
                <a:cs typeface="Arial"/>
              </a:defRPr>
            </a:lvl5pPr>
            <a:lvl6pPr algn="ctr">
              <a:defRPr sz="1575" b="1">
                <a:solidFill>
                  <a:srgbClr val="17243F"/>
                </a:solidFill>
                <a:latin typeface="Arial"/>
                <a:ea typeface="Arial"/>
                <a:cs typeface="Arial"/>
              </a:defRPr>
            </a:lvl6pPr>
            <a:lvl7pPr algn="ctr">
              <a:defRPr sz="1575" b="1">
                <a:solidFill>
                  <a:srgbClr val="17243F"/>
                </a:solidFill>
                <a:latin typeface="Arial"/>
                <a:ea typeface="Arial"/>
                <a:cs typeface="Arial"/>
              </a:defRPr>
            </a:lvl7pPr>
            <a:lvl8pPr algn="ctr">
              <a:defRPr sz="1575" b="1">
                <a:solidFill>
                  <a:srgbClr val="17243F"/>
                </a:solidFill>
                <a:latin typeface="Arial"/>
                <a:ea typeface="Arial"/>
                <a:cs typeface="Arial"/>
              </a:defRPr>
            </a:lvl8pPr>
            <a:lvl9pPr algn="ctr">
              <a:defRPr sz="1575" b="1">
                <a:solidFill>
                  <a:srgbClr val="17243F"/>
                </a:solidFill>
                <a:latin typeface="Arial"/>
                <a:ea typeface="Arial"/>
                <a:cs typeface="Arial"/>
              </a:defRPr>
            </a:lvl9pPr>
          </a:lstStyle>
          <a:p xmlns:a="http://schemas.openxmlformats.org/drawingml/2006/main">
            <a:pPr algn="ctr">
              <a:defRPr sz="1575" b="1">
                <a:solidFill>
                  <a:srgbClr val="17243F"/>
                </a:solidFill>
                <a:latin typeface="Arial"/>
                <a:ea typeface="Arial"/>
                <a:cs typeface="Arial"/>
              </a:defRPr>
            </a:pPr>
            <a:r>
              <a:rPr sz="1575" b="1">
                <a:solidFill>
                  <a:srgbClr val="17243F"/>
                </a:solidFill>
                <a:latin typeface="Arial"/>
                <a:ea typeface="Arial"/>
                <a:cs typeface="Arial"/>
              </a:rPr>
              <a:t>3  Plan /</a:t>
            </a:r>
          </a:p>
          <a:p xmlns:a="http://schemas.openxmlformats.org/drawingml/2006/main">
            <a:pPr algn="ctr">
              <a:defRPr sz="1575" b="1">
                <a:solidFill>
                  <a:srgbClr val="17243F"/>
                </a:solidFill>
                <a:latin typeface="Arial"/>
                <a:ea typeface="Arial"/>
                <a:cs typeface="Arial"/>
              </a:defRPr>
            </a:pPr>
            <a:r>
              <a:rPr sz="1575" b="1">
                <a:solidFill>
                  <a:srgbClr val="17243F"/>
                </a:solidFill>
                <a:latin typeface="Arial"/>
                <a:ea typeface="Arial"/>
                <a:cs typeface="Arial"/>
              </a:rPr>
              <a:t>approve</a:t>
            </a:r>
          </a:p>
        </p:txBody>
      </p:sp>
      <p:sp>
        <p:nvSpPr>
          <p:cNvPr id="12" name="Checkpoint 4">
            <a:extLst xmlns:a="http://schemas.openxmlformats.org/drawingml/2006/main">
              <a:ext uri="{FF2B5EF4-FFF2-40B4-BE49-F238E27FC236}">
                <a16:creationId xmlns:a16="http://schemas.microsoft.com/office/drawing/2014/main" id="{7A294EC7-C46D-4A4F-886B-40882AC987FB}"/>
              </a:ext>
            </a:extLst>
          </p:cNvPr>
          <p:cNvSpPr>
            <a:spLocks xmlns:a="http://schemas.openxmlformats.org/drawingml/2006/main" noGrp="1"/>
          </p:cNvSpPr>
          <p:nvPr/>
        </p:nvSpPr>
        <p:spPr>
          <a:xfrm xmlns:a="http://schemas.openxmlformats.org/drawingml/2006/main">
            <a:off x="7024688" y="1828800"/>
            <a:ext cx="1490663"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575" b="1">
                <a:solidFill>
                  <a:srgbClr val="17243F"/>
                </a:solidFill>
                <a:latin typeface="Arial"/>
                <a:ea typeface="Arial"/>
                <a:cs typeface="Arial"/>
              </a:defRPr>
            </a:defPPr>
            <a:lvl1pPr algn="ctr">
              <a:defRPr sz="1575" b="1">
                <a:solidFill>
                  <a:srgbClr val="17243F"/>
                </a:solidFill>
                <a:latin typeface="Arial"/>
                <a:ea typeface="Arial"/>
                <a:cs typeface="Arial"/>
              </a:defRPr>
            </a:lvl1pPr>
            <a:lvl2pPr algn="ctr">
              <a:defRPr sz="1575" b="1">
                <a:solidFill>
                  <a:srgbClr val="17243F"/>
                </a:solidFill>
                <a:latin typeface="Arial"/>
                <a:ea typeface="Arial"/>
                <a:cs typeface="Arial"/>
              </a:defRPr>
            </a:lvl2pPr>
            <a:lvl3pPr algn="ctr">
              <a:defRPr sz="1575" b="1">
                <a:solidFill>
                  <a:srgbClr val="17243F"/>
                </a:solidFill>
                <a:latin typeface="Arial"/>
                <a:ea typeface="Arial"/>
                <a:cs typeface="Arial"/>
              </a:defRPr>
            </a:lvl3pPr>
            <a:lvl4pPr algn="ctr">
              <a:defRPr sz="1575" b="1">
                <a:solidFill>
                  <a:srgbClr val="17243F"/>
                </a:solidFill>
                <a:latin typeface="Arial"/>
                <a:ea typeface="Arial"/>
                <a:cs typeface="Arial"/>
              </a:defRPr>
            </a:lvl4pPr>
            <a:lvl5pPr algn="ctr">
              <a:defRPr sz="1575" b="1">
                <a:solidFill>
                  <a:srgbClr val="17243F"/>
                </a:solidFill>
                <a:latin typeface="Arial"/>
                <a:ea typeface="Arial"/>
                <a:cs typeface="Arial"/>
              </a:defRPr>
            </a:lvl5pPr>
            <a:lvl6pPr algn="ctr">
              <a:defRPr sz="1575" b="1">
                <a:solidFill>
                  <a:srgbClr val="17243F"/>
                </a:solidFill>
                <a:latin typeface="Arial"/>
                <a:ea typeface="Arial"/>
                <a:cs typeface="Arial"/>
              </a:defRPr>
            </a:lvl6pPr>
            <a:lvl7pPr algn="ctr">
              <a:defRPr sz="1575" b="1">
                <a:solidFill>
                  <a:srgbClr val="17243F"/>
                </a:solidFill>
                <a:latin typeface="Arial"/>
                <a:ea typeface="Arial"/>
                <a:cs typeface="Arial"/>
              </a:defRPr>
            </a:lvl7pPr>
            <a:lvl8pPr algn="ctr">
              <a:defRPr sz="1575" b="1">
                <a:solidFill>
                  <a:srgbClr val="17243F"/>
                </a:solidFill>
                <a:latin typeface="Arial"/>
                <a:ea typeface="Arial"/>
                <a:cs typeface="Arial"/>
              </a:defRPr>
            </a:lvl8pPr>
            <a:lvl9pPr algn="ctr">
              <a:defRPr sz="1575" b="1">
                <a:solidFill>
                  <a:srgbClr val="17243F"/>
                </a:solidFill>
                <a:latin typeface="Arial"/>
                <a:ea typeface="Arial"/>
                <a:cs typeface="Arial"/>
              </a:defRPr>
            </a:lvl9pPr>
          </a:lstStyle>
          <a:p xmlns:a="http://schemas.openxmlformats.org/drawingml/2006/main">
            <a:pPr algn="ctr">
              <a:defRPr sz="1575" b="1">
                <a:solidFill>
                  <a:srgbClr val="17243F"/>
                </a:solidFill>
                <a:latin typeface="Arial"/>
                <a:ea typeface="Arial"/>
                <a:cs typeface="Arial"/>
              </a:defRPr>
            </a:pPr>
            <a:r>
              <a:rPr sz="1575" b="1">
                <a:solidFill>
                  <a:srgbClr val="17243F"/>
                </a:solidFill>
                <a:latin typeface="Arial"/>
                <a:ea typeface="Arial"/>
                <a:cs typeface="Arial"/>
              </a:rPr>
              <a:t>4  Execute</a:t>
            </a:r>
          </a:p>
        </p:txBody>
      </p:sp>
      <p:sp>
        <p:nvSpPr>
          <p:cNvPr id="13" name="Checkpoint 5">
            <a:extLst xmlns:a="http://schemas.openxmlformats.org/drawingml/2006/main">
              <a:ext uri="{FF2B5EF4-FFF2-40B4-BE49-F238E27FC236}">
                <a16:creationId xmlns:a16="http://schemas.microsoft.com/office/drawing/2014/main" id="{CDB365C9-FB9D-4BA4-9EEC-687439C92AF8}"/>
              </a:ext>
            </a:extLst>
          </p:cNvPr>
          <p:cNvSpPr>
            <a:spLocks xmlns:a="http://schemas.openxmlformats.org/drawingml/2006/main" noGrp="1"/>
          </p:cNvSpPr>
          <p:nvPr/>
        </p:nvSpPr>
        <p:spPr>
          <a:xfrm xmlns:a="http://schemas.openxmlformats.org/drawingml/2006/main">
            <a:off x="8591550" y="1828800"/>
            <a:ext cx="1490663"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575" b="1">
                <a:solidFill>
                  <a:srgbClr val="17243F"/>
                </a:solidFill>
                <a:latin typeface="Arial"/>
                <a:ea typeface="Arial"/>
                <a:cs typeface="Arial"/>
              </a:defRPr>
            </a:defPPr>
            <a:lvl1pPr algn="ctr">
              <a:defRPr sz="1575" b="1">
                <a:solidFill>
                  <a:srgbClr val="17243F"/>
                </a:solidFill>
                <a:latin typeface="Arial"/>
                <a:ea typeface="Arial"/>
                <a:cs typeface="Arial"/>
              </a:defRPr>
            </a:lvl1pPr>
            <a:lvl2pPr algn="ctr">
              <a:defRPr sz="1575" b="1">
                <a:solidFill>
                  <a:srgbClr val="17243F"/>
                </a:solidFill>
                <a:latin typeface="Arial"/>
                <a:ea typeface="Arial"/>
                <a:cs typeface="Arial"/>
              </a:defRPr>
            </a:lvl2pPr>
            <a:lvl3pPr algn="ctr">
              <a:defRPr sz="1575" b="1">
                <a:solidFill>
                  <a:srgbClr val="17243F"/>
                </a:solidFill>
                <a:latin typeface="Arial"/>
                <a:ea typeface="Arial"/>
                <a:cs typeface="Arial"/>
              </a:defRPr>
            </a:lvl3pPr>
            <a:lvl4pPr algn="ctr">
              <a:defRPr sz="1575" b="1">
                <a:solidFill>
                  <a:srgbClr val="17243F"/>
                </a:solidFill>
                <a:latin typeface="Arial"/>
                <a:ea typeface="Arial"/>
                <a:cs typeface="Arial"/>
              </a:defRPr>
            </a:lvl4pPr>
            <a:lvl5pPr algn="ctr">
              <a:defRPr sz="1575" b="1">
                <a:solidFill>
                  <a:srgbClr val="17243F"/>
                </a:solidFill>
                <a:latin typeface="Arial"/>
                <a:ea typeface="Arial"/>
                <a:cs typeface="Arial"/>
              </a:defRPr>
            </a:lvl5pPr>
            <a:lvl6pPr algn="ctr">
              <a:defRPr sz="1575" b="1">
                <a:solidFill>
                  <a:srgbClr val="17243F"/>
                </a:solidFill>
                <a:latin typeface="Arial"/>
                <a:ea typeface="Arial"/>
                <a:cs typeface="Arial"/>
              </a:defRPr>
            </a:lvl6pPr>
            <a:lvl7pPr algn="ctr">
              <a:defRPr sz="1575" b="1">
                <a:solidFill>
                  <a:srgbClr val="17243F"/>
                </a:solidFill>
                <a:latin typeface="Arial"/>
                <a:ea typeface="Arial"/>
                <a:cs typeface="Arial"/>
              </a:defRPr>
            </a:lvl7pPr>
            <a:lvl8pPr algn="ctr">
              <a:defRPr sz="1575" b="1">
                <a:solidFill>
                  <a:srgbClr val="17243F"/>
                </a:solidFill>
                <a:latin typeface="Arial"/>
                <a:ea typeface="Arial"/>
                <a:cs typeface="Arial"/>
              </a:defRPr>
            </a:lvl8pPr>
            <a:lvl9pPr algn="ctr">
              <a:defRPr sz="1575" b="1">
                <a:solidFill>
                  <a:srgbClr val="17243F"/>
                </a:solidFill>
                <a:latin typeface="Arial"/>
                <a:ea typeface="Arial"/>
                <a:cs typeface="Arial"/>
              </a:defRPr>
            </a:lvl9pPr>
          </a:lstStyle>
          <a:p xmlns:a="http://schemas.openxmlformats.org/drawingml/2006/main">
            <a:pPr algn="ctr">
              <a:defRPr sz="1575" b="1">
                <a:solidFill>
                  <a:srgbClr val="17243F"/>
                </a:solidFill>
                <a:latin typeface="Arial"/>
                <a:ea typeface="Arial"/>
                <a:cs typeface="Arial"/>
              </a:defRPr>
            </a:pPr>
            <a:r>
              <a:rPr sz="1575" b="1">
                <a:solidFill>
                  <a:srgbClr val="17243F"/>
                </a:solidFill>
                <a:latin typeface="Arial"/>
                <a:ea typeface="Arial"/>
                <a:cs typeface="Arial"/>
              </a:rPr>
              <a:t>5  Resolve /</a:t>
            </a:r>
          </a:p>
          <a:p xmlns:a="http://schemas.openxmlformats.org/drawingml/2006/main">
            <a:pPr algn="ctr">
              <a:defRPr sz="1575" b="1">
                <a:solidFill>
                  <a:srgbClr val="17243F"/>
                </a:solidFill>
                <a:latin typeface="Arial"/>
                <a:ea typeface="Arial"/>
                <a:cs typeface="Arial"/>
              </a:defRPr>
            </a:pPr>
            <a:r>
              <a:rPr sz="1575" b="1">
                <a:solidFill>
                  <a:srgbClr val="17243F"/>
                </a:solidFill>
                <a:latin typeface="Arial"/>
                <a:ea typeface="Arial"/>
                <a:cs typeface="Arial"/>
              </a:rPr>
              <a:t>recover</a:t>
            </a:r>
          </a:p>
        </p:txBody>
      </p:sp>
      <p:sp>
        <p:nvSpPr>
          <p:cNvPr id="14" name="Checkpoint 6">
            <a:extLst xmlns:a="http://schemas.openxmlformats.org/drawingml/2006/main">
              <a:ext uri="{FF2B5EF4-FFF2-40B4-BE49-F238E27FC236}">
                <a16:creationId xmlns:a16="http://schemas.microsoft.com/office/drawing/2014/main" id="{EFA68590-7F16-4481-9831-AA921EAFA1C7}"/>
              </a:ext>
            </a:extLst>
          </p:cNvPr>
          <p:cNvSpPr>
            <a:spLocks xmlns:a="http://schemas.openxmlformats.org/drawingml/2006/main" noGrp="1"/>
          </p:cNvSpPr>
          <p:nvPr/>
        </p:nvSpPr>
        <p:spPr>
          <a:xfrm xmlns:a="http://schemas.openxmlformats.org/drawingml/2006/main">
            <a:off x="10158413" y="1828800"/>
            <a:ext cx="1490663"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575" b="1">
                <a:solidFill>
                  <a:srgbClr val="17243F"/>
                </a:solidFill>
                <a:latin typeface="Arial"/>
                <a:ea typeface="Arial"/>
                <a:cs typeface="Arial"/>
              </a:defRPr>
            </a:defPPr>
            <a:lvl1pPr algn="ctr">
              <a:defRPr sz="1575" b="1">
                <a:solidFill>
                  <a:srgbClr val="17243F"/>
                </a:solidFill>
                <a:latin typeface="Arial"/>
                <a:ea typeface="Arial"/>
                <a:cs typeface="Arial"/>
              </a:defRPr>
            </a:lvl1pPr>
            <a:lvl2pPr algn="ctr">
              <a:defRPr sz="1575" b="1">
                <a:solidFill>
                  <a:srgbClr val="17243F"/>
                </a:solidFill>
                <a:latin typeface="Arial"/>
                <a:ea typeface="Arial"/>
                <a:cs typeface="Arial"/>
              </a:defRPr>
            </a:lvl2pPr>
            <a:lvl3pPr algn="ctr">
              <a:defRPr sz="1575" b="1">
                <a:solidFill>
                  <a:srgbClr val="17243F"/>
                </a:solidFill>
                <a:latin typeface="Arial"/>
                <a:ea typeface="Arial"/>
                <a:cs typeface="Arial"/>
              </a:defRPr>
            </a:lvl3pPr>
            <a:lvl4pPr algn="ctr">
              <a:defRPr sz="1575" b="1">
                <a:solidFill>
                  <a:srgbClr val="17243F"/>
                </a:solidFill>
                <a:latin typeface="Arial"/>
                <a:ea typeface="Arial"/>
                <a:cs typeface="Arial"/>
              </a:defRPr>
            </a:lvl4pPr>
            <a:lvl5pPr algn="ctr">
              <a:defRPr sz="1575" b="1">
                <a:solidFill>
                  <a:srgbClr val="17243F"/>
                </a:solidFill>
                <a:latin typeface="Arial"/>
                <a:ea typeface="Arial"/>
                <a:cs typeface="Arial"/>
              </a:defRPr>
            </a:lvl5pPr>
            <a:lvl6pPr algn="ctr">
              <a:defRPr sz="1575" b="1">
                <a:solidFill>
                  <a:srgbClr val="17243F"/>
                </a:solidFill>
                <a:latin typeface="Arial"/>
                <a:ea typeface="Arial"/>
                <a:cs typeface="Arial"/>
              </a:defRPr>
            </a:lvl6pPr>
            <a:lvl7pPr algn="ctr">
              <a:defRPr sz="1575" b="1">
                <a:solidFill>
                  <a:srgbClr val="17243F"/>
                </a:solidFill>
                <a:latin typeface="Arial"/>
                <a:ea typeface="Arial"/>
                <a:cs typeface="Arial"/>
              </a:defRPr>
            </a:lvl7pPr>
            <a:lvl8pPr algn="ctr">
              <a:defRPr sz="1575" b="1">
                <a:solidFill>
                  <a:srgbClr val="17243F"/>
                </a:solidFill>
                <a:latin typeface="Arial"/>
                <a:ea typeface="Arial"/>
                <a:cs typeface="Arial"/>
              </a:defRPr>
            </a:lvl8pPr>
            <a:lvl9pPr algn="ctr">
              <a:defRPr sz="1575" b="1">
                <a:solidFill>
                  <a:srgbClr val="17243F"/>
                </a:solidFill>
                <a:latin typeface="Arial"/>
                <a:ea typeface="Arial"/>
                <a:cs typeface="Arial"/>
              </a:defRPr>
            </a:lvl9pPr>
          </a:lstStyle>
          <a:p xmlns:a="http://schemas.openxmlformats.org/drawingml/2006/main">
            <a:pPr algn="ctr">
              <a:defRPr sz="1575" b="1">
                <a:solidFill>
                  <a:srgbClr val="17243F"/>
                </a:solidFill>
                <a:latin typeface="Arial"/>
                <a:ea typeface="Arial"/>
                <a:cs typeface="Arial"/>
              </a:defRPr>
            </a:pPr>
            <a:r>
              <a:rPr sz="1575" b="1">
                <a:solidFill>
                  <a:srgbClr val="17243F"/>
                </a:solidFill>
                <a:latin typeface="Arial"/>
                <a:ea typeface="Arial"/>
                <a:cs typeface="Arial"/>
              </a:rPr>
              <a:t>6  Reconcile</a:t>
            </a:r>
          </a:p>
        </p:txBody>
      </p:sp>
      <p:sp>
        <p:nvSpPr>
          <p:cNvPr id="15" name="Checkpoint 7">
            <a:extLst xmlns:a="http://schemas.openxmlformats.org/drawingml/2006/main">
              <a:ext uri="{FF2B5EF4-FFF2-40B4-BE49-F238E27FC236}">
                <a16:creationId xmlns:a16="http://schemas.microsoft.com/office/drawing/2014/main" id="{C6DF7F6E-E6D4-4B08-A9AB-6C0266A3C0F5}"/>
              </a:ext>
            </a:extLst>
          </p:cNvPr>
          <p:cNvSpPr>
            <a:spLocks xmlns:a="http://schemas.openxmlformats.org/drawingml/2006/main" noGrp="1"/>
          </p:cNvSpPr>
          <p:nvPr/>
        </p:nvSpPr>
        <p:spPr>
          <a:xfrm xmlns:a="http://schemas.openxmlformats.org/drawingml/2006/main">
            <a:off x="11725275" y="1828800"/>
            <a:ext cx="1490663"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575" b="1">
                <a:solidFill>
                  <a:srgbClr val="17243F"/>
                </a:solidFill>
                <a:latin typeface="Arial"/>
                <a:ea typeface="Arial"/>
                <a:cs typeface="Arial"/>
              </a:defRPr>
            </a:defPPr>
            <a:lvl1pPr algn="ctr">
              <a:defRPr sz="1575" b="1">
                <a:solidFill>
                  <a:srgbClr val="17243F"/>
                </a:solidFill>
                <a:latin typeface="Arial"/>
                <a:ea typeface="Arial"/>
                <a:cs typeface="Arial"/>
              </a:defRPr>
            </a:lvl1pPr>
            <a:lvl2pPr algn="ctr">
              <a:defRPr sz="1575" b="1">
                <a:solidFill>
                  <a:srgbClr val="17243F"/>
                </a:solidFill>
                <a:latin typeface="Arial"/>
                <a:ea typeface="Arial"/>
                <a:cs typeface="Arial"/>
              </a:defRPr>
            </a:lvl2pPr>
            <a:lvl3pPr algn="ctr">
              <a:defRPr sz="1575" b="1">
                <a:solidFill>
                  <a:srgbClr val="17243F"/>
                </a:solidFill>
                <a:latin typeface="Arial"/>
                <a:ea typeface="Arial"/>
                <a:cs typeface="Arial"/>
              </a:defRPr>
            </a:lvl3pPr>
            <a:lvl4pPr algn="ctr">
              <a:defRPr sz="1575" b="1">
                <a:solidFill>
                  <a:srgbClr val="17243F"/>
                </a:solidFill>
                <a:latin typeface="Arial"/>
                <a:ea typeface="Arial"/>
                <a:cs typeface="Arial"/>
              </a:defRPr>
            </a:lvl4pPr>
            <a:lvl5pPr algn="ctr">
              <a:defRPr sz="1575" b="1">
                <a:solidFill>
                  <a:srgbClr val="17243F"/>
                </a:solidFill>
                <a:latin typeface="Arial"/>
                <a:ea typeface="Arial"/>
                <a:cs typeface="Arial"/>
              </a:defRPr>
            </a:lvl5pPr>
            <a:lvl6pPr algn="ctr">
              <a:defRPr sz="1575" b="1">
                <a:solidFill>
                  <a:srgbClr val="17243F"/>
                </a:solidFill>
                <a:latin typeface="Arial"/>
                <a:ea typeface="Arial"/>
                <a:cs typeface="Arial"/>
              </a:defRPr>
            </a:lvl6pPr>
            <a:lvl7pPr algn="ctr">
              <a:defRPr sz="1575" b="1">
                <a:solidFill>
                  <a:srgbClr val="17243F"/>
                </a:solidFill>
                <a:latin typeface="Arial"/>
                <a:ea typeface="Arial"/>
                <a:cs typeface="Arial"/>
              </a:defRPr>
            </a:lvl7pPr>
            <a:lvl8pPr algn="ctr">
              <a:defRPr sz="1575" b="1">
                <a:solidFill>
                  <a:srgbClr val="17243F"/>
                </a:solidFill>
                <a:latin typeface="Arial"/>
                <a:ea typeface="Arial"/>
                <a:cs typeface="Arial"/>
              </a:defRPr>
            </a:lvl8pPr>
            <a:lvl9pPr algn="ctr">
              <a:defRPr sz="1575" b="1">
                <a:solidFill>
                  <a:srgbClr val="17243F"/>
                </a:solidFill>
                <a:latin typeface="Arial"/>
                <a:ea typeface="Arial"/>
                <a:cs typeface="Arial"/>
              </a:defRPr>
            </a:lvl9pPr>
          </a:lstStyle>
          <a:p xmlns:a="http://schemas.openxmlformats.org/drawingml/2006/main">
            <a:pPr algn="ctr">
              <a:defRPr sz="1575" b="1">
                <a:solidFill>
                  <a:srgbClr val="17243F"/>
                </a:solidFill>
                <a:latin typeface="Arial"/>
                <a:ea typeface="Arial"/>
                <a:cs typeface="Arial"/>
              </a:defRPr>
            </a:pPr>
            <a:r>
              <a:rPr sz="1575" b="1">
                <a:solidFill>
                  <a:srgbClr val="17243F"/>
                </a:solidFill>
                <a:latin typeface="Arial"/>
                <a:ea typeface="Arial"/>
                <a:cs typeface="Arial"/>
              </a:rPr>
              <a:t>7  Review /</a:t>
            </a:r>
          </a:p>
          <a:p xmlns:a="http://schemas.openxmlformats.org/drawingml/2006/main">
            <a:pPr algn="ctr">
              <a:defRPr sz="1575" b="1">
                <a:solidFill>
                  <a:srgbClr val="17243F"/>
                </a:solidFill>
                <a:latin typeface="Arial"/>
                <a:ea typeface="Arial"/>
                <a:cs typeface="Arial"/>
              </a:defRPr>
            </a:pPr>
            <a:r>
              <a:rPr sz="1575" b="1">
                <a:solidFill>
                  <a:srgbClr val="17243F"/>
                </a:solidFill>
                <a:latin typeface="Arial"/>
                <a:ea typeface="Arial"/>
                <a:cs typeface="Arial"/>
              </a:rPr>
              <a:t>configure</a:t>
            </a:r>
          </a:p>
        </p:txBody>
      </p:sp>
      <p:sp>
        <p:nvSpPr>
          <p:cNvPr id="16" name="Checkpoint 8">
            <a:extLst xmlns:a="http://schemas.openxmlformats.org/drawingml/2006/main">
              <a:ext uri="{FF2B5EF4-FFF2-40B4-BE49-F238E27FC236}">
                <a16:creationId xmlns:a16="http://schemas.microsoft.com/office/drawing/2014/main" id="{FB3F6BA8-57B9-4891-AA3E-E8A06BE692F6}"/>
              </a:ext>
            </a:extLst>
          </p:cNvPr>
          <p:cNvSpPr>
            <a:spLocks xmlns:a="http://schemas.openxmlformats.org/drawingml/2006/main" noGrp="1"/>
          </p:cNvSpPr>
          <p:nvPr/>
        </p:nvSpPr>
        <p:spPr>
          <a:xfrm xmlns:a="http://schemas.openxmlformats.org/drawingml/2006/main">
            <a:off x="13292138" y="1828800"/>
            <a:ext cx="1490663"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575" b="1">
                <a:solidFill>
                  <a:srgbClr val="17243F"/>
                </a:solidFill>
                <a:latin typeface="Arial"/>
                <a:ea typeface="Arial"/>
                <a:cs typeface="Arial"/>
              </a:defRPr>
            </a:defPPr>
            <a:lvl1pPr algn="ctr">
              <a:defRPr sz="1575" b="1">
                <a:solidFill>
                  <a:srgbClr val="17243F"/>
                </a:solidFill>
                <a:latin typeface="Arial"/>
                <a:ea typeface="Arial"/>
                <a:cs typeface="Arial"/>
              </a:defRPr>
            </a:lvl1pPr>
            <a:lvl2pPr algn="ctr">
              <a:defRPr sz="1575" b="1">
                <a:solidFill>
                  <a:srgbClr val="17243F"/>
                </a:solidFill>
                <a:latin typeface="Arial"/>
                <a:ea typeface="Arial"/>
                <a:cs typeface="Arial"/>
              </a:defRPr>
            </a:lvl2pPr>
            <a:lvl3pPr algn="ctr">
              <a:defRPr sz="1575" b="1">
                <a:solidFill>
                  <a:srgbClr val="17243F"/>
                </a:solidFill>
                <a:latin typeface="Arial"/>
                <a:ea typeface="Arial"/>
                <a:cs typeface="Arial"/>
              </a:defRPr>
            </a:lvl3pPr>
            <a:lvl4pPr algn="ctr">
              <a:defRPr sz="1575" b="1">
                <a:solidFill>
                  <a:srgbClr val="17243F"/>
                </a:solidFill>
                <a:latin typeface="Arial"/>
                <a:ea typeface="Arial"/>
                <a:cs typeface="Arial"/>
              </a:defRPr>
            </a:lvl4pPr>
            <a:lvl5pPr algn="ctr">
              <a:defRPr sz="1575" b="1">
                <a:solidFill>
                  <a:srgbClr val="17243F"/>
                </a:solidFill>
                <a:latin typeface="Arial"/>
                <a:ea typeface="Arial"/>
                <a:cs typeface="Arial"/>
              </a:defRPr>
            </a:lvl5pPr>
            <a:lvl6pPr algn="ctr">
              <a:defRPr sz="1575" b="1">
                <a:solidFill>
                  <a:srgbClr val="17243F"/>
                </a:solidFill>
                <a:latin typeface="Arial"/>
                <a:ea typeface="Arial"/>
                <a:cs typeface="Arial"/>
              </a:defRPr>
            </a:lvl6pPr>
            <a:lvl7pPr algn="ctr">
              <a:defRPr sz="1575" b="1">
                <a:solidFill>
                  <a:srgbClr val="17243F"/>
                </a:solidFill>
                <a:latin typeface="Arial"/>
                <a:ea typeface="Arial"/>
                <a:cs typeface="Arial"/>
              </a:defRPr>
            </a:lvl7pPr>
            <a:lvl8pPr algn="ctr">
              <a:defRPr sz="1575" b="1">
                <a:solidFill>
                  <a:srgbClr val="17243F"/>
                </a:solidFill>
                <a:latin typeface="Arial"/>
                <a:ea typeface="Arial"/>
                <a:cs typeface="Arial"/>
              </a:defRPr>
            </a:lvl8pPr>
            <a:lvl9pPr algn="ctr">
              <a:defRPr sz="1575" b="1">
                <a:solidFill>
                  <a:srgbClr val="17243F"/>
                </a:solidFill>
                <a:latin typeface="Arial"/>
                <a:ea typeface="Arial"/>
                <a:cs typeface="Arial"/>
              </a:defRPr>
            </a:lvl9pPr>
          </a:lstStyle>
          <a:p xmlns:a="http://schemas.openxmlformats.org/drawingml/2006/main">
            <a:pPr algn="ctr">
              <a:defRPr sz="1575" b="1">
                <a:solidFill>
                  <a:srgbClr val="17243F"/>
                </a:solidFill>
                <a:latin typeface="Arial"/>
                <a:ea typeface="Arial"/>
                <a:cs typeface="Arial"/>
              </a:defRPr>
            </a:pPr>
            <a:r>
              <a:rPr sz="1575" b="1">
                <a:solidFill>
                  <a:srgbClr val="17243F"/>
                </a:solidFill>
                <a:latin typeface="Arial"/>
                <a:ea typeface="Arial"/>
                <a:cs typeface="Arial"/>
              </a:rPr>
              <a:t>8  Verify FPU</a:t>
            </a:r>
          </a:p>
        </p:txBody>
      </p:sp>
      <p:sp>
        <p:nvSpPr>
          <p:cNvPr id="17" name="Lane 1">
            <a:extLst xmlns:a="http://schemas.openxmlformats.org/drawingml/2006/main">
              <a:ext uri="{FF2B5EF4-FFF2-40B4-BE49-F238E27FC236}">
                <a16:creationId xmlns:a16="http://schemas.microsoft.com/office/drawing/2014/main" id="{770501D3-5D09-4D96-9B32-A9B1A934A4BC}"/>
              </a:ext>
            </a:extLst>
          </p:cNvPr>
          <p:cNvSpPr>
            <a:spLocks xmlns:a="http://schemas.openxmlformats.org/drawingml/2006/main" noGrp="1"/>
          </p:cNvSpPr>
          <p:nvPr/>
        </p:nvSpPr>
        <p:spPr>
          <a:xfrm xmlns:a="http://schemas.openxmlformats.org/drawingml/2006/main">
            <a:off x="419100" y="2333625"/>
            <a:ext cx="14401800" cy="781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cxnSp>
        <p:nvCxnSpPr>
          <p:cNvPr id="18" name="Lane rule 0">
            <a:extLst xmlns:a="http://schemas.openxmlformats.org/drawingml/2006/main">
              <a:ext uri="{FF2B5EF4-FFF2-40B4-BE49-F238E27FC236}">
                <a16:creationId xmlns:a16="http://schemas.microsoft.com/office/drawing/2014/main" id="{6414A82E-A1DA-49EC-9142-2C086A553FAC}"/>
              </a:ext>
            </a:extLst>
          </p:cNvPr>
          <p:cNvCxnSpPr/>
          <p:nvPr/>
        </p:nvCxnSpPr>
        <p:spPr>
          <a:xfrm xmlns:a="http://schemas.openxmlformats.org/drawingml/2006/main" flipH="0" flipV="0">
            <a:off x="419100" y="2333625"/>
            <a:ext cx="14401800" cy="0"/>
          </a:xfrm>
          <a:prstGeom xmlns:a="http://schemas.openxmlformats.org/drawingml/2006/main" prst="straightConnector1">
            <a:avLst/>
          </a:prstGeom>
          <a:ln xmlns:a="http://schemas.openxmlformats.org/drawingml/2006/main" w="9525">
            <a:solidFill>
              <a:srgbClr val="DAE3E9"/>
            </a:solidFill>
            <a:prstDash val="solid"/>
            <a:tailEnd type="none" w="sm" len="sm"/>
          </a:ln>
        </p:spPr>
      </p:cxnSp>
      <p:sp>
        <p:nvSpPr>
          <p:cNvPr id="19" name="Lane title 0">
            <a:extLst xmlns:a="http://schemas.openxmlformats.org/drawingml/2006/main">
              <a:ext uri="{FF2B5EF4-FFF2-40B4-BE49-F238E27FC236}">
                <a16:creationId xmlns:a16="http://schemas.microsoft.com/office/drawing/2014/main" id="{9226AB65-6E63-46E3-9905-41AD568806EB}"/>
              </a:ext>
            </a:extLst>
          </p:cNvPr>
          <p:cNvSpPr>
            <a:spLocks xmlns:a="http://schemas.openxmlformats.org/drawingml/2006/main" noGrp="1"/>
          </p:cNvSpPr>
          <p:nvPr/>
        </p:nvSpPr>
        <p:spPr>
          <a:xfrm xmlns:a="http://schemas.openxmlformats.org/drawingml/2006/main">
            <a:off x="533400" y="2428875"/>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17243F"/>
                </a:solidFill>
                <a:latin typeface="Arial"/>
                <a:ea typeface="Arial"/>
                <a:cs typeface="Arial"/>
              </a:defRPr>
            </a:defPPr>
            <a:lvl1pPr algn="l">
              <a:defRPr sz="1425" b="1">
                <a:solidFill>
                  <a:srgbClr val="17243F"/>
                </a:solidFill>
                <a:latin typeface="Arial"/>
                <a:ea typeface="Arial"/>
                <a:cs typeface="Arial"/>
              </a:defRPr>
            </a:lvl1pPr>
            <a:lvl2pPr algn="l">
              <a:defRPr sz="1425" b="1">
                <a:solidFill>
                  <a:srgbClr val="17243F"/>
                </a:solidFill>
                <a:latin typeface="Arial"/>
                <a:ea typeface="Arial"/>
                <a:cs typeface="Arial"/>
              </a:defRPr>
            </a:lvl2pPr>
            <a:lvl3pPr algn="l">
              <a:defRPr sz="1425" b="1">
                <a:solidFill>
                  <a:srgbClr val="17243F"/>
                </a:solidFill>
                <a:latin typeface="Arial"/>
                <a:ea typeface="Arial"/>
                <a:cs typeface="Arial"/>
              </a:defRPr>
            </a:lvl3pPr>
            <a:lvl4pPr algn="l">
              <a:defRPr sz="1425" b="1">
                <a:solidFill>
                  <a:srgbClr val="17243F"/>
                </a:solidFill>
                <a:latin typeface="Arial"/>
                <a:ea typeface="Arial"/>
                <a:cs typeface="Arial"/>
              </a:defRPr>
            </a:lvl4pPr>
            <a:lvl5pPr algn="l">
              <a:defRPr sz="1425" b="1">
                <a:solidFill>
                  <a:srgbClr val="17243F"/>
                </a:solidFill>
                <a:latin typeface="Arial"/>
                <a:ea typeface="Arial"/>
                <a:cs typeface="Arial"/>
              </a:defRPr>
            </a:lvl5pPr>
            <a:lvl6pPr algn="l">
              <a:defRPr sz="1425" b="1">
                <a:solidFill>
                  <a:srgbClr val="17243F"/>
                </a:solidFill>
                <a:latin typeface="Arial"/>
                <a:ea typeface="Arial"/>
                <a:cs typeface="Arial"/>
              </a:defRPr>
            </a:lvl6pPr>
            <a:lvl7pPr algn="l">
              <a:defRPr sz="1425" b="1">
                <a:solidFill>
                  <a:srgbClr val="17243F"/>
                </a:solidFill>
                <a:latin typeface="Arial"/>
                <a:ea typeface="Arial"/>
                <a:cs typeface="Arial"/>
              </a:defRPr>
            </a:lvl7pPr>
            <a:lvl8pPr algn="l">
              <a:defRPr sz="1425" b="1">
                <a:solidFill>
                  <a:srgbClr val="17243F"/>
                </a:solidFill>
                <a:latin typeface="Arial"/>
                <a:ea typeface="Arial"/>
                <a:cs typeface="Arial"/>
              </a:defRPr>
            </a:lvl8pPr>
            <a:lvl9pPr algn="l">
              <a:defRPr sz="1425" b="1">
                <a:solidFill>
                  <a:srgbClr val="17243F"/>
                </a:solidFill>
                <a:latin typeface="Arial"/>
                <a:ea typeface="Arial"/>
                <a:cs typeface="Arial"/>
              </a:defRPr>
            </a:lvl9pPr>
          </a:lstStyle>
          <a:p xmlns:a="http://schemas.openxmlformats.org/drawingml/2006/main">
            <a:pPr algn="l">
              <a:defRPr sz="1425" b="1">
                <a:solidFill>
                  <a:srgbClr val="17243F"/>
                </a:solidFill>
                <a:latin typeface="Arial"/>
                <a:ea typeface="Arial"/>
                <a:cs typeface="Arial"/>
              </a:defRPr>
            </a:pPr>
            <a:r>
              <a:rPr sz="1425" b="1">
                <a:solidFill>
                  <a:srgbClr val="17243F"/>
                </a:solidFill>
                <a:latin typeface="Arial"/>
                <a:ea typeface="Arial"/>
                <a:cs typeface="Arial"/>
              </a:rPr>
              <a:t>USER</a:t>
            </a:r>
          </a:p>
        </p:txBody>
      </p:sp>
      <p:sp>
        <p:nvSpPr>
          <p:cNvPr id="20" name="Lane meaning 0">
            <a:extLst xmlns:a="http://schemas.openxmlformats.org/drawingml/2006/main">
              <a:ext uri="{FF2B5EF4-FFF2-40B4-BE49-F238E27FC236}">
                <a16:creationId xmlns:a16="http://schemas.microsoft.com/office/drawing/2014/main" id="{FCEAB669-E707-43D7-AA51-8BEDFB928AF8}"/>
              </a:ext>
            </a:extLst>
          </p:cNvPr>
          <p:cNvSpPr>
            <a:spLocks xmlns:a="http://schemas.openxmlformats.org/drawingml/2006/main" noGrp="1"/>
          </p:cNvSpPr>
          <p:nvPr/>
        </p:nvSpPr>
        <p:spPr>
          <a:xfrm xmlns:a="http://schemas.openxmlformats.org/drawingml/2006/main">
            <a:off x="533400" y="2724150"/>
            <a:ext cx="1619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59657A"/>
                </a:solidFill>
                <a:latin typeface="Arial"/>
                <a:ea typeface="Arial"/>
                <a:cs typeface="Arial"/>
              </a:defRPr>
            </a:defPPr>
            <a:lvl1pPr algn="l">
              <a:defRPr sz="1275" b="0">
                <a:solidFill>
                  <a:srgbClr val="59657A"/>
                </a:solidFill>
                <a:latin typeface="Arial"/>
                <a:ea typeface="Arial"/>
                <a:cs typeface="Arial"/>
              </a:defRPr>
            </a:lvl1pPr>
            <a:lvl2pPr algn="l">
              <a:defRPr sz="1275" b="0">
                <a:solidFill>
                  <a:srgbClr val="59657A"/>
                </a:solidFill>
                <a:latin typeface="Arial"/>
                <a:ea typeface="Arial"/>
                <a:cs typeface="Arial"/>
              </a:defRPr>
            </a:lvl2pPr>
            <a:lvl3pPr algn="l">
              <a:defRPr sz="1275" b="0">
                <a:solidFill>
                  <a:srgbClr val="59657A"/>
                </a:solidFill>
                <a:latin typeface="Arial"/>
                <a:ea typeface="Arial"/>
                <a:cs typeface="Arial"/>
              </a:defRPr>
            </a:lvl3pPr>
            <a:lvl4pPr algn="l">
              <a:defRPr sz="1275" b="0">
                <a:solidFill>
                  <a:srgbClr val="59657A"/>
                </a:solidFill>
                <a:latin typeface="Arial"/>
                <a:ea typeface="Arial"/>
                <a:cs typeface="Arial"/>
              </a:defRPr>
            </a:lvl4pPr>
            <a:lvl5pPr algn="l">
              <a:defRPr sz="1275" b="0">
                <a:solidFill>
                  <a:srgbClr val="59657A"/>
                </a:solidFill>
                <a:latin typeface="Arial"/>
                <a:ea typeface="Arial"/>
                <a:cs typeface="Arial"/>
              </a:defRPr>
            </a:lvl5pPr>
            <a:lvl6pPr algn="l">
              <a:defRPr sz="1275" b="0">
                <a:solidFill>
                  <a:srgbClr val="59657A"/>
                </a:solidFill>
                <a:latin typeface="Arial"/>
                <a:ea typeface="Arial"/>
                <a:cs typeface="Arial"/>
              </a:defRPr>
            </a:lvl6pPr>
            <a:lvl7pPr algn="l">
              <a:defRPr sz="1275" b="0">
                <a:solidFill>
                  <a:srgbClr val="59657A"/>
                </a:solidFill>
                <a:latin typeface="Arial"/>
                <a:ea typeface="Arial"/>
                <a:cs typeface="Arial"/>
              </a:defRPr>
            </a:lvl7pPr>
            <a:lvl8pPr algn="l">
              <a:defRPr sz="1275" b="0">
                <a:solidFill>
                  <a:srgbClr val="59657A"/>
                </a:solidFill>
                <a:latin typeface="Arial"/>
                <a:ea typeface="Arial"/>
                <a:cs typeface="Arial"/>
              </a:defRPr>
            </a:lvl8pPr>
            <a:lvl9pPr algn="l">
              <a:defRPr sz="1275" b="0">
                <a:solidFill>
                  <a:srgbClr val="59657A"/>
                </a:solidFill>
                <a:latin typeface="Arial"/>
                <a:ea typeface="Arial"/>
                <a:cs typeface="Arial"/>
              </a:defRPr>
            </a:lvl9pPr>
          </a:lstStyle>
          <a:p xmlns:a="http://schemas.openxmlformats.org/drawingml/2006/main">
            <a:pPr algn="l">
              <a:defRPr sz="1275" b="0">
                <a:solidFill>
                  <a:srgbClr val="59657A"/>
                </a:solidFill>
                <a:latin typeface="Arial"/>
                <a:ea typeface="Arial"/>
                <a:cs typeface="Arial"/>
              </a:defRPr>
            </a:pPr>
            <a:r>
              <a:rPr sz="1275" b="0">
                <a:solidFill>
                  <a:srgbClr val="59657A"/>
                </a:solidFill>
                <a:latin typeface="Arial"/>
                <a:ea typeface="Arial"/>
                <a:cs typeface="Arial"/>
              </a:rPr>
              <a:t>Owner / accountant</a:t>
            </a:r>
          </a:p>
          <a:p xmlns:a="http://schemas.openxmlformats.org/drawingml/2006/main">
            <a:pPr algn="l">
              <a:defRPr sz="1275" b="0">
                <a:solidFill>
                  <a:srgbClr val="59657A"/>
                </a:solidFill>
                <a:latin typeface="Arial"/>
                <a:ea typeface="Arial"/>
                <a:cs typeface="Arial"/>
              </a:defRPr>
            </a:pPr>
            <a:r>
              <a:rPr sz="1275" b="0">
                <a:solidFill>
                  <a:srgbClr val="59657A"/>
                </a:solidFill>
                <a:latin typeface="Arial"/>
                <a:ea typeface="Arial"/>
                <a:cs typeface="Arial"/>
              </a:rPr>
              <a:t>Human approver</a:t>
            </a:r>
          </a:p>
        </p:txBody>
      </p:sp>
      <p:sp>
        <p:nvSpPr>
          <p:cNvPr id="21" name="Lane 2">
            <a:extLst xmlns:a="http://schemas.openxmlformats.org/drawingml/2006/main">
              <a:ext uri="{FF2B5EF4-FFF2-40B4-BE49-F238E27FC236}">
                <a16:creationId xmlns:a16="http://schemas.microsoft.com/office/drawing/2014/main" id="{6B3B2FAE-EAA4-48B7-8190-51FB9E7A7455}"/>
              </a:ext>
            </a:extLst>
          </p:cNvPr>
          <p:cNvSpPr>
            <a:spLocks xmlns:a="http://schemas.openxmlformats.org/drawingml/2006/main" noGrp="1"/>
          </p:cNvSpPr>
          <p:nvPr/>
        </p:nvSpPr>
        <p:spPr>
          <a:xfrm xmlns:a="http://schemas.openxmlformats.org/drawingml/2006/main">
            <a:off x="419100" y="3114675"/>
            <a:ext cx="14401800" cy="781050"/>
          </a:xfrm>
          <a:prstGeom xmlns:a="http://schemas.openxmlformats.org/drawingml/2006/main" prst="rect">
            <a:avLst/>
          </a:prstGeom>
          <a:solidFill xmlns:a="http://schemas.openxmlformats.org/drawingml/2006/main">
            <a:srgbClr val="F0F4F7"/>
          </a:solidFill>
          <a:ln xmlns:a="http://schemas.openxmlformats.org/drawingml/2006/main" w="0">
            <a:noFill/>
            <a:prstDash val="solid"/>
          </a:ln>
        </p:spPr>
      </p:sp>
      <p:cxnSp>
        <p:nvCxnSpPr>
          <p:cNvPr id="22" name="Lane rule 1">
            <a:extLst xmlns:a="http://schemas.openxmlformats.org/drawingml/2006/main">
              <a:ext uri="{FF2B5EF4-FFF2-40B4-BE49-F238E27FC236}">
                <a16:creationId xmlns:a16="http://schemas.microsoft.com/office/drawing/2014/main" id="{F975E780-1907-4B6F-8F5F-40C1AB92D3AF}"/>
              </a:ext>
            </a:extLst>
          </p:cNvPr>
          <p:cNvCxnSpPr/>
          <p:nvPr/>
        </p:nvCxnSpPr>
        <p:spPr>
          <a:xfrm xmlns:a="http://schemas.openxmlformats.org/drawingml/2006/main" flipH="0" flipV="0">
            <a:off x="419100" y="3114675"/>
            <a:ext cx="14401800" cy="0"/>
          </a:xfrm>
          <a:prstGeom xmlns:a="http://schemas.openxmlformats.org/drawingml/2006/main" prst="straightConnector1">
            <a:avLst/>
          </a:prstGeom>
          <a:ln xmlns:a="http://schemas.openxmlformats.org/drawingml/2006/main" w="9525">
            <a:solidFill>
              <a:srgbClr val="DAE3E9"/>
            </a:solidFill>
            <a:prstDash val="solid"/>
            <a:tailEnd type="none" w="sm" len="sm"/>
          </a:ln>
        </p:spPr>
      </p:cxnSp>
      <p:sp>
        <p:nvSpPr>
          <p:cNvPr id="23" name="Lane title 1">
            <a:extLst xmlns:a="http://schemas.openxmlformats.org/drawingml/2006/main">
              <a:ext uri="{FF2B5EF4-FFF2-40B4-BE49-F238E27FC236}">
                <a16:creationId xmlns:a16="http://schemas.microsoft.com/office/drawing/2014/main" id="{D61B9366-5BED-4DE5-A02E-CC574F2C0AC6}"/>
              </a:ext>
            </a:extLst>
          </p:cNvPr>
          <p:cNvSpPr>
            <a:spLocks xmlns:a="http://schemas.openxmlformats.org/drawingml/2006/main" noGrp="1"/>
          </p:cNvSpPr>
          <p:nvPr/>
        </p:nvSpPr>
        <p:spPr>
          <a:xfrm xmlns:a="http://schemas.openxmlformats.org/drawingml/2006/main">
            <a:off x="533400" y="3209925"/>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17243F"/>
                </a:solidFill>
                <a:latin typeface="Arial"/>
                <a:ea typeface="Arial"/>
                <a:cs typeface="Arial"/>
              </a:defRPr>
            </a:defPPr>
            <a:lvl1pPr algn="l">
              <a:defRPr sz="1425" b="1">
                <a:solidFill>
                  <a:srgbClr val="17243F"/>
                </a:solidFill>
                <a:latin typeface="Arial"/>
                <a:ea typeface="Arial"/>
                <a:cs typeface="Arial"/>
              </a:defRPr>
            </a:lvl1pPr>
            <a:lvl2pPr algn="l">
              <a:defRPr sz="1425" b="1">
                <a:solidFill>
                  <a:srgbClr val="17243F"/>
                </a:solidFill>
                <a:latin typeface="Arial"/>
                <a:ea typeface="Arial"/>
                <a:cs typeface="Arial"/>
              </a:defRPr>
            </a:lvl2pPr>
            <a:lvl3pPr algn="l">
              <a:defRPr sz="1425" b="1">
                <a:solidFill>
                  <a:srgbClr val="17243F"/>
                </a:solidFill>
                <a:latin typeface="Arial"/>
                <a:ea typeface="Arial"/>
                <a:cs typeface="Arial"/>
              </a:defRPr>
            </a:lvl3pPr>
            <a:lvl4pPr algn="l">
              <a:defRPr sz="1425" b="1">
                <a:solidFill>
                  <a:srgbClr val="17243F"/>
                </a:solidFill>
                <a:latin typeface="Arial"/>
                <a:ea typeface="Arial"/>
                <a:cs typeface="Arial"/>
              </a:defRPr>
            </a:lvl4pPr>
            <a:lvl5pPr algn="l">
              <a:defRPr sz="1425" b="1">
                <a:solidFill>
                  <a:srgbClr val="17243F"/>
                </a:solidFill>
                <a:latin typeface="Arial"/>
                <a:ea typeface="Arial"/>
                <a:cs typeface="Arial"/>
              </a:defRPr>
            </a:lvl5pPr>
            <a:lvl6pPr algn="l">
              <a:defRPr sz="1425" b="1">
                <a:solidFill>
                  <a:srgbClr val="17243F"/>
                </a:solidFill>
                <a:latin typeface="Arial"/>
                <a:ea typeface="Arial"/>
                <a:cs typeface="Arial"/>
              </a:defRPr>
            </a:lvl6pPr>
            <a:lvl7pPr algn="l">
              <a:defRPr sz="1425" b="1">
                <a:solidFill>
                  <a:srgbClr val="17243F"/>
                </a:solidFill>
                <a:latin typeface="Arial"/>
                <a:ea typeface="Arial"/>
                <a:cs typeface="Arial"/>
              </a:defRPr>
            </a:lvl7pPr>
            <a:lvl8pPr algn="l">
              <a:defRPr sz="1425" b="1">
                <a:solidFill>
                  <a:srgbClr val="17243F"/>
                </a:solidFill>
                <a:latin typeface="Arial"/>
                <a:ea typeface="Arial"/>
                <a:cs typeface="Arial"/>
              </a:defRPr>
            </a:lvl8pPr>
            <a:lvl9pPr algn="l">
              <a:defRPr sz="1425" b="1">
                <a:solidFill>
                  <a:srgbClr val="17243F"/>
                </a:solidFill>
                <a:latin typeface="Arial"/>
                <a:ea typeface="Arial"/>
                <a:cs typeface="Arial"/>
              </a:defRPr>
            </a:lvl9pPr>
          </a:lstStyle>
          <a:p xmlns:a="http://schemas.openxmlformats.org/drawingml/2006/main">
            <a:pPr algn="l">
              <a:defRPr sz="1425" b="1">
                <a:solidFill>
                  <a:srgbClr val="17243F"/>
                </a:solidFill>
                <a:latin typeface="Arial"/>
                <a:ea typeface="Arial"/>
                <a:cs typeface="Arial"/>
              </a:defRPr>
            </a:pPr>
            <a:r>
              <a:rPr sz="1425" b="1">
                <a:solidFill>
                  <a:srgbClr val="17243F"/>
                </a:solidFill>
                <a:latin typeface="Arial"/>
                <a:ea typeface="Arial"/>
                <a:cs typeface="Arial"/>
              </a:rPr>
              <a:t>ORCHESTRATOR</a:t>
            </a:r>
          </a:p>
        </p:txBody>
      </p:sp>
      <p:sp>
        <p:nvSpPr>
          <p:cNvPr id="24" name="Lane meaning 1">
            <a:extLst xmlns:a="http://schemas.openxmlformats.org/drawingml/2006/main">
              <a:ext uri="{FF2B5EF4-FFF2-40B4-BE49-F238E27FC236}">
                <a16:creationId xmlns:a16="http://schemas.microsoft.com/office/drawing/2014/main" id="{40EEA7BF-CE50-4B77-8D2D-313A5E4E5EE5}"/>
              </a:ext>
            </a:extLst>
          </p:cNvPr>
          <p:cNvSpPr>
            <a:spLocks xmlns:a="http://schemas.openxmlformats.org/drawingml/2006/main" noGrp="1"/>
          </p:cNvSpPr>
          <p:nvPr/>
        </p:nvSpPr>
        <p:spPr>
          <a:xfrm xmlns:a="http://schemas.openxmlformats.org/drawingml/2006/main">
            <a:off x="533400" y="3505200"/>
            <a:ext cx="1619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59657A"/>
                </a:solidFill>
                <a:latin typeface="Arial"/>
                <a:ea typeface="Arial"/>
                <a:cs typeface="Arial"/>
              </a:defRPr>
            </a:defPPr>
            <a:lvl1pPr algn="l">
              <a:defRPr sz="1275" b="0">
                <a:solidFill>
                  <a:srgbClr val="59657A"/>
                </a:solidFill>
                <a:latin typeface="Arial"/>
                <a:ea typeface="Arial"/>
                <a:cs typeface="Arial"/>
              </a:defRPr>
            </a:lvl1pPr>
            <a:lvl2pPr algn="l">
              <a:defRPr sz="1275" b="0">
                <a:solidFill>
                  <a:srgbClr val="59657A"/>
                </a:solidFill>
                <a:latin typeface="Arial"/>
                <a:ea typeface="Arial"/>
                <a:cs typeface="Arial"/>
              </a:defRPr>
            </a:lvl2pPr>
            <a:lvl3pPr algn="l">
              <a:defRPr sz="1275" b="0">
                <a:solidFill>
                  <a:srgbClr val="59657A"/>
                </a:solidFill>
                <a:latin typeface="Arial"/>
                <a:ea typeface="Arial"/>
                <a:cs typeface="Arial"/>
              </a:defRPr>
            </a:lvl3pPr>
            <a:lvl4pPr algn="l">
              <a:defRPr sz="1275" b="0">
                <a:solidFill>
                  <a:srgbClr val="59657A"/>
                </a:solidFill>
                <a:latin typeface="Arial"/>
                <a:ea typeface="Arial"/>
                <a:cs typeface="Arial"/>
              </a:defRPr>
            </a:lvl4pPr>
            <a:lvl5pPr algn="l">
              <a:defRPr sz="1275" b="0">
                <a:solidFill>
                  <a:srgbClr val="59657A"/>
                </a:solidFill>
                <a:latin typeface="Arial"/>
                <a:ea typeface="Arial"/>
                <a:cs typeface="Arial"/>
              </a:defRPr>
            </a:lvl5pPr>
            <a:lvl6pPr algn="l">
              <a:defRPr sz="1275" b="0">
                <a:solidFill>
                  <a:srgbClr val="59657A"/>
                </a:solidFill>
                <a:latin typeface="Arial"/>
                <a:ea typeface="Arial"/>
                <a:cs typeface="Arial"/>
              </a:defRPr>
            </a:lvl6pPr>
            <a:lvl7pPr algn="l">
              <a:defRPr sz="1275" b="0">
                <a:solidFill>
                  <a:srgbClr val="59657A"/>
                </a:solidFill>
                <a:latin typeface="Arial"/>
                <a:ea typeface="Arial"/>
                <a:cs typeface="Arial"/>
              </a:defRPr>
            </a:lvl7pPr>
            <a:lvl8pPr algn="l">
              <a:defRPr sz="1275" b="0">
                <a:solidFill>
                  <a:srgbClr val="59657A"/>
                </a:solidFill>
                <a:latin typeface="Arial"/>
                <a:ea typeface="Arial"/>
                <a:cs typeface="Arial"/>
              </a:defRPr>
            </a:lvl8pPr>
            <a:lvl9pPr algn="l">
              <a:defRPr sz="1275" b="0">
                <a:solidFill>
                  <a:srgbClr val="59657A"/>
                </a:solidFill>
                <a:latin typeface="Arial"/>
                <a:ea typeface="Arial"/>
                <a:cs typeface="Arial"/>
              </a:defRPr>
            </a:lvl9pPr>
          </a:lstStyle>
          <a:p xmlns:a="http://schemas.openxmlformats.org/drawingml/2006/main">
            <a:pPr algn="l">
              <a:defRPr sz="1275" b="0">
                <a:solidFill>
                  <a:srgbClr val="59657A"/>
                </a:solidFill>
                <a:latin typeface="Arial"/>
                <a:ea typeface="Arial"/>
                <a:cs typeface="Arial"/>
              </a:defRPr>
            </a:pPr>
            <a:r>
              <a:rPr sz="1275" b="0">
                <a:solidFill>
                  <a:srgbClr val="59657A"/>
                </a:solidFill>
                <a:latin typeface="Arial"/>
                <a:ea typeface="Arial"/>
                <a:cs typeface="Arial"/>
              </a:rPr>
              <a:t>State + authority</a:t>
            </a:r>
          </a:p>
        </p:txBody>
      </p:sp>
      <p:sp>
        <p:nvSpPr>
          <p:cNvPr id="25" name="Lane 3">
            <a:extLst xmlns:a="http://schemas.openxmlformats.org/drawingml/2006/main">
              <a:ext uri="{FF2B5EF4-FFF2-40B4-BE49-F238E27FC236}">
                <a16:creationId xmlns:a16="http://schemas.microsoft.com/office/drawing/2014/main" id="{2FEAB344-2285-4281-B65B-1274A6846D40}"/>
              </a:ext>
            </a:extLst>
          </p:cNvPr>
          <p:cNvSpPr>
            <a:spLocks xmlns:a="http://schemas.openxmlformats.org/drawingml/2006/main" noGrp="1"/>
          </p:cNvSpPr>
          <p:nvPr/>
        </p:nvSpPr>
        <p:spPr>
          <a:xfrm xmlns:a="http://schemas.openxmlformats.org/drawingml/2006/main">
            <a:off x="419100" y="3895725"/>
            <a:ext cx="14401800" cy="781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cxnSp>
        <p:nvCxnSpPr>
          <p:cNvPr id="26" name="Lane rule 2">
            <a:extLst xmlns:a="http://schemas.openxmlformats.org/drawingml/2006/main">
              <a:ext uri="{FF2B5EF4-FFF2-40B4-BE49-F238E27FC236}">
                <a16:creationId xmlns:a16="http://schemas.microsoft.com/office/drawing/2014/main" id="{ED878C9C-92D5-40BF-8994-613B62F09493}"/>
              </a:ext>
            </a:extLst>
          </p:cNvPr>
          <p:cNvCxnSpPr/>
          <p:nvPr/>
        </p:nvCxnSpPr>
        <p:spPr>
          <a:xfrm xmlns:a="http://schemas.openxmlformats.org/drawingml/2006/main" flipH="0" flipV="0">
            <a:off x="419100" y="3895725"/>
            <a:ext cx="14401800" cy="0"/>
          </a:xfrm>
          <a:prstGeom xmlns:a="http://schemas.openxmlformats.org/drawingml/2006/main" prst="straightConnector1">
            <a:avLst/>
          </a:prstGeom>
          <a:ln xmlns:a="http://schemas.openxmlformats.org/drawingml/2006/main" w="9525">
            <a:solidFill>
              <a:srgbClr val="DAE3E9"/>
            </a:solidFill>
            <a:prstDash val="solid"/>
            <a:tailEnd type="none" w="sm" len="sm"/>
          </a:ln>
        </p:spPr>
      </p:cxnSp>
      <p:sp>
        <p:nvSpPr>
          <p:cNvPr id="27" name="Lane title 2">
            <a:extLst xmlns:a="http://schemas.openxmlformats.org/drawingml/2006/main">
              <a:ext uri="{FF2B5EF4-FFF2-40B4-BE49-F238E27FC236}">
                <a16:creationId xmlns:a16="http://schemas.microsoft.com/office/drawing/2014/main" id="{CD22DA90-A07C-4D64-95B8-C69FB8E1A147}"/>
              </a:ext>
            </a:extLst>
          </p:cNvPr>
          <p:cNvSpPr>
            <a:spLocks xmlns:a="http://schemas.openxmlformats.org/drawingml/2006/main" noGrp="1"/>
          </p:cNvSpPr>
          <p:nvPr/>
        </p:nvSpPr>
        <p:spPr>
          <a:xfrm xmlns:a="http://schemas.openxmlformats.org/drawingml/2006/main">
            <a:off x="533400" y="3990975"/>
            <a:ext cx="1619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13" b="1">
                <a:solidFill>
                  <a:srgbClr val="17243F"/>
                </a:solidFill>
                <a:latin typeface="Arial"/>
                <a:ea typeface="Arial"/>
                <a:cs typeface="Arial"/>
              </a:defRPr>
            </a:defPPr>
            <a:lvl1pPr algn="l">
              <a:defRPr sz="1313" b="1">
                <a:solidFill>
                  <a:srgbClr val="17243F"/>
                </a:solidFill>
                <a:latin typeface="Arial"/>
                <a:ea typeface="Arial"/>
                <a:cs typeface="Arial"/>
              </a:defRPr>
            </a:lvl1pPr>
            <a:lvl2pPr algn="l">
              <a:defRPr sz="1313" b="1">
                <a:solidFill>
                  <a:srgbClr val="17243F"/>
                </a:solidFill>
                <a:latin typeface="Arial"/>
                <a:ea typeface="Arial"/>
                <a:cs typeface="Arial"/>
              </a:defRPr>
            </a:lvl2pPr>
            <a:lvl3pPr algn="l">
              <a:defRPr sz="1313" b="1">
                <a:solidFill>
                  <a:srgbClr val="17243F"/>
                </a:solidFill>
                <a:latin typeface="Arial"/>
                <a:ea typeface="Arial"/>
                <a:cs typeface="Arial"/>
              </a:defRPr>
            </a:lvl3pPr>
            <a:lvl4pPr algn="l">
              <a:defRPr sz="1313" b="1">
                <a:solidFill>
                  <a:srgbClr val="17243F"/>
                </a:solidFill>
                <a:latin typeface="Arial"/>
                <a:ea typeface="Arial"/>
                <a:cs typeface="Arial"/>
              </a:defRPr>
            </a:lvl4pPr>
            <a:lvl5pPr algn="l">
              <a:defRPr sz="1313" b="1">
                <a:solidFill>
                  <a:srgbClr val="17243F"/>
                </a:solidFill>
                <a:latin typeface="Arial"/>
                <a:ea typeface="Arial"/>
                <a:cs typeface="Arial"/>
              </a:defRPr>
            </a:lvl5pPr>
            <a:lvl6pPr algn="l">
              <a:defRPr sz="1313" b="1">
                <a:solidFill>
                  <a:srgbClr val="17243F"/>
                </a:solidFill>
                <a:latin typeface="Arial"/>
                <a:ea typeface="Arial"/>
                <a:cs typeface="Arial"/>
              </a:defRPr>
            </a:lvl6pPr>
            <a:lvl7pPr algn="l">
              <a:defRPr sz="1313" b="1">
                <a:solidFill>
                  <a:srgbClr val="17243F"/>
                </a:solidFill>
                <a:latin typeface="Arial"/>
                <a:ea typeface="Arial"/>
                <a:cs typeface="Arial"/>
              </a:defRPr>
            </a:lvl7pPr>
            <a:lvl8pPr algn="l">
              <a:defRPr sz="1313" b="1">
                <a:solidFill>
                  <a:srgbClr val="17243F"/>
                </a:solidFill>
                <a:latin typeface="Arial"/>
                <a:ea typeface="Arial"/>
                <a:cs typeface="Arial"/>
              </a:defRPr>
            </a:lvl8pPr>
            <a:lvl9pPr algn="l">
              <a:defRPr sz="1313" b="1">
                <a:solidFill>
                  <a:srgbClr val="17243F"/>
                </a:solidFill>
                <a:latin typeface="Arial"/>
                <a:ea typeface="Arial"/>
                <a:cs typeface="Arial"/>
              </a:defRPr>
            </a:lvl9pPr>
          </a:lstStyle>
          <a:p xmlns:a="http://schemas.openxmlformats.org/drawingml/2006/main">
            <a:pPr algn="l">
              <a:defRPr sz="1313" b="1">
                <a:solidFill>
                  <a:srgbClr val="17243F"/>
                </a:solidFill>
                <a:latin typeface="Arial"/>
                <a:ea typeface="Arial"/>
                <a:cs typeface="Arial"/>
              </a:defRPr>
            </a:pPr>
            <a:r>
              <a:rPr sz="1313" b="1">
                <a:solidFill>
                  <a:srgbClr val="17243F"/>
                </a:solidFill>
                <a:latin typeface="Arial"/>
                <a:ea typeface="Arial"/>
                <a:cs typeface="Arial"/>
              </a:rPr>
              <a:t>SPECIALIST</a:t>
            </a:r>
          </a:p>
          <a:p xmlns:a="http://schemas.openxmlformats.org/drawingml/2006/main">
            <a:pPr algn="l">
              <a:defRPr sz="1313" b="1">
                <a:solidFill>
                  <a:srgbClr val="17243F"/>
                </a:solidFill>
                <a:latin typeface="Arial"/>
                <a:ea typeface="Arial"/>
                <a:cs typeface="Arial"/>
              </a:defRPr>
            </a:pPr>
            <a:r>
              <a:rPr sz="1313" b="1">
                <a:solidFill>
                  <a:srgbClr val="17243F"/>
                </a:solidFill>
                <a:latin typeface="Arial"/>
                <a:ea typeface="Arial"/>
                <a:cs typeface="Arial"/>
              </a:rPr>
              <a:t>AGENTS</a:t>
            </a:r>
          </a:p>
        </p:txBody>
      </p:sp>
      <p:sp>
        <p:nvSpPr>
          <p:cNvPr id="28" name="Lane meaning 2">
            <a:extLst xmlns:a="http://schemas.openxmlformats.org/drawingml/2006/main">
              <a:ext uri="{FF2B5EF4-FFF2-40B4-BE49-F238E27FC236}">
                <a16:creationId xmlns:a16="http://schemas.microsoft.com/office/drawing/2014/main" id="{50144BD7-5194-4BF8-A1E9-B2BF64F10D3C}"/>
              </a:ext>
            </a:extLst>
          </p:cNvPr>
          <p:cNvSpPr>
            <a:spLocks xmlns:a="http://schemas.openxmlformats.org/drawingml/2006/main" noGrp="1"/>
          </p:cNvSpPr>
          <p:nvPr/>
        </p:nvSpPr>
        <p:spPr>
          <a:xfrm xmlns:a="http://schemas.openxmlformats.org/drawingml/2006/main">
            <a:off x="533400" y="4419600"/>
            <a:ext cx="1619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63" b="0">
                <a:solidFill>
                  <a:srgbClr val="59657A"/>
                </a:solidFill>
                <a:latin typeface="Arial"/>
                <a:ea typeface="Arial"/>
                <a:cs typeface="Arial"/>
              </a:defRPr>
            </a:defPPr>
            <a:lvl1pPr algn="l">
              <a:defRPr sz="1163" b="0">
                <a:solidFill>
                  <a:srgbClr val="59657A"/>
                </a:solidFill>
                <a:latin typeface="Arial"/>
                <a:ea typeface="Arial"/>
                <a:cs typeface="Arial"/>
              </a:defRPr>
            </a:lvl1pPr>
            <a:lvl2pPr algn="l">
              <a:defRPr sz="1163" b="0">
                <a:solidFill>
                  <a:srgbClr val="59657A"/>
                </a:solidFill>
                <a:latin typeface="Arial"/>
                <a:ea typeface="Arial"/>
                <a:cs typeface="Arial"/>
              </a:defRPr>
            </a:lvl2pPr>
            <a:lvl3pPr algn="l">
              <a:defRPr sz="1163" b="0">
                <a:solidFill>
                  <a:srgbClr val="59657A"/>
                </a:solidFill>
                <a:latin typeface="Arial"/>
                <a:ea typeface="Arial"/>
                <a:cs typeface="Arial"/>
              </a:defRPr>
            </a:lvl3pPr>
            <a:lvl4pPr algn="l">
              <a:defRPr sz="1163" b="0">
                <a:solidFill>
                  <a:srgbClr val="59657A"/>
                </a:solidFill>
                <a:latin typeface="Arial"/>
                <a:ea typeface="Arial"/>
                <a:cs typeface="Arial"/>
              </a:defRPr>
            </a:lvl4pPr>
            <a:lvl5pPr algn="l">
              <a:defRPr sz="1163" b="0">
                <a:solidFill>
                  <a:srgbClr val="59657A"/>
                </a:solidFill>
                <a:latin typeface="Arial"/>
                <a:ea typeface="Arial"/>
                <a:cs typeface="Arial"/>
              </a:defRPr>
            </a:lvl5pPr>
            <a:lvl6pPr algn="l">
              <a:defRPr sz="1163" b="0">
                <a:solidFill>
                  <a:srgbClr val="59657A"/>
                </a:solidFill>
                <a:latin typeface="Arial"/>
                <a:ea typeface="Arial"/>
                <a:cs typeface="Arial"/>
              </a:defRPr>
            </a:lvl6pPr>
            <a:lvl7pPr algn="l">
              <a:defRPr sz="1163" b="0">
                <a:solidFill>
                  <a:srgbClr val="59657A"/>
                </a:solidFill>
                <a:latin typeface="Arial"/>
                <a:ea typeface="Arial"/>
                <a:cs typeface="Arial"/>
              </a:defRPr>
            </a:lvl7pPr>
            <a:lvl8pPr algn="l">
              <a:defRPr sz="1163" b="0">
                <a:solidFill>
                  <a:srgbClr val="59657A"/>
                </a:solidFill>
                <a:latin typeface="Arial"/>
                <a:ea typeface="Arial"/>
                <a:cs typeface="Arial"/>
              </a:defRPr>
            </a:lvl8pPr>
            <a:lvl9pPr algn="l">
              <a:defRPr sz="1163" b="0">
                <a:solidFill>
                  <a:srgbClr val="59657A"/>
                </a:solidFill>
                <a:latin typeface="Arial"/>
                <a:ea typeface="Arial"/>
                <a:cs typeface="Arial"/>
              </a:defRPr>
            </a:lvl9pPr>
          </a:lstStyle>
          <a:p xmlns:a="http://schemas.openxmlformats.org/drawingml/2006/main">
            <a:pPr algn="l">
              <a:defRPr sz="1163" b="0">
                <a:solidFill>
                  <a:srgbClr val="59657A"/>
                </a:solidFill>
                <a:latin typeface="Arial"/>
                <a:ea typeface="Arial"/>
                <a:cs typeface="Arial"/>
              </a:defRPr>
            </a:pPr>
            <a:r>
              <a:rPr sz="1163" b="0">
                <a:solidFill>
                  <a:srgbClr val="59657A"/>
                </a:solidFill>
                <a:latin typeface="Arial"/>
                <a:ea typeface="Arial"/>
                <a:cs typeface="Arial"/>
              </a:rPr>
              <a:t>Beta tools / AI target</a:t>
            </a:r>
          </a:p>
        </p:txBody>
      </p:sp>
      <p:sp>
        <p:nvSpPr>
          <p:cNvPr id="29" name="Lane 4">
            <a:extLst xmlns:a="http://schemas.openxmlformats.org/drawingml/2006/main">
              <a:ext uri="{FF2B5EF4-FFF2-40B4-BE49-F238E27FC236}">
                <a16:creationId xmlns:a16="http://schemas.microsoft.com/office/drawing/2014/main" id="{CECD351D-1B9A-4FDB-A100-D194FDDB64AC}"/>
              </a:ext>
            </a:extLst>
          </p:cNvPr>
          <p:cNvSpPr>
            <a:spLocks xmlns:a="http://schemas.openxmlformats.org/drawingml/2006/main" noGrp="1"/>
          </p:cNvSpPr>
          <p:nvPr/>
        </p:nvSpPr>
        <p:spPr>
          <a:xfrm xmlns:a="http://schemas.openxmlformats.org/drawingml/2006/main">
            <a:off x="419100" y="4676775"/>
            <a:ext cx="14401800" cy="781050"/>
          </a:xfrm>
          <a:prstGeom xmlns:a="http://schemas.openxmlformats.org/drawingml/2006/main" prst="rect">
            <a:avLst/>
          </a:prstGeom>
          <a:solidFill xmlns:a="http://schemas.openxmlformats.org/drawingml/2006/main">
            <a:srgbClr val="F0F4F7"/>
          </a:solidFill>
          <a:ln xmlns:a="http://schemas.openxmlformats.org/drawingml/2006/main" w="0">
            <a:noFill/>
            <a:prstDash val="solid"/>
          </a:ln>
        </p:spPr>
      </p:sp>
      <p:cxnSp>
        <p:nvCxnSpPr>
          <p:cNvPr id="30" name="Lane rule 3">
            <a:extLst xmlns:a="http://schemas.openxmlformats.org/drawingml/2006/main">
              <a:ext uri="{FF2B5EF4-FFF2-40B4-BE49-F238E27FC236}">
                <a16:creationId xmlns:a16="http://schemas.microsoft.com/office/drawing/2014/main" id="{CCEC9D4D-0E9D-40B6-B7EC-A2B881D174EF}"/>
              </a:ext>
            </a:extLst>
          </p:cNvPr>
          <p:cNvCxnSpPr/>
          <p:nvPr/>
        </p:nvCxnSpPr>
        <p:spPr>
          <a:xfrm xmlns:a="http://schemas.openxmlformats.org/drawingml/2006/main" flipH="0" flipV="0">
            <a:off x="419100" y="4676775"/>
            <a:ext cx="14401800" cy="0"/>
          </a:xfrm>
          <a:prstGeom xmlns:a="http://schemas.openxmlformats.org/drawingml/2006/main" prst="straightConnector1">
            <a:avLst/>
          </a:prstGeom>
          <a:ln xmlns:a="http://schemas.openxmlformats.org/drawingml/2006/main" w="9525">
            <a:solidFill>
              <a:srgbClr val="DAE3E9"/>
            </a:solidFill>
            <a:prstDash val="solid"/>
            <a:tailEnd type="none" w="sm" len="sm"/>
          </a:ln>
        </p:spPr>
      </p:cxnSp>
      <p:sp>
        <p:nvSpPr>
          <p:cNvPr id="31" name="Lane title 3">
            <a:extLst xmlns:a="http://schemas.openxmlformats.org/drawingml/2006/main">
              <a:ext uri="{FF2B5EF4-FFF2-40B4-BE49-F238E27FC236}">
                <a16:creationId xmlns:a16="http://schemas.microsoft.com/office/drawing/2014/main" id="{02F87705-E8E6-4F01-BE10-21B1F520D9F1}"/>
              </a:ext>
            </a:extLst>
          </p:cNvPr>
          <p:cNvSpPr>
            <a:spLocks xmlns:a="http://schemas.openxmlformats.org/drawingml/2006/main" noGrp="1"/>
          </p:cNvSpPr>
          <p:nvPr/>
        </p:nvSpPr>
        <p:spPr>
          <a:xfrm xmlns:a="http://schemas.openxmlformats.org/drawingml/2006/main">
            <a:off x="533400" y="4772025"/>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13" b="1">
                <a:solidFill>
                  <a:srgbClr val="17243F"/>
                </a:solidFill>
                <a:latin typeface="Arial"/>
                <a:ea typeface="Arial"/>
                <a:cs typeface="Arial"/>
              </a:defRPr>
            </a:defPPr>
            <a:lvl1pPr algn="l">
              <a:defRPr sz="1313" b="1">
                <a:solidFill>
                  <a:srgbClr val="17243F"/>
                </a:solidFill>
                <a:latin typeface="Arial"/>
                <a:ea typeface="Arial"/>
                <a:cs typeface="Arial"/>
              </a:defRPr>
            </a:lvl1pPr>
            <a:lvl2pPr algn="l">
              <a:defRPr sz="1313" b="1">
                <a:solidFill>
                  <a:srgbClr val="17243F"/>
                </a:solidFill>
                <a:latin typeface="Arial"/>
                <a:ea typeface="Arial"/>
                <a:cs typeface="Arial"/>
              </a:defRPr>
            </a:lvl2pPr>
            <a:lvl3pPr algn="l">
              <a:defRPr sz="1313" b="1">
                <a:solidFill>
                  <a:srgbClr val="17243F"/>
                </a:solidFill>
                <a:latin typeface="Arial"/>
                <a:ea typeface="Arial"/>
                <a:cs typeface="Arial"/>
              </a:defRPr>
            </a:lvl3pPr>
            <a:lvl4pPr algn="l">
              <a:defRPr sz="1313" b="1">
                <a:solidFill>
                  <a:srgbClr val="17243F"/>
                </a:solidFill>
                <a:latin typeface="Arial"/>
                <a:ea typeface="Arial"/>
                <a:cs typeface="Arial"/>
              </a:defRPr>
            </a:lvl4pPr>
            <a:lvl5pPr algn="l">
              <a:defRPr sz="1313" b="1">
                <a:solidFill>
                  <a:srgbClr val="17243F"/>
                </a:solidFill>
                <a:latin typeface="Arial"/>
                <a:ea typeface="Arial"/>
                <a:cs typeface="Arial"/>
              </a:defRPr>
            </a:lvl5pPr>
            <a:lvl6pPr algn="l">
              <a:defRPr sz="1313" b="1">
                <a:solidFill>
                  <a:srgbClr val="17243F"/>
                </a:solidFill>
                <a:latin typeface="Arial"/>
                <a:ea typeface="Arial"/>
                <a:cs typeface="Arial"/>
              </a:defRPr>
            </a:lvl6pPr>
            <a:lvl7pPr algn="l">
              <a:defRPr sz="1313" b="1">
                <a:solidFill>
                  <a:srgbClr val="17243F"/>
                </a:solidFill>
                <a:latin typeface="Arial"/>
                <a:ea typeface="Arial"/>
                <a:cs typeface="Arial"/>
              </a:defRPr>
            </a:lvl7pPr>
            <a:lvl8pPr algn="l">
              <a:defRPr sz="1313" b="1">
                <a:solidFill>
                  <a:srgbClr val="17243F"/>
                </a:solidFill>
                <a:latin typeface="Arial"/>
                <a:ea typeface="Arial"/>
                <a:cs typeface="Arial"/>
              </a:defRPr>
            </a:lvl8pPr>
            <a:lvl9pPr algn="l">
              <a:defRPr sz="1313" b="1">
                <a:solidFill>
                  <a:srgbClr val="17243F"/>
                </a:solidFill>
                <a:latin typeface="Arial"/>
                <a:ea typeface="Arial"/>
                <a:cs typeface="Arial"/>
              </a:defRPr>
            </a:lvl9pPr>
          </a:lstStyle>
          <a:p xmlns:a="http://schemas.openxmlformats.org/drawingml/2006/main">
            <a:pPr algn="l">
              <a:defRPr sz="1313" b="1">
                <a:solidFill>
                  <a:srgbClr val="17243F"/>
                </a:solidFill>
                <a:latin typeface="Arial"/>
                <a:ea typeface="Arial"/>
                <a:cs typeface="Arial"/>
              </a:defRPr>
            </a:pPr>
            <a:r>
              <a:rPr sz="1313" b="1">
                <a:solidFill>
                  <a:srgbClr val="17243F"/>
                </a:solidFill>
                <a:latin typeface="Arial"/>
                <a:ea typeface="Arial"/>
                <a:cs typeface="Arial"/>
              </a:rPr>
              <a:t>REVIEWER / JUDGE</a:t>
            </a:r>
          </a:p>
        </p:txBody>
      </p:sp>
      <p:sp>
        <p:nvSpPr>
          <p:cNvPr id="32" name="Lane meaning 3">
            <a:extLst xmlns:a="http://schemas.openxmlformats.org/drawingml/2006/main">
              <a:ext uri="{FF2B5EF4-FFF2-40B4-BE49-F238E27FC236}">
                <a16:creationId xmlns:a16="http://schemas.microsoft.com/office/drawing/2014/main" id="{94D35563-803B-4986-84E9-F5B587F0862B}"/>
              </a:ext>
            </a:extLst>
          </p:cNvPr>
          <p:cNvSpPr>
            <a:spLocks xmlns:a="http://schemas.openxmlformats.org/drawingml/2006/main" noGrp="1"/>
          </p:cNvSpPr>
          <p:nvPr/>
        </p:nvSpPr>
        <p:spPr>
          <a:xfrm xmlns:a="http://schemas.openxmlformats.org/drawingml/2006/main">
            <a:off x="533400" y="5067300"/>
            <a:ext cx="1619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59657A"/>
                </a:solidFill>
                <a:latin typeface="Arial"/>
                <a:ea typeface="Arial"/>
                <a:cs typeface="Arial"/>
              </a:defRPr>
            </a:defPPr>
            <a:lvl1pPr algn="l">
              <a:defRPr sz="1275" b="0">
                <a:solidFill>
                  <a:srgbClr val="59657A"/>
                </a:solidFill>
                <a:latin typeface="Arial"/>
                <a:ea typeface="Arial"/>
                <a:cs typeface="Arial"/>
              </a:defRPr>
            </a:lvl1pPr>
            <a:lvl2pPr algn="l">
              <a:defRPr sz="1275" b="0">
                <a:solidFill>
                  <a:srgbClr val="59657A"/>
                </a:solidFill>
                <a:latin typeface="Arial"/>
                <a:ea typeface="Arial"/>
                <a:cs typeface="Arial"/>
              </a:defRPr>
            </a:lvl2pPr>
            <a:lvl3pPr algn="l">
              <a:defRPr sz="1275" b="0">
                <a:solidFill>
                  <a:srgbClr val="59657A"/>
                </a:solidFill>
                <a:latin typeface="Arial"/>
                <a:ea typeface="Arial"/>
                <a:cs typeface="Arial"/>
              </a:defRPr>
            </a:lvl3pPr>
            <a:lvl4pPr algn="l">
              <a:defRPr sz="1275" b="0">
                <a:solidFill>
                  <a:srgbClr val="59657A"/>
                </a:solidFill>
                <a:latin typeface="Arial"/>
                <a:ea typeface="Arial"/>
                <a:cs typeface="Arial"/>
              </a:defRPr>
            </a:lvl4pPr>
            <a:lvl5pPr algn="l">
              <a:defRPr sz="1275" b="0">
                <a:solidFill>
                  <a:srgbClr val="59657A"/>
                </a:solidFill>
                <a:latin typeface="Arial"/>
                <a:ea typeface="Arial"/>
                <a:cs typeface="Arial"/>
              </a:defRPr>
            </a:lvl5pPr>
            <a:lvl6pPr algn="l">
              <a:defRPr sz="1275" b="0">
                <a:solidFill>
                  <a:srgbClr val="59657A"/>
                </a:solidFill>
                <a:latin typeface="Arial"/>
                <a:ea typeface="Arial"/>
                <a:cs typeface="Arial"/>
              </a:defRPr>
            </a:lvl6pPr>
            <a:lvl7pPr algn="l">
              <a:defRPr sz="1275" b="0">
                <a:solidFill>
                  <a:srgbClr val="59657A"/>
                </a:solidFill>
                <a:latin typeface="Arial"/>
                <a:ea typeface="Arial"/>
                <a:cs typeface="Arial"/>
              </a:defRPr>
            </a:lvl7pPr>
            <a:lvl8pPr algn="l">
              <a:defRPr sz="1275" b="0">
                <a:solidFill>
                  <a:srgbClr val="59657A"/>
                </a:solidFill>
                <a:latin typeface="Arial"/>
                <a:ea typeface="Arial"/>
                <a:cs typeface="Arial"/>
              </a:defRPr>
            </a:lvl8pPr>
            <a:lvl9pPr algn="l">
              <a:defRPr sz="1275" b="0">
                <a:solidFill>
                  <a:srgbClr val="59657A"/>
                </a:solidFill>
                <a:latin typeface="Arial"/>
                <a:ea typeface="Arial"/>
                <a:cs typeface="Arial"/>
              </a:defRPr>
            </a:lvl9pPr>
          </a:lstStyle>
          <a:p xmlns:a="http://schemas.openxmlformats.org/drawingml/2006/main">
            <a:pPr algn="l">
              <a:defRPr sz="1275" b="0">
                <a:solidFill>
                  <a:srgbClr val="59657A"/>
                </a:solidFill>
                <a:latin typeface="Arial"/>
                <a:ea typeface="Arial"/>
                <a:cs typeface="Arial"/>
              </a:defRPr>
            </a:pPr>
            <a:r>
              <a:rPr sz="1275" b="0">
                <a:solidFill>
                  <a:srgbClr val="59657A"/>
                </a:solidFill>
                <a:latin typeface="Arial"/>
                <a:ea typeface="Arial"/>
                <a:cs typeface="Arial"/>
              </a:rPr>
              <a:t>Risk / policy only</a:t>
            </a:r>
          </a:p>
        </p:txBody>
      </p:sp>
      <p:sp>
        <p:nvSpPr>
          <p:cNvPr id="33" name="Lane 5">
            <a:extLst xmlns:a="http://schemas.openxmlformats.org/drawingml/2006/main">
              <a:ext uri="{FF2B5EF4-FFF2-40B4-BE49-F238E27FC236}">
                <a16:creationId xmlns:a16="http://schemas.microsoft.com/office/drawing/2014/main" id="{42EC4C2E-33E7-4273-8ADA-DEAD17DFAF01}"/>
              </a:ext>
            </a:extLst>
          </p:cNvPr>
          <p:cNvSpPr>
            <a:spLocks xmlns:a="http://schemas.openxmlformats.org/drawingml/2006/main" noGrp="1"/>
          </p:cNvSpPr>
          <p:nvPr/>
        </p:nvSpPr>
        <p:spPr>
          <a:xfrm xmlns:a="http://schemas.openxmlformats.org/drawingml/2006/main">
            <a:off x="419100" y="5457825"/>
            <a:ext cx="14401800" cy="781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cxnSp>
        <p:nvCxnSpPr>
          <p:cNvPr id="34" name="Lane rule 4">
            <a:extLst xmlns:a="http://schemas.openxmlformats.org/drawingml/2006/main">
              <a:ext uri="{FF2B5EF4-FFF2-40B4-BE49-F238E27FC236}">
                <a16:creationId xmlns:a16="http://schemas.microsoft.com/office/drawing/2014/main" id="{65119EAA-D3BB-4927-A7FD-F4595EFA3FBC}"/>
              </a:ext>
            </a:extLst>
          </p:cNvPr>
          <p:cNvCxnSpPr/>
          <p:nvPr/>
        </p:nvCxnSpPr>
        <p:spPr>
          <a:xfrm xmlns:a="http://schemas.openxmlformats.org/drawingml/2006/main" flipH="0" flipV="0">
            <a:off x="419100" y="5457825"/>
            <a:ext cx="14401800" cy="0"/>
          </a:xfrm>
          <a:prstGeom xmlns:a="http://schemas.openxmlformats.org/drawingml/2006/main" prst="straightConnector1">
            <a:avLst/>
          </a:prstGeom>
          <a:ln xmlns:a="http://schemas.openxmlformats.org/drawingml/2006/main" w="9525">
            <a:solidFill>
              <a:srgbClr val="DAE3E9"/>
            </a:solidFill>
            <a:prstDash val="solid"/>
            <a:tailEnd type="none" w="sm" len="sm"/>
          </a:ln>
        </p:spPr>
      </p:cxnSp>
      <p:sp>
        <p:nvSpPr>
          <p:cNvPr id="35" name="Lane title 4">
            <a:extLst xmlns:a="http://schemas.openxmlformats.org/drawingml/2006/main">
              <a:ext uri="{FF2B5EF4-FFF2-40B4-BE49-F238E27FC236}">
                <a16:creationId xmlns:a16="http://schemas.microsoft.com/office/drawing/2014/main" id="{0B232002-5AEA-461A-B6A6-269FC9FEFCE1}"/>
              </a:ext>
            </a:extLst>
          </p:cNvPr>
          <p:cNvSpPr>
            <a:spLocks xmlns:a="http://schemas.openxmlformats.org/drawingml/2006/main" noGrp="1"/>
          </p:cNvSpPr>
          <p:nvPr/>
        </p:nvSpPr>
        <p:spPr>
          <a:xfrm xmlns:a="http://schemas.openxmlformats.org/drawingml/2006/main">
            <a:off x="533400" y="5553075"/>
            <a:ext cx="1619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13" b="1">
                <a:solidFill>
                  <a:srgbClr val="17243F"/>
                </a:solidFill>
                <a:latin typeface="Arial"/>
                <a:ea typeface="Arial"/>
                <a:cs typeface="Arial"/>
              </a:defRPr>
            </a:defPPr>
            <a:lvl1pPr algn="l">
              <a:defRPr sz="1313" b="1">
                <a:solidFill>
                  <a:srgbClr val="17243F"/>
                </a:solidFill>
                <a:latin typeface="Arial"/>
                <a:ea typeface="Arial"/>
                <a:cs typeface="Arial"/>
              </a:defRPr>
            </a:lvl1pPr>
            <a:lvl2pPr algn="l">
              <a:defRPr sz="1313" b="1">
                <a:solidFill>
                  <a:srgbClr val="17243F"/>
                </a:solidFill>
                <a:latin typeface="Arial"/>
                <a:ea typeface="Arial"/>
                <a:cs typeface="Arial"/>
              </a:defRPr>
            </a:lvl2pPr>
            <a:lvl3pPr algn="l">
              <a:defRPr sz="1313" b="1">
                <a:solidFill>
                  <a:srgbClr val="17243F"/>
                </a:solidFill>
                <a:latin typeface="Arial"/>
                <a:ea typeface="Arial"/>
                <a:cs typeface="Arial"/>
              </a:defRPr>
            </a:lvl3pPr>
            <a:lvl4pPr algn="l">
              <a:defRPr sz="1313" b="1">
                <a:solidFill>
                  <a:srgbClr val="17243F"/>
                </a:solidFill>
                <a:latin typeface="Arial"/>
                <a:ea typeface="Arial"/>
                <a:cs typeface="Arial"/>
              </a:defRPr>
            </a:lvl4pPr>
            <a:lvl5pPr algn="l">
              <a:defRPr sz="1313" b="1">
                <a:solidFill>
                  <a:srgbClr val="17243F"/>
                </a:solidFill>
                <a:latin typeface="Arial"/>
                <a:ea typeface="Arial"/>
                <a:cs typeface="Arial"/>
              </a:defRPr>
            </a:lvl5pPr>
            <a:lvl6pPr algn="l">
              <a:defRPr sz="1313" b="1">
                <a:solidFill>
                  <a:srgbClr val="17243F"/>
                </a:solidFill>
                <a:latin typeface="Arial"/>
                <a:ea typeface="Arial"/>
                <a:cs typeface="Arial"/>
              </a:defRPr>
            </a:lvl6pPr>
            <a:lvl7pPr algn="l">
              <a:defRPr sz="1313" b="1">
                <a:solidFill>
                  <a:srgbClr val="17243F"/>
                </a:solidFill>
                <a:latin typeface="Arial"/>
                <a:ea typeface="Arial"/>
                <a:cs typeface="Arial"/>
              </a:defRPr>
            </a:lvl7pPr>
            <a:lvl8pPr algn="l">
              <a:defRPr sz="1313" b="1">
                <a:solidFill>
                  <a:srgbClr val="17243F"/>
                </a:solidFill>
                <a:latin typeface="Arial"/>
                <a:ea typeface="Arial"/>
                <a:cs typeface="Arial"/>
              </a:defRPr>
            </a:lvl8pPr>
            <a:lvl9pPr algn="l">
              <a:defRPr sz="1313" b="1">
                <a:solidFill>
                  <a:srgbClr val="17243F"/>
                </a:solidFill>
                <a:latin typeface="Arial"/>
                <a:ea typeface="Arial"/>
                <a:cs typeface="Arial"/>
              </a:defRPr>
            </a:lvl9pPr>
          </a:lstStyle>
          <a:p xmlns:a="http://schemas.openxmlformats.org/drawingml/2006/main">
            <a:pPr algn="l">
              <a:defRPr sz="1313" b="1">
                <a:solidFill>
                  <a:srgbClr val="17243F"/>
                </a:solidFill>
                <a:latin typeface="Arial"/>
                <a:ea typeface="Arial"/>
                <a:cs typeface="Arial"/>
              </a:defRPr>
            </a:pPr>
            <a:r>
              <a:rPr sz="1313" b="1">
                <a:solidFill>
                  <a:srgbClr val="17243F"/>
                </a:solidFill>
                <a:latin typeface="Arial"/>
                <a:ea typeface="Arial"/>
                <a:cs typeface="Arial"/>
              </a:rPr>
              <a:t>DETERMINISTIC</a:t>
            </a:r>
          </a:p>
          <a:p xmlns:a="http://schemas.openxmlformats.org/drawingml/2006/main">
            <a:pPr algn="l">
              <a:defRPr sz="1313" b="1">
                <a:solidFill>
                  <a:srgbClr val="17243F"/>
                </a:solidFill>
                <a:latin typeface="Arial"/>
                <a:ea typeface="Arial"/>
                <a:cs typeface="Arial"/>
              </a:defRPr>
            </a:pPr>
            <a:r>
              <a:rPr sz="1313" b="1">
                <a:solidFill>
                  <a:srgbClr val="17243F"/>
                </a:solidFill>
                <a:latin typeface="Arial"/>
                <a:ea typeface="Arial"/>
                <a:cs typeface="Arial"/>
              </a:rPr>
              <a:t>TOOLS</a:t>
            </a:r>
          </a:p>
        </p:txBody>
      </p:sp>
      <p:sp>
        <p:nvSpPr>
          <p:cNvPr id="36" name="Lane meaning 4">
            <a:extLst xmlns:a="http://schemas.openxmlformats.org/drawingml/2006/main">
              <a:ext uri="{FF2B5EF4-FFF2-40B4-BE49-F238E27FC236}">
                <a16:creationId xmlns:a16="http://schemas.microsoft.com/office/drawing/2014/main" id="{7F1171E2-3E3E-4BAC-9A2A-4571B3568ECB}"/>
              </a:ext>
            </a:extLst>
          </p:cNvPr>
          <p:cNvSpPr>
            <a:spLocks xmlns:a="http://schemas.openxmlformats.org/drawingml/2006/main" noGrp="1"/>
          </p:cNvSpPr>
          <p:nvPr/>
        </p:nvSpPr>
        <p:spPr>
          <a:xfrm xmlns:a="http://schemas.openxmlformats.org/drawingml/2006/main">
            <a:off x="533400" y="5981700"/>
            <a:ext cx="1619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63" b="0">
                <a:solidFill>
                  <a:srgbClr val="59657A"/>
                </a:solidFill>
                <a:latin typeface="Arial"/>
                <a:ea typeface="Arial"/>
                <a:cs typeface="Arial"/>
              </a:defRPr>
            </a:defPPr>
            <a:lvl1pPr algn="l">
              <a:defRPr sz="1163" b="0">
                <a:solidFill>
                  <a:srgbClr val="59657A"/>
                </a:solidFill>
                <a:latin typeface="Arial"/>
                <a:ea typeface="Arial"/>
                <a:cs typeface="Arial"/>
              </a:defRPr>
            </a:lvl1pPr>
            <a:lvl2pPr algn="l">
              <a:defRPr sz="1163" b="0">
                <a:solidFill>
                  <a:srgbClr val="59657A"/>
                </a:solidFill>
                <a:latin typeface="Arial"/>
                <a:ea typeface="Arial"/>
                <a:cs typeface="Arial"/>
              </a:defRPr>
            </a:lvl2pPr>
            <a:lvl3pPr algn="l">
              <a:defRPr sz="1163" b="0">
                <a:solidFill>
                  <a:srgbClr val="59657A"/>
                </a:solidFill>
                <a:latin typeface="Arial"/>
                <a:ea typeface="Arial"/>
                <a:cs typeface="Arial"/>
              </a:defRPr>
            </a:lvl3pPr>
            <a:lvl4pPr algn="l">
              <a:defRPr sz="1163" b="0">
                <a:solidFill>
                  <a:srgbClr val="59657A"/>
                </a:solidFill>
                <a:latin typeface="Arial"/>
                <a:ea typeface="Arial"/>
                <a:cs typeface="Arial"/>
              </a:defRPr>
            </a:lvl4pPr>
            <a:lvl5pPr algn="l">
              <a:defRPr sz="1163" b="0">
                <a:solidFill>
                  <a:srgbClr val="59657A"/>
                </a:solidFill>
                <a:latin typeface="Arial"/>
                <a:ea typeface="Arial"/>
                <a:cs typeface="Arial"/>
              </a:defRPr>
            </a:lvl5pPr>
            <a:lvl6pPr algn="l">
              <a:defRPr sz="1163" b="0">
                <a:solidFill>
                  <a:srgbClr val="59657A"/>
                </a:solidFill>
                <a:latin typeface="Arial"/>
                <a:ea typeface="Arial"/>
                <a:cs typeface="Arial"/>
              </a:defRPr>
            </a:lvl6pPr>
            <a:lvl7pPr algn="l">
              <a:defRPr sz="1163" b="0">
                <a:solidFill>
                  <a:srgbClr val="59657A"/>
                </a:solidFill>
                <a:latin typeface="Arial"/>
                <a:ea typeface="Arial"/>
                <a:cs typeface="Arial"/>
              </a:defRPr>
            </a:lvl7pPr>
            <a:lvl8pPr algn="l">
              <a:defRPr sz="1163" b="0">
                <a:solidFill>
                  <a:srgbClr val="59657A"/>
                </a:solidFill>
                <a:latin typeface="Arial"/>
                <a:ea typeface="Arial"/>
                <a:cs typeface="Arial"/>
              </a:defRPr>
            </a:lvl8pPr>
            <a:lvl9pPr algn="l">
              <a:defRPr sz="1163" b="0">
                <a:solidFill>
                  <a:srgbClr val="59657A"/>
                </a:solidFill>
                <a:latin typeface="Arial"/>
                <a:ea typeface="Arial"/>
                <a:cs typeface="Arial"/>
              </a:defRPr>
            </a:lvl9pPr>
          </a:lstStyle>
          <a:p xmlns:a="http://schemas.openxmlformats.org/drawingml/2006/main">
            <a:pPr algn="l">
              <a:defRPr sz="1163" b="0">
                <a:solidFill>
                  <a:srgbClr val="59657A"/>
                </a:solidFill>
                <a:latin typeface="Arial"/>
                <a:ea typeface="Arial"/>
                <a:cs typeface="Arial"/>
              </a:defRPr>
            </a:pPr>
            <a:r>
              <a:rPr sz="1163" b="0">
                <a:solidFill>
                  <a:srgbClr val="59657A"/>
                </a:solidFill>
                <a:latin typeface="Arial"/>
                <a:ea typeface="Arial"/>
                <a:cs typeface="Arial"/>
              </a:rPr>
              <a:t>Exact checks + audit</a:t>
            </a:r>
          </a:p>
        </p:txBody>
      </p:sp>
      <p:sp>
        <p:nvSpPr>
          <p:cNvPr id="37" name="Lane 6">
            <a:extLst xmlns:a="http://schemas.openxmlformats.org/drawingml/2006/main">
              <a:ext uri="{FF2B5EF4-FFF2-40B4-BE49-F238E27FC236}">
                <a16:creationId xmlns:a16="http://schemas.microsoft.com/office/drawing/2014/main" id="{D71FCA9E-45C2-42F6-99BA-3F8FB7E33BF7}"/>
              </a:ext>
            </a:extLst>
          </p:cNvPr>
          <p:cNvSpPr>
            <a:spLocks xmlns:a="http://schemas.openxmlformats.org/drawingml/2006/main" noGrp="1"/>
          </p:cNvSpPr>
          <p:nvPr/>
        </p:nvSpPr>
        <p:spPr>
          <a:xfrm xmlns:a="http://schemas.openxmlformats.org/drawingml/2006/main">
            <a:off x="419100" y="6238875"/>
            <a:ext cx="14401800" cy="781050"/>
          </a:xfrm>
          <a:prstGeom xmlns:a="http://schemas.openxmlformats.org/drawingml/2006/main" prst="rect">
            <a:avLst/>
          </a:prstGeom>
          <a:solidFill xmlns:a="http://schemas.openxmlformats.org/drawingml/2006/main">
            <a:srgbClr val="F0F4F7"/>
          </a:solidFill>
          <a:ln xmlns:a="http://schemas.openxmlformats.org/drawingml/2006/main" w="0">
            <a:noFill/>
            <a:prstDash val="solid"/>
          </a:ln>
        </p:spPr>
      </p:sp>
      <p:cxnSp>
        <p:nvCxnSpPr>
          <p:cNvPr id="38" name="Lane rule 5">
            <a:extLst xmlns:a="http://schemas.openxmlformats.org/drawingml/2006/main">
              <a:ext uri="{FF2B5EF4-FFF2-40B4-BE49-F238E27FC236}">
                <a16:creationId xmlns:a16="http://schemas.microsoft.com/office/drawing/2014/main" id="{BE3200CD-3E0F-4C5D-8DBD-ACC6DADA031A}"/>
              </a:ext>
            </a:extLst>
          </p:cNvPr>
          <p:cNvCxnSpPr/>
          <p:nvPr/>
        </p:nvCxnSpPr>
        <p:spPr>
          <a:xfrm xmlns:a="http://schemas.openxmlformats.org/drawingml/2006/main" flipH="0" flipV="0">
            <a:off x="419100" y="6238875"/>
            <a:ext cx="14401800" cy="0"/>
          </a:xfrm>
          <a:prstGeom xmlns:a="http://schemas.openxmlformats.org/drawingml/2006/main" prst="straightConnector1">
            <a:avLst/>
          </a:prstGeom>
          <a:ln xmlns:a="http://schemas.openxmlformats.org/drawingml/2006/main" w="9525">
            <a:solidFill>
              <a:srgbClr val="DAE3E9"/>
            </a:solidFill>
            <a:prstDash val="solid"/>
            <a:tailEnd type="none" w="sm" len="sm"/>
          </a:ln>
        </p:spPr>
      </p:cxnSp>
      <p:sp>
        <p:nvSpPr>
          <p:cNvPr id="39" name="Lane title 5">
            <a:extLst xmlns:a="http://schemas.openxmlformats.org/drawingml/2006/main">
              <a:ext uri="{FF2B5EF4-FFF2-40B4-BE49-F238E27FC236}">
                <a16:creationId xmlns:a16="http://schemas.microsoft.com/office/drawing/2014/main" id="{5435EFDB-9633-4F42-B8CB-8E17B9C5028F}"/>
              </a:ext>
            </a:extLst>
          </p:cNvPr>
          <p:cNvSpPr>
            <a:spLocks xmlns:a="http://schemas.openxmlformats.org/drawingml/2006/main" noGrp="1"/>
          </p:cNvSpPr>
          <p:nvPr/>
        </p:nvSpPr>
        <p:spPr>
          <a:xfrm xmlns:a="http://schemas.openxmlformats.org/drawingml/2006/main">
            <a:off x="533400" y="6334125"/>
            <a:ext cx="1619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13" b="1">
                <a:solidFill>
                  <a:srgbClr val="17243F"/>
                </a:solidFill>
                <a:latin typeface="Arial"/>
                <a:ea typeface="Arial"/>
                <a:cs typeface="Arial"/>
              </a:defRPr>
            </a:defPPr>
            <a:lvl1pPr algn="l">
              <a:defRPr sz="1313" b="1">
                <a:solidFill>
                  <a:srgbClr val="17243F"/>
                </a:solidFill>
                <a:latin typeface="Arial"/>
                <a:ea typeface="Arial"/>
                <a:cs typeface="Arial"/>
              </a:defRPr>
            </a:lvl1pPr>
            <a:lvl2pPr algn="l">
              <a:defRPr sz="1313" b="1">
                <a:solidFill>
                  <a:srgbClr val="17243F"/>
                </a:solidFill>
                <a:latin typeface="Arial"/>
                <a:ea typeface="Arial"/>
                <a:cs typeface="Arial"/>
              </a:defRPr>
            </a:lvl2pPr>
            <a:lvl3pPr algn="l">
              <a:defRPr sz="1313" b="1">
                <a:solidFill>
                  <a:srgbClr val="17243F"/>
                </a:solidFill>
                <a:latin typeface="Arial"/>
                <a:ea typeface="Arial"/>
                <a:cs typeface="Arial"/>
              </a:defRPr>
            </a:lvl3pPr>
            <a:lvl4pPr algn="l">
              <a:defRPr sz="1313" b="1">
                <a:solidFill>
                  <a:srgbClr val="17243F"/>
                </a:solidFill>
                <a:latin typeface="Arial"/>
                <a:ea typeface="Arial"/>
                <a:cs typeface="Arial"/>
              </a:defRPr>
            </a:lvl4pPr>
            <a:lvl5pPr algn="l">
              <a:defRPr sz="1313" b="1">
                <a:solidFill>
                  <a:srgbClr val="17243F"/>
                </a:solidFill>
                <a:latin typeface="Arial"/>
                <a:ea typeface="Arial"/>
                <a:cs typeface="Arial"/>
              </a:defRPr>
            </a:lvl5pPr>
            <a:lvl6pPr algn="l">
              <a:defRPr sz="1313" b="1">
                <a:solidFill>
                  <a:srgbClr val="17243F"/>
                </a:solidFill>
                <a:latin typeface="Arial"/>
                <a:ea typeface="Arial"/>
                <a:cs typeface="Arial"/>
              </a:defRPr>
            </a:lvl6pPr>
            <a:lvl7pPr algn="l">
              <a:defRPr sz="1313" b="1">
                <a:solidFill>
                  <a:srgbClr val="17243F"/>
                </a:solidFill>
                <a:latin typeface="Arial"/>
                <a:ea typeface="Arial"/>
                <a:cs typeface="Arial"/>
              </a:defRPr>
            </a:lvl7pPr>
            <a:lvl8pPr algn="l">
              <a:defRPr sz="1313" b="1">
                <a:solidFill>
                  <a:srgbClr val="17243F"/>
                </a:solidFill>
                <a:latin typeface="Arial"/>
                <a:ea typeface="Arial"/>
                <a:cs typeface="Arial"/>
              </a:defRPr>
            </a:lvl8pPr>
            <a:lvl9pPr algn="l">
              <a:defRPr sz="1313" b="1">
                <a:solidFill>
                  <a:srgbClr val="17243F"/>
                </a:solidFill>
                <a:latin typeface="Arial"/>
                <a:ea typeface="Arial"/>
                <a:cs typeface="Arial"/>
              </a:defRPr>
            </a:lvl9pPr>
          </a:lstStyle>
          <a:p xmlns:a="http://schemas.openxmlformats.org/drawingml/2006/main">
            <a:pPr algn="l">
              <a:defRPr sz="1313" b="1">
                <a:solidFill>
                  <a:srgbClr val="17243F"/>
                </a:solidFill>
                <a:latin typeface="Arial"/>
                <a:ea typeface="Arial"/>
                <a:cs typeface="Arial"/>
              </a:defRPr>
            </a:pPr>
            <a:r>
              <a:rPr sz="1313" b="1">
                <a:solidFill>
                  <a:srgbClr val="17243F"/>
                </a:solidFill>
                <a:latin typeface="Arial"/>
                <a:ea typeface="Arial"/>
                <a:cs typeface="Arial"/>
              </a:rPr>
              <a:t>EXTERNAL</a:t>
            </a:r>
          </a:p>
          <a:p xmlns:a="http://schemas.openxmlformats.org/drawingml/2006/main">
            <a:pPr algn="l">
              <a:defRPr sz="1313" b="1">
                <a:solidFill>
                  <a:srgbClr val="17243F"/>
                </a:solidFill>
                <a:latin typeface="Arial"/>
                <a:ea typeface="Arial"/>
                <a:cs typeface="Arial"/>
              </a:defRPr>
            </a:pPr>
            <a:r>
              <a:rPr sz="1313" b="1">
                <a:solidFill>
                  <a:srgbClr val="17243F"/>
                </a:solidFill>
                <a:latin typeface="Arial"/>
                <a:ea typeface="Arial"/>
                <a:cs typeface="Arial"/>
              </a:rPr>
              <a:t>SYSTEMS</a:t>
            </a:r>
          </a:p>
        </p:txBody>
      </p:sp>
      <p:sp>
        <p:nvSpPr>
          <p:cNvPr id="40" name="Lane meaning 5">
            <a:extLst xmlns:a="http://schemas.openxmlformats.org/drawingml/2006/main">
              <a:ext uri="{FF2B5EF4-FFF2-40B4-BE49-F238E27FC236}">
                <a16:creationId xmlns:a16="http://schemas.microsoft.com/office/drawing/2014/main" id="{2D4859EB-A089-431E-91FC-2359218B9052}"/>
              </a:ext>
            </a:extLst>
          </p:cNvPr>
          <p:cNvSpPr>
            <a:spLocks xmlns:a="http://schemas.openxmlformats.org/drawingml/2006/main" noGrp="1"/>
          </p:cNvSpPr>
          <p:nvPr/>
        </p:nvSpPr>
        <p:spPr>
          <a:xfrm xmlns:a="http://schemas.openxmlformats.org/drawingml/2006/main">
            <a:off x="533400" y="6762750"/>
            <a:ext cx="1619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63" b="0">
                <a:solidFill>
                  <a:srgbClr val="59657A"/>
                </a:solidFill>
                <a:latin typeface="Arial"/>
                <a:ea typeface="Arial"/>
                <a:cs typeface="Arial"/>
              </a:defRPr>
            </a:defPPr>
            <a:lvl1pPr algn="l">
              <a:defRPr sz="1163" b="0">
                <a:solidFill>
                  <a:srgbClr val="59657A"/>
                </a:solidFill>
                <a:latin typeface="Arial"/>
                <a:ea typeface="Arial"/>
                <a:cs typeface="Arial"/>
              </a:defRPr>
            </a:lvl1pPr>
            <a:lvl2pPr algn="l">
              <a:defRPr sz="1163" b="0">
                <a:solidFill>
                  <a:srgbClr val="59657A"/>
                </a:solidFill>
                <a:latin typeface="Arial"/>
                <a:ea typeface="Arial"/>
                <a:cs typeface="Arial"/>
              </a:defRPr>
            </a:lvl2pPr>
            <a:lvl3pPr algn="l">
              <a:defRPr sz="1163" b="0">
                <a:solidFill>
                  <a:srgbClr val="59657A"/>
                </a:solidFill>
                <a:latin typeface="Arial"/>
                <a:ea typeface="Arial"/>
                <a:cs typeface="Arial"/>
              </a:defRPr>
            </a:lvl3pPr>
            <a:lvl4pPr algn="l">
              <a:defRPr sz="1163" b="0">
                <a:solidFill>
                  <a:srgbClr val="59657A"/>
                </a:solidFill>
                <a:latin typeface="Arial"/>
                <a:ea typeface="Arial"/>
                <a:cs typeface="Arial"/>
              </a:defRPr>
            </a:lvl4pPr>
            <a:lvl5pPr algn="l">
              <a:defRPr sz="1163" b="0">
                <a:solidFill>
                  <a:srgbClr val="59657A"/>
                </a:solidFill>
                <a:latin typeface="Arial"/>
                <a:ea typeface="Arial"/>
                <a:cs typeface="Arial"/>
              </a:defRPr>
            </a:lvl5pPr>
            <a:lvl6pPr algn="l">
              <a:defRPr sz="1163" b="0">
                <a:solidFill>
                  <a:srgbClr val="59657A"/>
                </a:solidFill>
                <a:latin typeface="Arial"/>
                <a:ea typeface="Arial"/>
                <a:cs typeface="Arial"/>
              </a:defRPr>
            </a:lvl6pPr>
            <a:lvl7pPr algn="l">
              <a:defRPr sz="1163" b="0">
                <a:solidFill>
                  <a:srgbClr val="59657A"/>
                </a:solidFill>
                <a:latin typeface="Arial"/>
                <a:ea typeface="Arial"/>
                <a:cs typeface="Arial"/>
              </a:defRPr>
            </a:lvl7pPr>
            <a:lvl8pPr algn="l">
              <a:defRPr sz="1163" b="0">
                <a:solidFill>
                  <a:srgbClr val="59657A"/>
                </a:solidFill>
                <a:latin typeface="Arial"/>
                <a:ea typeface="Arial"/>
                <a:cs typeface="Arial"/>
              </a:defRPr>
            </a:lvl8pPr>
            <a:lvl9pPr algn="l">
              <a:defRPr sz="1163" b="0">
                <a:solidFill>
                  <a:srgbClr val="59657A"/>
                </a:solidFill>
                <a:latin typeface="Arial"/>
                <a:ea typeface="Arial"/>
                <a:cs typeface="Arial"/>
              </a:defRPr>
            </a:lvl9pPr>
          </a:lstStyle>
          <a:p xmlns:a="http://schemas.openxmlformats.org/drawingml/2006/main">
            <a:pPr algn="l">
              <a:defRPr sz="1163" b="0">
                <a:solidFill>
                  <a:srgbClr val="59657A"/>
                </a:solidFill>
                <a:latin typeface="Arial"/>
                <a:ea typeface="Arial"/>
                <a:cs typeface="Arial"/>
              </a:defRPr>
            </a:pPr>
            <a:r>
              <a:rPr sz="1163" b="0">
                <a:solidFill>
                  <a:srgbClr val="59657A"/>
                </a:solidFill>
                <a:latin typeface="Arial"/>
                <a:ea typeface="Arial"/>
                <a:cs typeface="Arial"/>
              </a:rPr>
              <a:t>Synthetic / local</a:t>
            </a:r>
          </a:p>
        </p:txBody>
      </p:sp>
      <p:cxnSp>
        <p:nvCxnSpPr>
          <p:cNvPr id="41" name="Final lane rule">
            <a:extLst xmlns:a="http://schemas.openxmlformats.org/drawingml/2006/main">
              <a:ext uri="{FF2B5EF4-FFF2-40B4-BE49-F238E27FC236}">
                <a16:creationId xmlns:a16="http://schemas.microsoft.com/office/drawing/2014/main" id="{30C0596C-707B-4D62-A3B0-71E579B3E857}"/>
              </a:ext>
            </a:extLst>
          </p:cNvPr>
          <p:cNvCxnSpPr/>
          <p:nvPr/>
        </p:nvCxnSpPr>
        <p:spPr>
          <a:xfrm xmlns:a="http://schemas.openxmlformats.org/drawingml/2006/main" flipH="0" flipV="0">
            <a:off x="419100" y="7019925"/>
            <a:ext cx="14401800" cy="0"/>
          </a:xfrm>
          <a:prstGeom xmlns:a="http://schemas.openxmlformats.org/drawingml/2006/main" prst="straightConnector1">
            <a:avLst/>
          </a:prstGeom>
          <a:ln xmlns:a="http://schemas.openxmlformats.org/drawingml/2006/main" w="9525">
            <a:solidFill>
              <a:srgbClr val="DAE3E9"/>
            </a:solidFill>
            <a:prstDash val="solid"/>
            <a:tailEnd type="none" w="sm" len="sm"/>
          </a:ln>
        </p:spPr>
      </p:cxnSp>
      <p:cxnSp>
        <p:nvCxnSpPr>
          <p:cNvPr id="42" name="Lane label boundary">
            <a:extLst xmlns:a="http://schemas.openxmlformats.org/drawingml/2006/main">
              <a:ext uri="{FF2B5EF4-FFF2-40B4-BE49-F238E27FC236}">
                <a16:creationId xmlns:a16="http://schemas.microsoft.com/office/drawing/2014/main" id="{0DCA7404-9965-4C56-B70B-59DCEE1699D0}"/>
              </a:ext>
            </a:extLst>
          </p:cNvPr>
          <p:cNvCxnSpPr/>
          <p:nvPr/>
        </p:nvCxnSpPr>
        <p:spPr>
          <a:xfrm xmlns:a="http://schemas.openxmlformats.org/drawingml/2006/main" flipH="0" flipV="0">
            <a:off x="2190750" y="2333625"/>
            <a:ext cx="0" cy="4686300"/>
          </a:xfrm>
          <a:prstGeom xmlns:a="http://schemas.openxmlformats.org/drawingml/2006/main" prst="straightConnector1">
            <a:avLst/>
          </a:prstGeom>
          <a:ln xmlns:a="http://schemas.openxmlformats.org/drawingml/2006/main" w="9525">
            <a:solidFill>
              <a:srgbClr val="DAE3E9"/>
            </a:solidFill>
            <a:prstDash val="solid"/>
            <a:tailEnd type="none" w="sm" len="sm"/>
          </a:ln>
        </p:spPr>
      </p:cxnSp>
      <p:sp>
        <p:nvSpPr>
          <p:cNvPr id="43" name="start">
            <a:extLst xmlns:a="http://schemas.openxmlformats.org/drawingml/2006/main">
              <a:ext uri="{FF2B5EF4-FFF2-40B4-BE49-F238E27FC236}">
                <a16:creationId xmlns:a16="http://schemas.microsoft.com/office/drawing/2014/main" id="{B33468CB-86BB-48D1-BC76-780E20E52CAF}"/>
              </a:ext>
            </a:extLst>
          </p:cNvPr>
          <p:cNvSpPr>
            <a:spLocks xmlns:a="http://schemas.openxmlformats.org/drawingml/2006/main" noGrp="1"/>
          </p:cNvSpPr>
          <p:nvPr/>
        </p:nvSpPr>
        <p:spPr>
          <a:xfrm xmlns:a="http://schemas.openxmlformats.org/drawingml/2006/main">
            <a:off x="2393156" y="2505075"/>
            <a:ext cx="1352550" cy="438150"/>
          </a:xfrm>
          <a:prstGeom xmlns:a="http://schemas.openxmlformats.org/drawingml/2006/main" prst="rect">
            <a:avLst/>
          </a:prstGeom>
          <a:solidFill xmlns:a="http://schemas.openxmlformats.org/drawingml/2006/main">
            <a:srgbClr val="FFFFFF"/>
          </a:solidFill>
          <a:ln xmlns:a="http://schemas.openxmlformats.org/drawingml/2006/main" w="9525">
            <a:solidFill>
              <a:srgbClr val="087F80"/>
            </a:solidFill>
            <a:prstDash val="solid"/>
          </a:ln>
        </p:spPr>
      </p:sp>
      <p:sp>
        <p:nvSpPr>
          <p:cNvPr id="44" name="start text">
            <a:extLst xmlns:a="http://schemas.openxmlformats.org/drawingml/2006/main">
              <a:ext uri="{FF2B5EF4-FFF2-40B4-BE49-F238E27FC236}">
                <a16:creationId xmlns:a16="http://schemas.microsoft.com/office/drawing/2014/main" id="{0C095293-2C39-4C67-AD20-61C82DE83ECC}"/>
              </a:ext>
            </a:extLst>
          </p:cNvPr>
          <p:cNvSpPr>
            <a:spLocks xmlns:a="http://schemas.openxmlformats.org/drawingml/2006/main" noGrp="1"/>
          </p:cNvSpPr>
          <p:nvPr/>
        </p:nvSpPr>
        <p:spPr>
          <a:xfrm xmlns:a="http://schemas.openxmlformats.org/drawingml/2006/main">
            <a:off x="2440781" y="2533650"/>
            <a:ext cx="1257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388" b="0">
                <a:solidFill>
                  <a:srgbClr val="17243F"/>
                </a:solidFill>
                <a:latin typeface="Arial"/>
                <a:ea typeface="Arial"/>
                <a:cs typeface="Arial"/>
              </a:defRPr>
            </a:defPPr>
            <a:lvl1pPr algn="ctr">
              <a:defRPr sz="1388" b="0">
                <a:solidFill>
                  <a:srgbClr val="17243F"/>
                </a:solidFill>
                <a:latin typeface="Arial"/>
                <a:ea typeface="Arial"/>
                <a:cs typeface="Arial"/>
              </a:defRPr>
            </a:lvl1pPr>
            <a:lvl2pPr algn="ctr">
              <a:defRPr sz="1388" b="0">
                <a:solidFill>
                  <a:srgbClr val="17243F"/>
                </a:solidFill>
                <a:latin typeface="Arial"/>
                <a:ea typeface="Arial"/>
                <a:cs typeface="Arial"/>
              </a:defRPr>
            </a:lvl2pPr>
            <a:lvl3pPr algn="ctr">
              <a:defRPr sz="1388" b="0">
                <a:solidFill>
                  <a:srgbClr val="17243F"/>
                </a:solidFill>
                <a:latin typeface="Arial"/>
                <a:ea typeface="Arial"/>
                <a:cs typeface="Arial"/>
              </a:defRPr>
            </a:lvl3pPr>
            <a:lvl4pPr algn="ctr">
              <a:defRPr sz="1388" b="0">
                <a:solidFill>
                  <a:srgbClr val="17243F"/>
                </a:solidFill>
                <a:latin typeface="Arial"/>
                <a:ea typeface="Arial"/>
                <a:cs typeface="Arial"/>
              </a:defRPr>
            </a:lvl4pPr>
            <a:lvl5pPr algn="ctr">
              <a:defRPr sz="1388" b="0">
                <a:solidFill>
                  <a:srgbClr val="17243F"/>
                </a:solidFill>
                <a:latin typeface="Arial"/>
                <a:ea typeface="Arial"/>
                <a:cs typeface="Arial"/>
              </a:defRPr>
            </a:lvl5pPr>
            <a:lvl6pPr algn="ctr">
              <a:defRPr sz="1388" b="0">
                <a:solidFill>
                  <a:srgbClr val="17243F"/>
                </a:solidFill>
                <a:latin typeface="Arial"/>
                <a:ea typeface="Arial"/>
                <a:cs typeface="Arial"/>
              </a:defRPr>
            </a:lvl6pPr>
            <a:lvl7pPr algn="ctr">
              <a:defRPr sz="1388" b="0">
                <a:solidFill>
                  <a:srgbClr val="17243F"/>
                </a:solidFill>
                <a:latin typeface="Arial"/>
                <a:ea typeface="Arial"/>
                <a:cs typeface="Arial"/>
              </a:defRPr>
            </a:lvl7pPr>
            <a:lvl8pPr algn="ctr">
              <a:defRPr sz="1388" b="0">
                <a:solidFill>
                  <a:srgbClr val="17243F"/>
                </a:solidFill>
                <a:latin typeface="Arial"/>
                <a:ea typeface="Arial"/>
                <a:cs typeface="Arial"/>
              </a:defRPr>
            </a:lvl8pPr>
            <a:lvl9pPr algn="ctr">
              <a:defRPr sz="1388" b="0">
                <a:solidFill>
                  <a:srgbClr val="17243F"/>
                </a:solidFill>
                <a:latin typeface="Arial"/>
                <a:ea typeface="Arial"/>
                <a:cs typeface="Arial"/>
              </a:defRPr>
            </a:lvl9pPr>
          </a:lstStyle>
          <a:p xmlns:a="http://schemas.openxmlformats.org/drawingml/2006/main">
            <a:pPr algn="ctr">
              <a:defRPr sz="1388" b="0">
                <a:solidFill>
                  <a:srgbClr val="17243F"/>
                </a:solidFill>
                <a:latin typeface="Arial"/>
                <a:ea typeface="Arial"/>
                <a:cs typeface="Arial"/>
              </a:defRPr>
            </a:pPr>
            <a:r>
              <a:rPr sz="1388" b="0">
                <a:solidFill>
                  <a:srgbClr val="17243F"/>
                </a:solidFill>
                <a:latin typeface="Arial"/>
                <a:ea typeface="Arial"/>
                <a:cs typeface="Arial"/>
              </a:rPr>
              <a:t>Start migration</a:t>
            </a:r>
          </a:p>
        </p:txBody>
      </p:sp>
      <p:sp>
        <p:nvSpPr>
          <p:cNvPr id="45" name="correct">
            <a:extLst xmlns:a="http://schemas.openxmlformats.org/drawingml/2006/main">
              <a:ext uri="{FF2B5EF4-FFF2-40B4-BE49-F238E27FC236}">
                <a16:creationId xmlns:a16="http://schemas.microsoft.com/office/drawing/2014/main" id="{25395A7C-096E-4D80-BC13-B20D89D85D0C}"/>
              </a:ext>
            </a:extLst>
          </p:cNvPr>
          <p:cNvSpPr>
            <a:spLocks xmlns:a="http://schemas.openxmlformats.org/drawingml/2006/main" noGrp="1"/>
          </p:cNvSpPr>
          <p:nvPr/>
        </p:nvSpPr>
        <p:spPr>
          <a:xfrm xmlns:a="http://schemas.openxmlformats.org/drawingml/2006/main">
            <a:off x="3960019" y="2505075"/>
            <a:ext cx="1352550" cy="438150"/>
          </a:xfrm>
          <a:prstGeom xmlns:a="http://schemas.openxmlformats.org/drawingml/2006/main" prst="rect">
            <a:avLst/>
          </a:prstGeom>
          <a:solidFill xmlns:a="http://schemas.openxmlformats.org/drawingml/2006/main">
            <a:srgbClr val="FFFFFF"/>
          </a:solidFill>
          <a:ln xmlns:a="http://schemas.openxmlformats.org/drawingml/2006/main" w="9525">
            <a:solidFill>
              <a:srgbClr val="087F80"/>
            </a:solidFill>
            <a:prstDash val="solid"/>
          </a:ln>
        </p:spPr>
      </p:sp>
      <p:sp>
        <p:nvSpPr>
          <p:cNvPr id="46" name="correct text">
            <a:extLst xmlns:a="http://schemas.openxmlformats.org/drawingml/2006/main">
              <a:ext uri="{FF2B5EF4-FFF2-40B4-BE49-F238E27FC236}">
                <a16:creationId xmlns:a16="http://schemas.microsoft.com/office/drawing/2014/main" id="{371F8C89-DE5B-485C-BF6B-745EA905D110}"/>
              </a:ext>
            </a:extLst>
          </p:cNvPr>
          <p:cNvSpPr>
            <a:spLocks xmlns:a="http://schemas.openxmlformats.org/drawingml/2006/main" noGrp="1"/>
          </p:cNvSpPr>
          <p:nvPr/>
        </p:nvSpPr>
        <p:spPr>
          <a:xfrm xmlns:a="http://schemas.openxmlformats.org/drawingml/2006/main">
            <a:off x="4007644" y="2533650"/>
            <a:ext cx="1257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388" b="0">
                <a:solidFill>
                  <a:srgbClr val="17243F"/>
                </a:solidFill>
                <a:latin typeface="Arial"/>
                <a:ea typeface="Arial"/>
                <a:cs typeface="Arial"/>
              </a:defRPr>
            </a:defPPr>
            <a:lvl1pPr algn="ctr">
              <a:defRPr sz="1388" b="0">
                <a:solidFill>
                  <a:srgbClr val="17243F"/>
                </a:solidFill>
                <a:latin typeface="Arial"/>
                <a:ea typeface="Arial"/>
                <a:cs typeface="Arial"/>
              </a:defRPr>
            </a:lvl1pPr>
            <a:lvl2pPr algn="ctr">
              <a:defRPr sz="1388" b="0">
                <a:solidFill>
                  <a:srgbClr val="17243F"/>
                </a:solidFill>
                <a:latin typeface="Arial"/>
                <a:ea typeface="Arial"/>
                <a:cs typeface="Arial"/>
              </a:defRPr>
            </a:lvl2pPr>
            <a:lvl3pPr algn="ctr">
              <a:defRPr sz="1388" b="0">
                <a:solidFill>
                  <a:srgbClr val="17243F"/>
                </a:solidFill>
                <a:latin typeface="Arial"/>
                <a:ea typeface="Arial"/>
                <a:cs typeface="Arial"/>
              </a:defRPr>
            </a:lvl3pPr>
            <a:lvl4pPr algn="ctr">
              <a:defRPr sz="1388" b="0">
                <a:solidFill>
                  <a:srgbClr val="17243F"/>
                </a:solidFill>
                <a:latin typeface="Arial"/>
                <a:ea typeface="Arial"/>
                <a:cs typeface="Arial"/>
              </a:defRPr>
            </a:lvl4pPr>
            <a:lvl5pPr algn="ctr">
              <a:defRPr sz="1388" b="0">
                <a:solidFill>
                  <a:srgbClr val="17243F"/>
                </a:solidFill>
                <a:latin typeface="Arial"/>
                <a:ea typeface="Arial"/>
                <a:cs typeface="Arial"/>
              </a:defRPr>
            </a:lvl5pPr>
            <a:lvl6pPr algn="ctr">
              <a:defRPr sz="1388" b="0">
                <a:solidFill>
                  <a:srgbClr val="17243F"/>
                </a:solidFill>
                <a:latin typeface="Arial"/>
                <a:ea typeface="Arial"/>
                <a:cs typeface="Arial"/>
              </a:defRPr>
            </a:lvl6pPr>
            <a:lvl7pPr algn="ctr">
              <a:defRPr sz="1388" b="0">
                <a:solidFill>
                  <a:srgbClr val="17243F"/>
                </a:solidFill>
                <a:latin typeface="Arial"/>
                <a:ea typeface="Arial"/>
                <a:cs typeface="Arial"/>
              </a:defRPr>
            </a:lvl7pPr>
            <a:lvl8pPr algn="ctr">
              <a:defRPr sz="1388" b="0">
                <a:solidFill>
                  <a:srgbClr val="17243F"/>
                </a:solidFill>
                <a:latin typeface="Arial"/>
                <a:ea typeface="Arial"/>
                <a:cs typeface="Arial"/>
              </a:defRPr>
            </a:lvl8pPr>
            <a:lvl9pPr algn="ctr">
              <a:defRPr sz="1388" b="0">
                <a:solidFill>
                  <a:srgbClr val="17243F"/>
                </a:solidFill>
                <a:latin typeface="Arial"/>
                <a:ea typeface="Arial"/>
                <a:cs typeface="Arial"/>
              </a:defRPr>
            </a:lvl9pPr>
          </a:lstStyle>
          <a:p xmlns:a="http://schemas.openxmlformats.org/drawingml/2006/main">
            <a:pPr algn="ctr">
              <a:defRPr sz="1388" b="0">
                <a:solidFill>
                  <a:srgbClr val="17243F"/>
                </a:solidFill>
                <a:latin typeface="Arial"/>
                <a:ea typeface="Arial"/>
                <a:cs typeface="Arial"/>
              </a:defRPr>
            </a:pPr>
            <a:r>
              <a:rPr sz="1388" b="0">
                <a:solidFill>
                  <a:srgbClr val="17243F"/>
                </a:solidFill>
                <a:latin typeface="Arial"/>
                <a:ea typeface="Arial"/>
                <a:cs typeface="Arial"/>
              </a:rPr>
              <a:t>Correct missing</a:t>
            </a:r>
          </a:p>
          <a:p xmlns:a="http://schemas.openxmlformats.org/drawingml/2006/main">
            <a:pPr algn="ctr">
              <a:defRPr sz="1388" b="0">
                <a:solidFill>
                  <a:srgbClr val="17243F"/>
                </a:solidFill>
                <a:latin typeface="Arial"/>
                <a:ea typeface="Arial"/>
                <a:cs typeface="Arial"/>
              </a:defRPr>
            </a:pPr>
            <a:r>
              <a:rPr sz="1388" b="0">
                <a:solidFill>
                  <a:srgbClr val="17243F"/>
                </a:solidFill>
                <a:latin typeface="Arial"/>
                <a:ea typeface="Arial"/>
                <a:cs typeface="Arial"/>
              </a:rPr>
              <a:t>evidence</a:t>
            </a:r>
          </a:p>
        </p:txBody>
      </p:sp>
      <p:sp>
        <p:nvSpPr>
          <p:cNvPr id="47" name="approve-plan">
            <a:extLst xmlns:a="http://schemas.openxmlformats.org/drawingml/2006/main">
              <a:ext uri="{FF2B5EF4-FFF2-40B4-BE49-F238E27FC236}">
                <a16:creationId xmlns:a16="http://schemas.microsoft.com/office/drawing/2014/main" id="{C54BC1C5-D34C-44A9-8AE0-6A02CE4DECF3}"/>
              </a:ext>
            </a:extLst>
          </p:cNvPr>
          <p:cNvSpPr>
            <a:spLocks xmlns:a="http://schemas.openxmlformats.org/drawingml/2006/main" noGrp="1"/>
          </p:cNvSpPr>
          <p:nvPr/>
        </p:nvSpPr>
        <p:spPr>
          <a:xfrm xmlns:a="http://schemas.openxmlformats.org/drawingml/2006/main">
            <a:off x="5526881" y="2505075"/>
            <a:ext cx="1352550" cy="438150"/>
          </a:xfrm>
          <a:prstGeom xmlns:a="http://schemas.openxmlformats.org/drawingml/2006/main" prst="rect">
            <a:avLst/>
          </a:prstGeom>
          <a:solidFill xmlns:a="http://schemas.openxmlformats.org/drawingml/2006/main">
            <a:srgbClr val="FFF7EB"/>
          </a:solidFill>
          <a:ln xmlns:a="http://schemas.openxmlformats.org/drawingml/2006/main" w="9525">
            <a:solidFill>
              <a:srgbClr val="A56A18"/>
            </a:solidFill>
            <a:prstDash val="solid"/>
          </a:ln>
        </p:spPr>
      </p:sp>
      <p:sp>
        <p:nvSpPr>
          <p:cNvPr id="48" name="approve-plan text">
            <a:extLst xmlns:a="http://schemas.openxmlformats.org/drawingml/2006/main">
              <a:ext uri="{FF2B5EF4-FFF2-40B4-BE49-F238E27FC236}">
                <a16:creationId xmlns:a16="http://schemas.microsoft.com/office/drawing/2014/main" id="{5B0419B2-47D4-48DB-8060-50F7F47D6786}"/>
              </a:ext>
            </a:extLst>
          </p:cNvPr>
          <p:cNvSpPr>
            <a:spLocks xmlns:a="http://schemas.openxmlformats.org/drawingml/2006/main" noGrp="1"/>
          </p:cNvSpPr>
          <p:nvPr/>
        </p:nvSpPr>
        <p:spPr>
          <a:xfrm xmlns:a="http://schemas.openxmlformats.org/drawingml/2006/main">
            <a:off x="5574506" y="2533650"/>
            <a:ext cx="1257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388" b="0">
                <a:solidFill>
                  <a:srgbClr val="17243F"/>
                </a:solidFill>
                <a:latin typeface="Arial"/>
                <a:ea typeface="Arial"/>
                <a:cs typeface="Arial"/>
              </a:defRPr>
            </a:defPPr>
            <a:lvl1pPr algn="ctr">
              <a:defRPr sz="1388" b="0">
                <a:solidFill>
                  <a:srgbClr val="17243F"/>
                </a:solidFill>
                <a:latin typeface="Arial"/>
                <a:ea typeface="Arial"/>
                <a:cs typeface="Arial"/>
              </a:defRPr>
            </a:lvl1pPr>
            <a:lvl2pPr algn="ctr">
              <a:defRPr sz="1388" b="0">
                <a:solidFill>
                  <a:srgbClr val="17243F"/>
                </a:solidFill>
                <a:latin typeface="Arial"/>
                <a:ea typeface="Arial"/>
                <a:cs typeface="Arial"/>
              </a:defRPr>
            </a:lvl2pPr>
            <a:lvl3pPr algn="ctr">
              <a:defRPr sz="1388" b="0">
                <a:solidFill>
                  <a:srgbClr val="17243F"/>
                </a:solidFill>
                <a:latin typeface="Arial"/>
                <a:ea typeface="Arial"/>
                <a:cs typeface="Arial"/>
              </a:defRPr>
            </a:lvl3pPr>
            <a:lvl4pPr algn="ctr">
              <a:defRPr sz="1388" b="0">
                <a:solidFill>
                  <a:srgbClr val="17243F"/>
                </a:solidFill>
                <a:latin typeface="Arial"/>
                <a:ea typeface="Arial"/>
                <a:cs typeface="Arial"/>
              </a:defRPr>
            </a:lvl4pPr>
            <a:lvl5pPr algn="ctr">
              <a:defRPr sz="1388" b="0">
                <a:solidFill>
                  <a:srgbClr val="17243F"/>
                </a:solidFill>
                <a:latin typeface="Arial"/>
                <a:ea typeface="Arial"/>
                <a:cs typeface="Arial"/>
              </a:defRPr>
            </a:lvl5pPr>
            <a:lvl6pPr algn="ctr">
              <a:defRPr sz="1388" b="0">
                <a:solidFill>
                  <a:srgbClr val="17243F"/>
                </a:solidFill>
                <a:latin typeface="Arial"/>
                <a:ea typeface="Arial"/>
                <a:cs typeface="Arial"/>
              </a:defRPr>
            </a:lvl6pPr>
            <a:lvl7pPr algn="ctr">
              <a:defRPr sz="1388" b="0">
                <a:solidFill>
                  <a:srgbClr val="17243F"/>
                </a:solidFill>
                <a:latin typeface="Arial"/>
                <a:ea typeface="Arial"/>
                <a:cs typeface="Arial"/>
              </a:defRPr>
            </a:lvl7pPr>
            <a:lvl8pPr algn="ctr">
              <a:defRPr sz="1388" b="0">
                <a:solidFill>
                  <a:srgbClr val="17243F"/>
                </a:solidFill>
                <a:latin typeface="Arial"/>
                <a:ea typeface="Arial"/>
                <a:cs typeface="Arial"/>
              </a:defRPr>
            </a:lvl8pPr>
            <a:lvl9pPr algn="ctr">
              <a:defRPr sz="1388" b="0">
                <a:solidFill>
                  <a:srgbClr val="17243F"/>
                </a:solidFill>
                <a:latin typeface="Arial"/>
                <a:ea typeface="Arial"/>
                <a:cs typeface="Arial"/>
              </a:defRPr>
            </a:lvl9pPr>
          </a:lstStyle>
          <a:p xmlns:a="http://schemas.openxmlformats.org/drawingml/2006/main">
            <a:pPr algn="ctr">
              <a:defRPr sz="1388" b="0">
                <a:solidFill>
                  <a:srgbClr val="17243F"/>
                </a:solidFill>
                <a:latin typeface="Arial"/>
                <a:ea typeface="Arial"/>
                <a:cs typeface="Arial"/>
              </a:defRPr>
            </a:pPr>
            <a:r>
              <a:rPr sz="1388" b="0">
                <a:solidFill>
                  <a:srgbClr val="17243F"/>
                </a:solidFill>
                <a:latin typeface="Arial"/>
                <a:ea typeface="Arial"/>
                <a:cs typeface="Arial"/>
              </a:rPr>
              <a:t>Approve plan</a:t>
            </a:r>
          </a:p>
          <a:p xmlns:a="http://schemas.openxmlformats.org/drawingml/2006/main">
            <a:pPr algn="ctr">
              <a:defRPr sz="1388" b="0">
                <a:solidFill>
                  <a:srgbClr val="17243F"/>
                </a:solidFill>
                <a:latin typeface="Arial"/>
                <a:ea typeface="Arial"/>
                <a:cs typeface="Arial"/>
              </a:defRPr>
            </a:pPr>
            <a:r>
              <a:rPr sz="1388" b="0">
                <a:solidFill>
                  <a:srgbClr val="17243F"/>
                </a:solidFill>
                <a:latin typeface="Arial"/>
                <a:ea typeface="Arial"/>
                <a:cs typeface="Arial"/>
              </a:rPr>
              <a:t>+ mappings</a:t>
            </a:r>
          </a:p>
        </p:txBody>
      </p:sp>
      <p:sp>
        <p:nvSpPr>
          <p:cNvPr id="49" name="approve-plan human gate">
            <a:extLst xmlns:a="http://schemas.openxmlformats.org/drawingml/2006/main">
              <a:ext uri="{FF2B5EF4-FFF2-40B4-BE49-F238E27FC236}">
                <a16:creationId xmlns:a16="http://schemas.microsoft.com/office/drawing/2014/main" id="{F9370D8B-0CEC-4426-B53E-397C8B32934B}"/>
              </a:ext>
            </a:extLst>
          </p:cNvPr>
          <p:cNvSpPr>
            <a:spLocks xmlns:a="http://schemas.openxmlformats.org/drawingml/2006/main" noGrp="1"/>
          </p:cNvSpPr>
          <p:nvPr/>
        </p:nvSpPr>
        <p:spPr>
          <a:xfrm xmlns:a="http://schemas.openxmlformats.org/drawingml/2006/main">
            <a:off x="6803231" y="2457450"/>
            <a:ext cx="104775" cy="104775"/>
          </a:xfrm>
          <a:prstGeom xmlns:a="http://schemas.openxmlformats.org/drawingml/2006/main" prst="diamond">
            <a:avLst/>
          </a:prstGeom>
          <a:solidFill xmlns:a="http://schemas.openxmlformats.org/drawingml/2006/main">
            <a:srgbClr val="FFF7EB"/>
          </a:solidFill>
          <a:ln xmlns:a="http://schemas.openxmlformats.org/drawingml/2006/main" w="12383">
            <a:solidFill>
              <a:srgbClr val="A56A18"/>
            </a:solidFill>
            <a:prstDash val="solid"/>
          </a:ln>
        </p:spPr>
      </p:sp>
      <p:sp>
        <p:nvSpPr>
          <p:cNvPr id="50" name="approve-fix">
            <a:extLst xmlns:a="http://schemas.openxmlformats.org/drawingml/2006/main">
              <a:ext uri="{FF2B5EF4-FFF2-40B4-BE49-F238E27FC236}">
                <a16:creationId xmlns:a16="http://schemas.microsoft.com/office/drawing/2014/main" id="{A2E576C3-B408-434D-A74B-522D4C67B1A7}"/>
              </a:ext>
            </a:extLst>
          </p:cNvPr>
          <p:cNvSpPr>
            <a:spLocks xmlns:a="http://schemas.openxmlformats.org/drawingml/2006/main" noGrp="1"/>
          </p:cNvSpPr>
          <p:nvPr/>
        </p:nvSpPr>
        <p:spPr>
          <a:xfrm xmlns:a="http://schemas.openxmlformats.org/drawingml/2006/main">
            <a:off x="8660606" y="2505075"/>
            <a:ext cx="1352550" cy="438150"/>
          </a:xfrm>
          <a:prstGeom xmlns:a="http://schemas.openxmlformats.org/drawingml/2006/main" prst="rect">
            <a:avLst/>
          </a:prstGeom>
          <a:solidFill xmlns:a="http://schemas.openxmlformats.org/drawingml/2006/main">
            <a:srgbClr val="FFF7EB"/>
          </a:solidFill>
          <a:ln xmlns:a="http://schemas.openxmlformats.org/drawingml/2006/main" w="9525">
            <a:solidFill>
              <a:srgbClr val="A56A18"/>
            </a:solidFill>
            <a:prstDash val="solid"/>
          </a:ln>
        </p:spPr>
      </p:sp>
      <p:sp>
        <p:nvSpPr>
          <p:cNvPr id="51" name="approve-fix text">
            <a:extLst xmlns:a="http://schemas.openxmlformats.org/drawingml/2006/main">
              <a:ext uri="{FF2B5EF4-FFF2-40B4-BE49-F238E27FC236}">
                <a16:creationId xmlns:a16="http://schemas.microsoft.com/office/drawing/2014/main" id="{0EB89FC9-8D7B-40D8-BA7F-3B11AC88D479}"/>
              </a:ext>
            </a:extLst>
          </p:cNvPr>
          <p:cNvSpPr>
            <a:spLocks xmlns:a="http://schemas.openxmlformats.org/drawingml/2006/main" noGrp="1"/>
          </p:cNvSpPr>
          <p:nvPr/>
        </p:nvSpPr>
        <p:spPr>
          <a:xfrm xmlns:a="http://schemas.openxmlformats.org/drawingml/2006/main">
            <a:off x="8708231" y="2533650"/>
            <a:ext cx="1257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388" b="0">
                <a:solidFill>
                  <a:srgbClr val="17243F"/>
                </a:solidFill>
                <a:latin typeface="Arial"/>
                <a:ea typeface="Arial"/>
                <a:cs typeface="Arial"/>
              </a:defRPr>
            </a:defPPr>
            <a:lvl1pPr algn="ctr">
              <a:defRPr sz="1388" b="0">
                <a:solidFill>
                  <a:srgbClr val="17243F"/>
                </a:solidFill>
                <a:latin typeface="Arial"/>
                <a:ea typeface="Arial"/>
                <a:cs typeface="Arial"/>
              </a:defRPr>
            </a:lvl1pPr>
            <a:lvl2pPr algn="ctr">
              <a:defRPr sz="1388" b="0">
                <a:solidFill>
                  <a:srgbClr val="17243F"/>
                </a:solidFill>
                <a:latin typeface="Arial"/>
                <a:ea typeface="Arial"/>
                <a:cs typeface="Arial"/>
              </a:defRPr>
            </a:lvl2pPr>
            <a:lvl3pPr algn="ctr">
              <a:defRPr sz="1388" b="0">
                <a:solidFill>
                  <a:srgbClr val="17243F"/>
                </a:solidFill>
                <a:latin typeface="Arial"/>
                <a:ea typeface="Arial"/>
                <a:cs typeface="Arial"/>
              </a:defRPr>
            </a:lvl3pPr>
            <a:lvl4pPr algn="ctr">
              <a:defRPr sz="1388" b="0">
                <a:solidFill>
                  <a:srgbClr val="17243F"/>
                </a:solidFill>
                <a:latin typeface="Arial"/>
                <a:ea typeface="Arial"/>
                <a:cs typeface="Arial"/>
              </a:defRPr>
            </a:lvl4pPr>
            <a:lvl5pPr algn="ctr">
              <a:defRPr sz="1388" b="0">
                <a:solidFill>
                  <a:srgbClr val="17243F"/>
                </a:solidFill>
                <a:latin typeface="Arial"/>
                <a:ea typeface="Arial"/>
                <a:cs typeface="Arial"/>
              </a:defRPr>
            </a:lvl5pPr>
            <a:lvl6pPr algn="ctr">
              <a:defRPr sz="1388" b="0">
                <a:solidFill>
                  <a:srgbClr val="17243F"/>
                </a:solidFill>
                <a:latin typeface="Arial"/>
                <a:ea typeface="Arial"/>
                <a:cs typeface="Arial"/>
              </a:defRPr>
            </a:lvl6pPr>
            <a:lvl7pPr algn="ctr">
              <a:defRPr sz="1388" b="0">
                <a:solidFill>
                  <a:srgbClr val="17243F"/>
                </a:solidFill>
                <a:latin typeface="Arial"/>
                <a:ea typeface="Arial"/>
                <a:cs typeface="Arial"/>
              </a:defRPr>
            </a:lvl7pPr>
            <a:lvl8pPr algn="ctr">
              <a:defRPr sz="1388" b="0">
                <a:solidFill>
                  <a:srgbClr val="17243F"/>
                </a:solidFill>
                <a:latin typeface="Arial"/>
                <a:ea typeface="Arial"/>
                <a:cs typeface="Arial"/>
              </a:defRPr>
            </a:lvl8pPr>
            <a:lvl9pPr algn="ctr">
              <a:defRPr sz="1388" b="0">
                <a:solidFill>
                  <a:srgbClr val="17243F"/>
                </a:solidFill>
                <a:latin typeface="Arial"/>
                <a:ea typeface="Arial"/>
                <a:cs typeface="Arial"/>
              </a:defRPr>
            </a:lvl9pPr>
          </a:lstStyle>
          <a:p xmlns:a="http://schemas.openxmlformats.org/drawingml/2006/main">
            <a:pPr algn="ctr">
              <a:defRPr sz="1388" b="0">
                <a:solidFill>
                  <a:srgbClr val="17243F"/>
                </a:solidFill>
                <a:latin typeface="Arial"/>
                <a:ea typeface="Arial"/>
                <a:cs typeface="Arial"/>
              </a:defRPr>
            </a:pPr>
            <a:r>
              <a:rPr sz="1388" b="0">
                <a:solidFill>
                  <a:srgbClr val="17243F"/>
                </a:solidFill>
                <a:latin typeface="Arial"/>
                <a:ea typeface="Arial"/>
                <a:cs typeface="Arial"/>
              </a:rPr>
              <a:t>Approve risky</a:t>
            </a:r>
          </a:p>
          <a:p xmlns:a="http://schemas.openxmlformats.org/drawingml/2006/main">
            <a:pPr algn="ctr">
              <a:defRPr sz="1388" b="0">
                <a:solidFill>
                  <a:srgbClr val="17243F"/>
                </a:solidFill>
                <a:latin typeface="Arial"/>
                <a:ea typeface="Arial"/>
                <a:cs typeface="Arial"/>
              </a:defRPr>
            </a:pPr>
            <a:r>
              <a:rPr sz="1388" b="0">
                <a:solidFill>
                  <a:srgbClr val="17243F"/>
                </a:solidFill>
                <a:latin typeface="Arial"/>
                <a:ea typeface="Arial"/>
                <a:cs typeface="Arial"/>
              </a:rPr>
              <a:t>remediation</a:t>
            </a:r>
          </a:p>
        </p:txBody>
      </p:sp>
      <p:sp>
        <p:nvSpPr>
          <p:cNvPr id="52" name="approve-fix human gate">
            <a:extLst xmlns:a="http://schemas.openxmlformats.org/drawingml/2006/main">
              <a:ext uri="{FF2B5EF4-FFF2-40B4-BE49-F238E27FC236}">
                <a16:creationId xmlns:a16="http://schemas.microsoft.com/office/drawing/2014/main" id="{75653FF2-D703-48DC-A866-CADD630C2C80}"/>
              </a:ext>
            </a:extLst>
          </p:cNvPr>
          <p:cNvSpPr>
            <a:spLocks xmlns:a="http://schemas.openxmlformats.org/drawingml/2006/main" noGrp="1"/>
          </p:cNvSpPr>
          <p:nvPr/>
        </p:nvSpPr>
        <p:spPr>
          <a:xfrm xmlns:a="http://schemas.openxmlformats.org/drawingml/2006/main">
            <a:off x="9936956" y="2457450"/>
            <a:ext cx="104775" cy="104775"/>
          </a:xfrm>
          <a:prstGeom xmlns:a="http://schemas.openxmlformats.org/drawingml/2006/main" prst="diamond">
            <a:avLst/>
          </a:prstGeom>
          <a:solidFill xmlns:a="http://schemas.openxmlformats.org/drawingml/2006/main">
            <a:srgbClr val="FFF7EB"/>
          </a:solidFill>
          <a:ln xmlns:a="http://schemas.openxmlformats.org/drawingml/2006/main" w="12383">
            <a:solidFill>
              <a:srgbClr val="A56A18"/>
            </a:solidFill>
            <a:prstDash val="solid"/>
          </a:ln>
        </p:spPr>
      </p:sp>
      <p:sp>
        <p:nvSpPr>
          <p:cNvPr id="53" name="mismatch">
            <a:extLst xmlns:a="http://schemas.openxmlformats.org/drawingml/2006/main">
              <a:ext uri="{FF2B5EF4-FFF2-40B4-BE49-F238E27FC236}">
                <a16:creationId xmlns:a16="http://schemas.microsoft.com/office/drawing/2014/main" id="{FBE8DD20-94B5-4E79-9A68-91C52503E357}"/>
              </a:ext>
            </a:extLst>
          </p:cNvPr>
          <p:cNvSpPr>
            <a:spLocks xmlns:a="http://schemas.openxmlformats.org/drawingml/2006/main" noGrp="1"/>
          </p:cNvSpPr>
          <p:nvPr/>
        </p:nvSpPr>
        <p:spPr>
          <a:xfrm xmlns:a="http://schemas.openxmlformats.org/drawingml/2006/main">
            <a:off x="10227469" y="2505075"/>
            <a:ext cx="1352550" cy="438150"/>
          </a:xfrm>
          <a:prstGeom xmlns:a="http://schemas.openxmlformats.org/drawingml/2006/main" prst="rect">
            <a:avLst/>
          </a:prstGeom>
          <a:solidFill xmlns:a="http://schemas.openxmlformats.org/drawingml/2006/main">
            <a:srgbClr val="FFFFFF"/>
          </a:solidFill>
          <a:ln xmlns:a="http://schemas.openxmlformats.org/drawingml/2006/main" w="9525">
            <a:solidFill>
              <a:srgbClr val="087F80"/>
            </a:solidFill>
            <a:prstDash val="solid"/>
          </a:ln>
        </p:spPr>
      </p:sp>
      <p:sp>
        <p:nvSpPr>
          <p:cNvPr id="54" name="mismatch text">
            <a:extLst xmlns:a="http://schemas.openxmlformats.org/drawingml/2006/main">
              <a:ext uri="{FF2B5EF4-FFF2-40B4-BE49-F238E27FC236}">
                <a16:creationId xmlns:a16="http://schemas.microsoft.com/office/drawing/2014/main" id="{92B754CB-FC67-4D42-A15F-D5C30AF14C0C}"/>
              </a:ext>
            </a:extLst>
          </p:cNvPr>
          <p:cNvSpPr>
            <a:spLocks xmlns:a="http://schemas.openxmlformats.org/drawingml/2006/main" noGrp="1"/>
          </p:cNvSpPr>
          <p:nvPr/>
        </p:nvSpPr>
        <p:spPr>
          <a:xfrm xmlns:a="http://schemas.openxmlformats.org/drawingml/2006/main">
            <a:off x="10275094" y="2533650"/>
            <a:ext cx="1257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388" b="0">
                <a:solidFill>
                  <a:srgbClr val="17243F"/>
                </a:solidFill>
                <a:latin typeface="Arial"/>
                <a:ea typeface="Arial"/>
                <a:cs typeface="Arial"/>
              </a:defRPr>
            </a:defPPr>
            <a:lvl1pPr algn="ctr">
              <a:defRPr sz="1388" b="0">
                <a:solidFill>
                  <a:srgbClr val="17243F"/>
                </a:solidFill>
                <a:latin typeface="Arial"/>
                <a:ea typeface="Arial"/>
                <a:cs typeface="Arial"/>
              </a:defRPr>
            </a:lvl1pPr>
            <a:lvl2pPr algn="ctr">
              <a:defRPr sz="1388" b="0">
                <a:solidFill>
                  <a:srgbClr val="17243F"/>
                </a:solidFill>
                <a:latin typeface="Arial"/>
                <a:ea typeface="Arial"/>
                <a:cs typeface="Arial"/>
              </a:defRPr>
            </a:lvl2pPr>
            <a:lvl3pPr algn="ctr">
              <a:defRPr sz="1388" b="0">
                <a:solidFill>
                  <a:srgbClr val="17243F"/>
                </a:solidFill>
                <a:latin typeface="Arial"/>
                <a:ea typeface="Arial"/>
                <a:cs typeface="Arial"/>
              </a:defRPr>
            </a:lvl3pPr>
            <a:lvl4pPr algn="ctr">
              <a:defRPr sz="1388" b="0">
                <a:solidFill>
                  <a:srgbClr val="17243F"/>
                </a:solidFill>
                <a:latin typeface="Arial"/>
                <a:ea typeface="Arial"/>
                <a:cs typeface="Arial"/>
              </a:defRPr>
            </a:lvl4pPr>
            <a:lvl5pPr algn="ctr">
              <a:defRPr sz="1388" b="0">
                <a:solidFill>
                  <a:srgbClr val="17243F"/>
                </a:solidFill>
                <a:latin typeface="Arial"/>
                <a:ea typeface="Arial"/>
                <a:cs typeface="Arial"/>
              </a:defRPr>
            </a:lvl5pPr>
            <a:lvl6pPr algn="ctr">
              <a:defRPr sz="1388" b="0">
                <a:solidFill>
                  <a:srgbClr val="17243F"/>
                </a:solidFill>
                <a:latin typeface="Arial"/>
                <a:ea typeface="Arial"/>
                <a:cs typeface="Arial"/>
              </a:defRPr>
            </a:lvl6pPr>
            <a:lvl7pPr algn="ctr">
              <a:defRPr sz="1388" b="0">
                <a:solidFill>
                  <a:srgbClr val="17243F"/>
                </a:solidFill>
                <a:latin typeface="Arial"/>
                <a:ea typeface="Arial"/>
                <a:cs typeface="Arial"/>
              </a:defRPr>
            </a:lvl7pPr>
            <a:lvl8pPr algn="ctr">
              <a:defRPr sz="1388" b="0">
                <a:solidFill>
                  <a:srgbClr val="17243F"/>
                </a:solidFill>
                <a:latin typeface="Arial"/>
                <a:ea typeface="Arial"/>
                <a:cs typeface="Arial"/>
              </a:defRPr>
            </a:lvl8pPr>
            <a:lvl9pPr algn="ctr">
              <a:defRPr sz="1388" b="0">
                <a:solidFill>
                  <a:srgbClr val="17243F"/>
                </a:solidFill>
                <a:latin typeface="Arial"/>
                <a:ea typeface="Arial"/>
                <a:cs typeface="Arial"/>
              </a:defRPr>
            </a:lvl9pPr>
          </a:lstStyle>
          <a:p xmlns:a="http://schemas.openxmlformats.org/drawingml/2006/main">
            <a:pPr algn="ctr">
              <a:defRPr sz="1388" b="0">
                <a:solidFill>
                  <a:srgbClr val="17243F"/>
                </a:solidFill>
                <a:latin typeface="Arial"/>
                <a:ea typeface="Arial"/>
                <a:cs typeface="Arial"/>
              </a:defRPr>
            </a:pPr>
            <a:r>
              <a:rPr sz="1388" b="0">
                <a:solidFill>
                  <a:srgbClr val="17243F"/>
                </a:solidFill>
                <a:latin typeface="Arial"/>
                <a:ea typeface="Arial"/>
                <a:cs typeface="Arial"/>
              </a:rPr>
              <a:t>Review balance</a:t>
            </a:r>
          </a:p>
          <a:p xmlns:a="http://schemas.openxmlformats.org/drawingml/2006/main">
            <a:pPr algn="ctr">
              <a:defRPr sz="1388" b="0">
                <a:solidFill>
                  <a:srgbClr val="17243F"/>
                </a:solidFill>
                <a:latin typeface="Arial"/>
                <a:ea typeface="Arial"/>
                <a:cs typeface="Arial"/>
              </a:defRPr>
            </a:pPr>
            <a:r>
              <a:rPr sz="1388" b="0">
                <a:solidFill>
                  <a:srgbClr val="17243F"/>
                </a:solidFill>
                <a:latin typeface="Arial"/>
                <a:ea typeface="Arial"/>
                <a:cs typeface="Arial"/>
              </a:rPr>
              <a:t>mismatch</a:t>
            </a:r>
          </a:p>
        </p:txBody>
      </p:sp>
      <p:sp>
        <p:nvSpPr>
          <p:cNvPr id="55" name="confirm">
            <a:extLst xmlns:a="http://schemas.openxmlformats.org/drawingml/2006/main">
              <a:ext uri="{FF2B5EF4-FFF2-40B4-BE49-F238E27FC236}">
                <a16:creationId xmlns:a16="http://schemas.microsoft.com/office/drawing/2014/main" id="{A7C1E403-E27B-4E6D-BBDD-4C48DE76A7F5}"/>
              </a:ext>
            </a:extLst>
          </p:cNvPr>
          <p:cNvSpPr>
            <a:spLocks xmlns:a="http://schemas.openxmlformats.org/drawingml/2006/main" noGrp="1"/>
          </p:cNvSpPr>
          <p:nvPr/>
        </p:nvSpPr>
        <p:spPr>
          <a:xfrm xmlns:a="http://schemas.openxmlformats.org/drawingml/2006/main">
            <a:off x="11794331" y="2505075"/>
            <a:ext cx="1352550" cy="438150"/>
          </a:xfrm>
          <a:prstGeom xmlns:a="http://schemas.openxmlformats.org/drawingml/2006/main" prst="rect">
            <a:avLst/>
          </a:prstGeom>
          <a:solidFill xmlns:a="http://schemas.openxmlformats.org/drawingml/2006/main">
            <a:srgbClr val="FFF7EB"/>
          </a:solidFill>
          <a:ln xmlns:a="http://schemas.openxmlformats.org/drawingml/2006/main" w="9525">
            <a:solidFill>
              <a:srgbClr val="A56A18"/>
            </a:solidFill>
            <a:prstDash val="solid"/>
          </a:ln>
        </p:spPr>
      </p:sp>
      <p:sp>
        <p:nvSpPr>
          <p:cNvPr id="56" name="confirm text">
            <a:extLst xmlns:a="http://schemas.openxmlformats.org/drawingml/2006/main">
              <a:ext uri="{FF2B5EF4-FFF2-40B4-BE49-F238E27FC236}">
                <a16:creationId xmlns:a16="http://schemas.microsoft.com/office/drawing/2014/main" id="{FBBAF803-3700-499C-AF0A-2EB3A610FDEC}"/>
              </a:ext>
            </a:extLst>
          </p:cNvPr>
          <p:cNvSpPr>
            <a:spLocks xmlns:a="http://schemas.openxmlformats.org/drawingml/2006/main" noGrp="1"/>
          </p:cNvSpPr>
          <p:nvPr/>
        </p:nvSpPr>
        <p:spPr>
          <a:xfrm xmlns:a="http://schemas.openxmlformats.org/drawingml/2006/main">
            <a:off x="11841956" y="2533650"/>
            <a:ext cx="1257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388" b="0">
                <a:solidFill>
                  <a:srgbClr val="17243F"/>
                </a:solidFill>
                <a:latin typeface="Arial"/>
                <a:ea typeface="Arial"/>
                <a:cs typeface="Arial"/>
              </a:defRPr>
            </a:defPPr>
            <a:lvl1pPr algn="ctr">
              <a:defRPr sz="1388" b="0">
                <a:solidFill>
                  <a:srgbClr val="17243F"/>
                </a:solidFill>
                <a:latin typeface="Arial"/>
                <a:ea typeface="Arial"/>
                <a:cs typeface="Arial"/>
              </a:defRPr>
            </a:lvl1pPr>
            <a:lvl2pPr algn="ctr">
              <a:defRPr sz="1388" b="0">
                <a:solidFill>
                  <a:srgbClr val="17243F"/>
                </a:solidFill>
                <a:latin typeface="Arial"/>
                <a:ea typeface="Arial"/>
                <a:cs typeface="Arial"/>
              </a:defRPr>
            </a:lvl2pPr>
            <a:lvl3pPr algn="ctr">
              <a:defRPr sz="1388" b="0">
                <a:solidFill>
                  <a:srgbClr val="17243F"/>
                </a:solidFill>
                <a:latin typeface="Arial"/>
                <a:ea typeface="Arial"/>
                <a:cs typeface="Arial"/>
              </a:defRPr>
            </a:lvl3pPr>
            <a:lvl4pPr algn="ctr">
              <a:defRPr sz="1388" b="0">
                <a:solidFill>
                  <a:srgbClr val="17243F"/>
                </a:solidFill>
                <a:latin typeface="Arial"/>
                <a:ea typeface="Arial"/>
                <a:cs typeface="Arial"/>
              </a:defRPr>
            </a:lvl4pPr>
            <a:lvl5pPr algn="ctr">
              <a:defRPr sz="1388" b="0">
                <a:solidFill>
                  <a:srgbClr val="17243F"/>
                </a:solidFill>
                <a:latin typeface="Arial"/>
                <a:ea typeface="Arial"/>
                <a:cs typeface="Arial"/>
              </a:defRPr>
            </a:lvl5pPr>
            <a:lvl6pPr algn="ctr">
              <a:defRPr sz="1388" b="0">
                <a:solidFill>
                  <a:srgbClr val="17243F"/>
                </a:solidFill>
                <a:latin typeface="Arial"/>
                <a:ea typeface="Arial"/>
                <a:cs typeface="Arial"/>
              </a:defRPr>
            </a:lvl6pPr>
            <a:lvl7pPr algn="ctr">
              <a:defRPr sz="1388" b="0">
                <a:solidFill>
                  <a:srgbClr val="17243F"/>
                </a:solidFill>
                <a:latin typeface="Arial"/>
                <a:ea typeface="Arial"/>
                <a:cs typeface="Arial"/>
              </a:defRPr>
            </a:lvl7pPr>
            <a:lvl8pPr algn="ctr">
              <a:defRPr sz="1388" b="0">
                <a:solidFill>
                  <a:srgbClr val="17243F"/>
                </a:solidFill>
                <a:latin typeface="Arial"/>
                <a:ea typeface="Arial"/>
                <a:cs typeface="Arial"/>
              </a:defRPr>
            </a:lvl8pPr>
            <a:lvl9pPr algn="ctr">
              <a:defRPr sz="1388" b="0">
                <a:solidFill>
                  <a:srgbClr val="17243F"/>
                </a:solidFill>
                <a:latin typeface="Arial"/>
                <a:ea typeface="Arial"/>
                <a:cs typeface="Arial"/>
              </a:defRPr>
            </a:lvl9pPr>
          </a:lstStyle>
          <a:p xmlns:a="http://schemas.openxmlformats.org/drawingml/2006/main">
            <a:pPr algn="ctr">
              <a:defRPr sz="1388" b="0">
                <a:solidFill>
                  <a:srgbClr val="17243F"/>
                </a:solidFill>
                <a:latin typeface="Arial"/>
                <a:ea typeface="Arial"/>
                <a:cs typeface="Arial"/>
              </a:defRPr>
            </a:pPr>
            <a:r>
              <a:rPr sz="1388" b="0">
                <a:solidFill>
                  <a:srgbClr val="17243F"/>
                </a:solidFill>
                <a:latin typeface="Arial"/>
                <a:ea typeface="Arial"/>
                <a:cs typeface="Arial"/>
              </a:rPr>
              <a:t>Confirm setup</a:t>
            </a:r>
          </a:p>
          <a:p xmlns:a="http://schemas.openxmlformats.org/drawingml/2006/main">
            <a:pPr algn="ctr">
              <a:defRPr sz="1388" b="0">
                <a:solidFill>
                  <a:srgbClr val="17243F"/>
                </a:solidFill>
                <a:latin typeface="Arial"/>
                <a:ea typeface="Arial"/>
                <a:cs typeface="Arial"/>
              </a:defRPr>
            </a:pPr>
            <a:r>
              <a:rPr sz="1388" b="0">
                <a:solidFill>
                  <a:srgbClr val="17243F"/>
                </a:solidFill>
                <a:latin typeface="Arial"/>
                <a:ea typeface="Arial"/>
                <a:cs typeface="Arial"/>
              </a:rPr>
              <a:t>+ onboarding</a:t>
            </a:r>
          </a:p>
        </p:txBody>
      </p:sp>
      <p:sp>
        <p:nvSpPr>
          <p:cNvPr id="57" name="confirm human gate">
            <a:extLst xmlns:a="http://schemas.openxmlformats.org/drawingml/2006/main">
              <a:ext uri="{FF2B5EF4-FFF2-40B4-BE49-F238E27FC236}">
                <a16:creationId xmlns:a16="http://schemas.microsoft.com/office/drawing/2014/main" id="{7416D45A-6D7B-4A39-8351-718564910FA8}"/>
              </a:ext>
            </a:extLst>
          </p:cNvPr>
          <p:cNvSpPr>
            <a:spLocks xmlns:a="http://schemas.openxmlformats.org/drawingml/2006/main" noGrp="1"/>
          </p:cNvSpPr>
          <p:nvPr/>
        </p:nvSpPr>
        <p:spPr>
          <a:xfrm xmlns:a="http://schemas.openxmlformats.org/drawingml/2006/main">
            <a:off x="13070681" y="2457450"/>
            <a:ext cx="104775" cy="104775"/>
          </a:xfrm>
          <a:prstGeom xmlns:a="http://schemas.openxmlformats.org/drawingml/2006/main" prst="diamond">
            <a:avLst/>
          </a:prstGeom>
          <a:solidFill xmlns:a="http://schemas.openxmlformats.org/drawingml/2006/main">
            <a:srgbClr val="FFF7EB"/>
          </a:solidFill>
          <a:ln xmlns:a="http://schemas.openxmlformats.org/drawingml/2006/main" w="12383">
            <a:solidFill>
              <a:srgbClr val="A56A18"/>
            </a:solidFill>
            <a:prstDash val="solid"/>
          </a:ln>
        </p:spPr>
      </p:sp>
      <p:sp>
        <p:nvSpPr>
          <p:cNvPr id="58" name="approve-invoice">
            <a:extLst xmlns:a="http://schemas.openxmlformats.org/drawingml/2006/main">
              <a:ext uri="{FF2B5EF4-FFF2-40B4-BE49-F238E27FC236}">
                <a16:creationId xmlns:a16="http://schemas.microsoft.com/office/drawing/2014/main" id="{A9518937-B670-4258-BC56-58D37AA36DC2}"/>
              </a:ext>
            </a:extLst>
          </p:cNvPr>
          <p:cNvSpPr>
            <a:spLocks xmlns:a="http://schemas.openxmlformats.org/drawingml/2006/main" noGrp="1"/>
          </p:cNvSpPr>
          <p:nvPr/>
        </p:nvSpPr>
        <p:spPr>
          <a:xfrm xmlns:a="http://schemas.openxmlformats.org/drawingml/2006/main">
            <a:off x="13361194" y="2505075"/>
            <a:ext cx="1352550" cy="438150"/>
          </a:xfrm>
          <a:prstGeom xmlns:a="http://schemas.openxmlformats.org/drawingml/2006/main" prst="rect">
            <a:avLst/>
          </a:prstGeom>
          <a:solidFill xmlns:a="http://schemas.openxmlformats.org/drawingml/2006/main">
            <a:srgbClr val="FFF7EB"/>
          </a:solidFill>
          <a:ln xmlns:a="http://schemas.openxmlformats.org/drawingml/2006/main" w="9525">
            <a:solidFill>
              <a:srgbClr val="A56A18"/>
            </a:solidFill>
            <a:prstDash val="solid"/>
          </a:ln>
        </p:spPr>
      </p:sp>
      <p:sp>
        <p:nvSpPr>
          <p:cNvPr id="59" name="approve-invoice text">
            <a:extLst xmlns:a="http://schemas.openxmlformats.org/drawingml/2006/main">
              <a:ext uri="{FF2B5EF4-FFF2-40B4-BE49-F238E27FC236}">
                <a16:creationId xmlns:a16="http://schemas.microsoft.com/office/drawing/2014/main" id="{0E05563D-6F1D-48A6-95FF-158B594D753B}"/>
              </a:ext>
            </a:extLst>
          </p:cNvPr>
          <p:cNvSpPr>
            <a:spLocks xmlns:a="http://schemas.openxmlformats.org/drawingml/2006/main" noGrp="1"/>
          </p:cNvSpPr>
          <p:nvPr/>
        </p:nvSpPr>
        <p:spPr>
          <a:xfrm xmlns:a="http://schemas.openxmlformats.org/drawingml/2006/main">
            <a:off x="13408819" y="2533650"/>
            <a:ext cx="1257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388" b="0">
                <a:solidFill>
                  <a:srgbClr val="17243F"/>
                </a:solidFill>
                <a:latin typeface="Arial"/>
                <a:ea typeface="Arial"/>
                <a:cs typeface="Arial"/>
              </a:defRPr>
            </a:defPPr>
            <a:lvl1pPr algn="ctr">
              <a:defRPr sz="1388" b="0">
                <a:solidFill>
                  <a:srgbClr val="17243F"/>
                </a:solidFill>
                <a:latin typeface="Arial"/>
                <a:ea typeface="Arial"/>
                <a:cs typeface="Arial"/>
              </a:defRPr>
            </a:lvl1pPr>
            <a:lvl2pPr algn="ctr">
              <a:defRPr sz="1388" b="0">
                <a:solidFill>
                  <a:srgbClr val="17243F"/>
                </a:solidFill>
                <a:latin typeface="Arial"/>
                <a:ea typeface="Arial"/>
                <a:cs typeface="Arial"/>
              </a:defRPr>
            </a:lvl2pPr>
            <a:lvl3pPr algn="ctr">
              <a:defRPr sz="1388" b="0">
                <a:solidFill>
                  <a:srgbClr val="17243F"/>
                </a:solidFill>
                <a:latin typeface="Arial"/>
                <a:ea typeface="Arial"/>
                <a:cs typeface="Arial"/>
              </a:defRPr>
            </a:lvl3pPr>
            <a:lvl4pPr algn="ctr">
              <a:defRPr sz="1388" b="0">
                <a:solidFill>
                  <a:srgbClr val="17243F"/>
                </a:solidFill>
                <a:latin typeface="Arial"/>
                <a:ea typeface="Arial"/>
                <a:cs typeface="Arial"/>
              </a:defRPr>
            </a:lvl4pPr>
            <a:lvl5pPr algn="ctr">
              <a:defRPr sz="1388" b="0">
                <a:solidFill>
                  <a:srgbClr val="17243F"/>
                </a:solidFill>
                <a:latin typeface="Arial"/>
                <a:ea typeface="Arial"/>
                <a:cs typeface="Arial"/>
              </a:defRPr>
            </a:lvl5pPr>
            <a:lvl6pPr algn="ctr">
              <a:defRPr sz="1388" b="0">
                <a:solidFill>
                  <a:srgbClr val="17243F"/>
                </a:solidFill>
                <a:latin typeface="Arial"/>
                <a:ea typeface="Arial"/>
                <a:cs typeface="Arial"/>
              </a:defRPr>
            </a:lvl6pPr>
            <a:lvl7pPr algn="ctr">
              <a:defRPr sz="1388" b="0">
                <a:solidFill>
                  <a:srgbClr val="17243F"/>
                </a:solidFill>
                <a:latin typeface="Arial"/>
                <a:ea typeface="Arial"/>
                <a:cs typeface="Arial"/>
              </a:defRPr>
            </a:lvl7pPr>
            <a:lvl8pPr algn="ctr">
              <a:defRPr sz="1388" b="0">
                <a:solidFill>
                  <a:srgbClr val="17243F"/>
                </a:solidFill>
                <a:latin typeface="Arial"/>
                <a:ea typeface="Arial"/>
                <a:cs typeface="Arial"/>
              </a:defRPr>
            </a:lvl8pPr>
            <a:lvl9pPr algn="ctr">
              <a:defRPr sz="1388" b="0">
                <a:solidFill>
                  <a:srgbClr val="17243F"/>
                </a:solidFill>
                <a:latin typeface="Arial"/>
                <a:ea typeface="Arial"/>
                <a:cs typeface="Arial"/>
              </a:defRPr>
            </a:lvl9pPr>
          </a:lstStyle>
          <a:p xmlns:a="http://schemas.openxmlformats.org/drawingml/2006/main">
            <a:pPr algn="ctr">
              <a:defRPr sz="1388" b="0">
                <a:solidFill>
                  <a:srgbClr val="17243F"/>
                </a:solidFill>
                <a:latin typeface="Arial"/>
                <a:ea typeface="Arial"/>
                <a:cs typeface="Arial"/>
              </a:defRPr>
            </a:pPr>
            <a:r>
              <a:rPr sz="1388" b="0">
                <a:solidFill>
                  <a:srgbClr val="17243F"/>
                </a:solidFill>
                <a:latin typeface="Arial"/>
                <a:ea typeface="Arial"/>
                <a:cs typeface="Arial"/>
              </a:rPr>
              <a:t>Approve exact</a:t>
            </a:r>
          </a:p>
          <a:p xmlns:a="http://schemas.openxmlformats.org/drawingml/2006/main">
            <a:pPr algn="ctr">
              <a:defRPr sz="1388" b="0">
                <a:solidFill>
                  <a:srgbClr val="17243F"/>
                </a:solidFill>
                <a:latin typeface="Arial"/>
                <a:ea typeface="Arial"/>
                <a:cs typeface="Arial"/>
              </a:defRPr>
            </a:pPr>
            <a:r>
              <a:rPr sz="1388" b="0">
                <a:solidFill>
                  <a:srgbClr val="17243F"/>
                </a:solidFill>
                <a:latin typeface="Arial"/>
                <a:ea typeface="Arial"/>
                <a:cs typeface="Arial"/>
              </a:rPr>
              <a:t>FPU invoice</a:t>
            </a:r>
          </a:p>
        </p:txBody>
      </p:sp>
      <p:sp>
        <p:nvSpPr>
          <p:cNvPr id="60" name="approve-invoice human gate">
            <a:extLst xmlns:a="http://schemas.openxmlformats.org/drawingml/2006/main">
              <a:ext uri="{FF2B5EF4-FFF2-40B4-BE49-F238E27FC236}">
                <a16:creationId xmlns:a16="http://schemas.microsoft.com/office/drawing/2014/main" id="{6B518E8E-D0EC-46F7-B09A-FD2E7C0B0FD3}"/>
              </a:ext>
            </a:extLst>
          </p:cNvPr>
          <p:cNvSpPr>
            <a:spLocks xmlns:a="http://schemas.openxmlformats.org/drawingml/2006/main" noGrp="1"/>
          </p:cNvSpPr>
          <p:nvPr/>
        </p:nvSpPr>
        <p:spPr>
          <a:xfrm xmlns:a="http://schemas.openxmlformats.org/drawingml/2006/main">
            <a:off x="14637544" y="2457450"/>
            <a:ext cx="104775" cy="104775"/>
          </a:xfrm>
          <a:prstGeom xmlns:a="http://schemas.openxmlformats.org/drawingml/2006/main" prst="diamond">
            <a:avLst/>
          </a:prstGeom>
          <a:solidFill xmlns:a="http://schemas.openxmlformats.org/drawingml/2006/main">
            <a:srgbClr val="FFF7EB"/>
          </a:solidFill>
          <a:ln xmlns:a="http://schemas.openxmlformats.org/drawingml/2006/main" w="12383">
            <a:solidFill>
              <a:srgbClr val="A56A18"/>
            </a:solidFill>
            <a:prstDash val="solid"/>
          </a:ln>
        </p:spPr>
      </p:sp>
      <p:sp>
        <p:nvSpPr>
          <p:cNvPr id="61" name="state-0">
            <a:extLst xmlns:a="http://schemas.openxmlformats.org/drawingml/2006/main">
              <a:ext uri="{FF2B5EF4-FFF2-40B4-BE49-F238E27FC236}">
                <a16:creationId xmlns:a16="http://schemas.microsoft.com/office/drawing/2014/main" id="{FAEAD562-D1D0-42CE-BBAE-BC0EE3338B23}"/>
              </a:ext>
            </a:extLst>
          </p:cNvPr>
          <p:cNvSpPr>
            <a:spLocks xmlns:a="http://schemas.openxmlformats.org/drawingml/2006/main" noGrp="1"/>
          </p:cNvSpPr>
          <p:nvPr/>
        </p:nvSpPr>
        <p:spPr>
          <a:xfrm xmlns:a="http://schemas.openxmlformats.org/drawingml/2006/main">
            <a:off x="2393156" y="3286125"/>
            <a:ext cx="1352550" cy="438150"/>
          </a:xfrm>
          <a:prstGeom xmlns:a="http://schemas.openxmlformats.org/drawingml/2006/main" prst="rect">
            <a:avLst/>
          </a:prstGeom>
          <a:solidFill xmlns:a="http://schemas.openxmlformats.org/drawingml/2006/main">
            <a:srgbClr val="FFFFFF"/>
          </a:solidFill>
          <a:ln xmlns:a="http://schemas.openxmlformats.org/drawingml/2006/main" w="9525">
            <a:solidFill>
              <a:srgbClr val="087F80"/>
            </a:solidFill>
            <a:prstDash val="solid"/>
          </a:ln>
        </p:spPr>
      </p:sp>
      <p:sp>
        <p:nvSpPr>
          <p:cNvPr id="62" name="state-0 text">
            <a:extLst xmlns:a="http://schemas.openxmlformats.org/drawingml/2006/main">
              <a:ext uri="{FF2B5EF4-FFF2-40B4-BE49-F238E27FC236}">
                <a16:creationId xmlns:a16="http://schemas.microsoft.com/office/drawing/2014/main" id="{F4DAF3D4-C4F3-4E35-8B1A-D901F84A1B2A}"/>
              </a:ext>
            </a:extLst>
          </p:cNvPr>
          <p:cNvSpPr>
            <a:spLocks xmlns:a="http://schemas.openxmlformats.org/drawingml/2006/main" noGrp="1"/>
          </p:cNvSpPr>
          <p:nvPr/>
        </p:nvSpPr>
        <p:spPr>
          <a:xfrm xmlns:a="http://schemas.openxmlformats.org/drawingml/2006/main">
            <a:off x="2440781" y="3314700"/>
            <a:ext cx="1257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388" b="0">
                <a:solidFill>
                  <a:srgbClr val="17243F"/>
                </a:solidFill>
                <a:latin typeface="Arial"/>
                <a:ea typeface="Arial"/>
                <a:cs typeface="Arial"/>
              </a:defRPr>
            </a:defPPr>
            <a:lvl1pPr algn="ctr">
              <a:defRPr sz="1388" b="0">
                <a:solidFill>
                  <a:srgbClr val="17243F"/>
                </a:solidFill>
                <a:latin typeface="Arial"/>
                <a:ea typeface="Arial"/>
                <a:cs typeface="Arial"/>
              </a:defRPr>
            </a:lvl1pPr>
            <a:lvl2pPr algn="ctr">
              <a:defRPr sz="1388" b="0">
                <a:solidFill>
                  <a:srgbClr val="17243F"/>
                </a:solidFill>
                <a:latin typeface="Arial"/>
                <a:ea typeface="Arial"/>
                <a:cs typeface="Arial"/>
              </a:defRPr>
            </a:lvl2pPr>
            <a:lvl3pPr algn="ctr">
              <a:defRPr sz="1388" b="0">
                <a:solidFill>
                  <a:srgbClr val="17243F"/>
                </a:solidFill>
                <a:latin typeface="Arial"/>
                <a:ea typeface="Arial"/>
                <a:cs typeface="Arial"/>
              </a:defRPr>
            </a:lvl3pPr>
            <a:lvl4pPr algn="ctr">
              <a:defRPr sz="1388" b="0">
                <a:solidFill>
                  <a:srgbClr val="17243F"/>
                </a:solidFill>
                <a:latin typeface="Arial"/>
                <a:ea typeface="Arial"/>
                <a:cs typeface="Arial"/>
              </a:defRPr>
            </a:lvl4pPr>
            <a:lvl5pPr algn="ctr">
              <a:defRPr sz="1388" b="0">
                <a:solidFill>
                  <a:srgbClr val="17243F"/>
                </a:solidFill>
                <a:latin typeface="Arial"/>
                <a:ea typeface="Arial"/>
                <a:cs typeface="Arial"/>
              </a:defRPr>
            </a:lvl5pPr>
            <a:lvl6pPr algn="ctr">
              <a:defRPr sz="1388" b="0">
                <a:solidFill>
                  <a:srgbClr val="17243F"/>
                </a:solidFill>
                <a:latin typeface="Arial"/>
                <a:ea typeface="Arial"/>
                <a:cs typeface="Arial"/>
              </a:defRPr>
            </a:lvl6pPr>
            <a:lvl7pPr algn="ctr">
              <a:defRPr sz="1388" b="0">
                <a:solidFill>
                  <a:srgbClr val="17243F"/>
                </a:solidFill>
                <a:latin typeface="Arial"/>
                <a:ea typeface="Arial"/>
                <a:cs typeface="Arial"/>
              </a:defRPr>
            </a:lvl7pPr>
            <a:lvl8pPr algn="ctr">
              <a:defRPr sz="1388" b="0">
                <a:solidFill>
                  <a:srgbClr val="17243F"/>
                </a:solidFill>
                <a:latin typeface="Arial"/>
                <a:ea typeface="Arial"/>
                <a:cs typeface="Arial"/>
              </a:defRPr>
            </a:lvl8pPr>
            <a:lvl9pPr algn="ctr">
              <a:defRPr sz="1388" b="0">
                <a:solidFill>
                  <a:srgbClr val="17243F"/>
                </a:solidFill>
                <a:latin typeface="Arial"/>
                <a:ea typeface="Arial"/>
                <a:cs typeface="Arial"/>
              </a:defRPr>
            </a:lvl9pPr>
          </a:lstStyle>
          <a:p xmlns:a="http://schemas.openxmlformats.org/drawingml/2006/main">
            <a:pPr algn="ctr">
              <a:defRPr sz="1388" b="0">
                <a:solidFill>
                  <a:srgbClr val="17243F"/>
                </a:solidFill>
                <a:latin typeface="Arial"/>
                <a:ea typeface="Arial"/>
                <a:cs typeface="Arial"/>
              </a:defRPr>
            </a:pPr>
            <a:r>
              <a:rPr sz="1388" b="0">
                <a:solidFill>
                  <a:srgbClr val="17243F"/>
                </a:solidFill>
                <a:latin typeface="Arial"/>
                <a:ea typeface="Arial"/>
                <a:cs typeface="Arial"/>
              </a:rPr>
              <a:t>Bind owner</a:t>
            </a:r>
          </a:p>
          <a:p xmlns:a="http://schemas.openxmlformats.org/drawingml/2006/main">
            <a:pPr algn="ctr">
              <a:defRPr sz="1388" b="0">
                <a:solidFill>
                  <a:srgbClr val="17243F"/>
                </a:solidFill>
                <a:latin typeface="Arial"/>
                <a:ea typeface="Arial"/>
                <a:cs typeface="Arial"/>
              </a:defRPr>
            </a:pPr>
            <a:r>
              <a:rPr sz="1388" b="0">
                <a:solidFill>
                  <a:srgbClr val="17243F"/>
                </a:solidFill>
                <a:latin typeface="Arial"/>
                <a:ea typeface="Arial"/>
                <a:cs typeface="Arial"/>
              </a:rPr>
              <a:t>+ context</a:t>
            </a:r>
          </a:p>
        </p:txBody>
      </p:sp>
      <p:sp>
        <p:nvSpPr>
          <p:cNvPr id="63" name="state-1">
            <a:extLst xmlns:a="http://schemas.openxmlformats.org/drawingml/2006/main">
              <a:ext uri="{FF2B5EF4-FFF2-40B4-BE49-F238E27FC236}">
                <a16:creationId xmlns:a16="http://schemas.microsoft.com/office/drawing/2014/main" id="{5DBF040E-ADD5-4006-B4CE-2B203C4BCFA5}"/>
              </a:ext>
            </a:extLst>
          </p:cNvPr>
          <p:cNvSpPr>
            <a:spLocks xmlns:a="http://schemas.openxmlformats.org/drawingml/2006/main" noGrp="1"/>
          </p:cNvSpPr>
          <p:nvPr/>
        </p:nvSpPr>
        <p:spPr>
          <a:xfrm xmlns:a="http://schemas.openxmlformats.org/drawingml/2006/main">
            <a:off x="3960019" y="3286125"/>
            <a:ext cx="1352550" cy="438150"/>
          </a:xfrm>
          <a:prstGeom xmlns:a="http://schemas.openxmlformats.org/drawingml/2006/main" prst="rect">
            <a:avLst/>
          </a:prstGeom>
          <a:solidFill xmlns:a="http://schemas.openxmlformats.org/drawingml/2006/main">
            <a:srgbClr val="FFFFFF"/>
          </a:solidFill>
          <a:ln xmlns:a="http://schemas.openxmlformats.org/drawingml/2006/main" w="9525">
            <a:solidFill>
              <a:srgbClr val="087F80"/>
            </a:solidFill>
            <a:prstDash val="solid"/>
          </a:ln>
        </p:spPr>
      </p:sp>
      <p:sp>
        <p:nvSpPr>
          <p:cNvPr id="64" name="state-1 text">
            <a:extLst xmlns:a="http://schemas.openxmlformats.org/drawingml/2006/main">
              <a:ext uri="{FF2B5EF4-FFF2-40B4-BE49-F238E27FC236}">
                <a16:creationId xmlns:a16="http://schemas.microsoft.com/office/drawing/2014/main" id="{C3BBE07A-748A-4E36-82AA-E3655EFF7372}"/>
              </a:ext>
            </a:extLst>
          </p:cNvPr>
          <p:cNvSpPr>
            <a:spLocks xmlns:a="http://schemas.openxmlformats.org/drawingml/2006/main" noGrp="1"/>
          </p:cNvSpPr>
          <p:nvPr/>
        </p:nvSpPr>
        <p:spPr>
          <a:xfrm xmlns:a="http://schemas.openxmlformats.org/drawingml/2006/main">
            <a:off x="4007644" y="3314700"/>
            <a:ext cx="1257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388" b="0">
                <a:solidFill>
                  <a:srgbClr val="17243F"/>
                </a:solidFill>
                <a:latin typeface="Arial"/>
                <a:ea typeface="Arial"/>
                <a:cs typeface="Arial"/>
              </a:defRPr>
            </a:defPPr>
            <a:lvl1pPr algn="ctr">
              <a:defRPr sz="1388" b="0">
                <a:solidFill>
                  <a:srgbClr val="17243F"/>
                </a:solidFill>
                <a:latin typeface="Arial"/>
                <a:ea typeface="Arial"/>
                <a:cs typeface="Arial"/>
              </a:defRPr>
            </a:lvl1pPr>
            <a:lvl2pPr algn="ctr">
              <a:defRPr sz="1388" b="0">
                <a:solidFill>
                  <a:srgbClr val="17243F"/>
                </a:solidFill>
                <a:latin typeface="Arial"/>
                <a:ea typeface="Arial"/>
                <a:cs typeface="Arial"/>
              </a:defRPr>
            </a:lvl2pPr>
            <a:lvl3pPr algn="ctr">
              <a:defRPr sz="1388" b="0">
                <a:solidFill>
                  <a:srgbClr val="17243F"/>
                </a:solidFill>
                <a:latin typeface="Arial"/>
                <a:ea typeface="Arial"/>
                <a:cs typeface="Arial"/>
              </a:defRPr>
            </a:lvl3pPr>
            <a:lvl4pPr algn="ctr">
              <a:defRPr sz="1388" b="0">
                <a:solidFill>
                  <a:srgbClr val="17243F"/>
                </a:solidFill>
                <a:latin typeface="Arial"/>
                <a:ea typeface="Arial"/>
                <a:cs typeface="Arial"/>
              </a:defRPr>
            </a:lvl4pPr>
            <a:lvl5pPr algn="ctr">
              <a:defRPr sz="1388" b="0">
                <a:solidFill>
                  <a:srgbClr val="17243F"/>
                </a:solidFill>
                <a:latin typeface="Arial"/>
                <a:ea typeface="Arial"/>
                <a:cs typeface="Arial"/>
              </a:defRPr>
            </a:lvl5pPr>
            <a:lvl6pPr algn="ctr">
              <a:defRPr sz="1388" b="0">
                <a:solidFill>
                  <a:srgbClr val="17243F"/>
                </a:solidFill>
                <a:latin typeface="Arial"/>
                <a:ea typeface="Arial"/>
                <a:cs typeface="Arial"/>
              </a:defRPr>
            </a:lvl6pPr>
            <a:lvl7pPr algn="ctr">
              <a:defRPr sz="1388" b="0">
                <a:solidFill>
                  <a:srgbClr val="17243F"/>
                </a:solidFill>
                <a:latin typeface="Arial"/>
                <a:ea typeface="Arial"/>
                <a:cs typeface="Arial"/>
              </a:defRPr>
            </a:lvl7pPr>
            <a:lvl8pPr algn="ctr">
              <a:defRPr sz="1388" b="0">
                <a:solidFill>
                  <a:srgbClr val="17243F"/>
                </a:solidFill>
                <a:latin typeface="Arial"/>
                <a:ea typeface="Arial"/>
                <a:cs typeface="Arial"/>
              </a:defRPr>
            </a:lvl8pPr>
            <a:lvl9pPr algn="ctr">
              <a:defRPr sz="1388" b="0">
                <a:solidFill>
                  <a:srgbClr val="17243F"/>
                </a:solidFill>
                <a:latin typeface="Arial"/>
                <a:ea typeface="Arial"/>
                <a:cs typeface="Arial"/>
              </a:defRPr>
            </a:lvl9pPr>
          </a:lstStyle>
          <a:p xmlns:a="http://schemas.openxmlformats.org/drawingml/2006/main">
            <a:pPr algn="ctr">
              <a:defRPr sz="1388" b="0">
                <a:solidFill>
                  <a:srgbClr val="17243F"/>
                </a:solidFill>
                <a:latin typeface="Arial"/>
                <a:ea typeface="Arial"/>
                <a:cs typeface="Arial"/>
              </a:defRPr>
            </a:pPr>
            <a:r>
              <a:rPr sz="1388" b="0">
                <a:solidFill>
                  <a:srgbClr val="17243F"/>
                </a:solidFill>
                <a:latin typeface="Arial"/>
                <a:ea typeface="Arial"/>
                <a:cs typeface="Arial"/>
              </a:rPr>
              <a:t>Track readiness</a:t>
            </a:r>
          </a:p>
        </p:txBody>
      </p:sp>
      <p:sp>
        <p:nvSpPr>
          <p:cNvPr id="65" name="state-2">
            <a:extLst xmlns:a="http://schemas.openxmlformats.org/drawingml/2006/main">
              <a:ext uri="{FF2B5EF4-FFF2-40B4-BE49-F238E27FC236}">
                <a16:creationId xmlns:a16="http://schemas.microsoft.com/office/drawing/2014/main" id="{EC840176-58EE-4E47-9BA3-E90A4C8DADD3}"/>
              </a:ext>
            </a:extLst>
          </p:cNvPr>
          <p:cNvSpPr>
            <a:spLocks xmlns:a="http://schemas.openxmlformats.org/drawingml/2006/main" noGrp="1"/>
          </p:cNvSpPr>
          <p:nvPr/>
        </p:nvSpPr>
        <p:spPr>
          <a:xfrm xmlns:a="http://schemas.openxmlformats.org/drawingml/2006/main">
            <a:off x="5526881" y="3286125"/>
            <a:ext cx="1352550" cy="438150"/>
          </a:xfrm>
          <a:prstGeom xmlns:a="http://schemas.openxmlformats.org/drawingml/2006/main" prst="rect">
            <a:avLst/>
          </a:prstGeom>
          <a:solidFill xmlns:a="http://schemas.openxmlformats.org/drawingml/2006/main">
            <a:srgbClr val="FFFFFF"/>
          </a:solidFill>
          <a:ln xmlns:a="http://schemas.openxmlformats.org/drawingml/2006/main" w="9525">
            <a:solidFill>
              <a:srgbClr val="087F80"/>
            </a:solidFill>
            <a:prstDash val="solid"/>
          </a:ln>
        </p:spPr>
      </p:sp>
      <p:sp>
        <p:nvSpPr>
          <p:cNvPr id="66" name="state-2 text">
            <a:extLst xmlns:a="http://schemas.openxmlformats.org/drawingml/2006/main">
              <a:ext uri="{FF2B5EF4-FFF2-40B4-BE49-F238E27FC236}">
                <a16:creationId xmlns:a16="http://schemas.microsoft.com/office/drawing/2014/main" id="{CAAC0D53-D159-4822-BE54-C0D303869326}"/>
              </a:ext>
            </a:extLst>
          </p:cNvPr>
          <p:cNvSpPr>
            <a:spLocks xmlns:a="http://schemas.openxmlformats.org/drawingml/2006/main" noGrp="1"/>
          </p:cNvSpPr>
          <p:nvPr/>
        </p:nvSpPr>
        <p:spPr>
          <a:xfrm xmlns:a="http://schemas.openxmlformats.org/drawingml/2006/main">
            <a:off x="5574506" y="3314700"/>
            <a:ext cx="1257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388" b="0">
                <a:solidFill>
                  <a:srgbClr val="17243F"/>
                </a:solidFill>
                <a:latin typeface="Arial"/>
                <a:ea typeface="Arial"/>
                <a:cs typeface="Arial"/>
              </a:defRPr>
            </a:defPPr>
            <a:lvl1pPr algn="ctr">
              <a:defRPr sz="1388" b="0">
                <a:solidFill>
                  <a:srgbClr val="17243F"/>
                </a:solidFill>
                <a:latin typeface="Arial"/>
                <a:ea typeface="Arial"/>
                <a:cs typeface="Arial"/>
              </a:defRPr>
            </a:lvl1pPr>
            <a:lvl2pPr algn="ctr">
              <a:defRPr sz="1388" b="0">
                <a:solidFill>
                  <a:srgbClr val="17243F"/>
                </a:solidFill>
                <a:latin typeface="Arial"/>
                <a:ea typeface="Arial"/>
                <a:cs typeface="Arial"/>
              </a:defRPr>
            </a:lvl2pPr>
            <a:lvl3pPr algn="ctr">
              <a:defRPr sz="1388" b="0">
                <a:solidFill>
                  <a:srgbClr val="17243F"/>
                </a:solidFill>
                <a:latin typeface="Arial"/>
                <a:ea typeface="Arial"/>
                <a:cs typeface="Arial"/>
              </a:defRPr>
            </a:lvl3pPr>
            <a:lvl4pPr algn="ctr">
              <a:defRPr sz="1388" b="0">
                <a:solidFill>
                  <a:srgbClr val="17243F"/>
                </a:solidFill>
                <a:latin typeface="Arial"/>
                <a:ea typeface="Arial"/>
                <a:cs typeface="Arial"/>
              </a:defRPr>
            </a:lvl4pPr>
            <a:lvl5pPr algn="ctr">
              <a:defRPr sz="1388" b="0">
                <a:solidFill>
                  <a:srgbClr val="17243F"/>
                </a:solidFill>
                <a:latin typeface="Arial"/>
                <a:ea typeface="Arial"/>
                <a:cs typeface="Arial"/>
              </a:defRPr>
            </a:lvl5pPr>
            <a:lvl6pPr algn="ctr">
              <a:defRPr sz="1388" b="0">
                <a:solidFill>
                  <a:srgbClr val="17243F"/>
                </a:solidFill>
                <a:latin typeface="Arial"/>
                <a:ea typeface="Arial"/>
                <a:cs typeface="Arial"/>
              </a:defRPr>
            </a:lvl6pPr>
            <a:lvl7pPr algn="ctr">
              <a:defRPr sz="1388" b="0">
                <a:solidFill>
                  <a:srgbClr val="17243F"/>
                </a:solidFill>
                <a:latin typeface="Arial"/>
                <a:ea typeface="Arial"/>
                <a:cs typeface="Arial"/>
              </a:defRPr>
            </a:lvl7pPr>
            <a:lvl8pPr algn="ctr">
              <a:defRPr sz="1388" b="0">
                <a:solidFill>
                  <a:srgbClr val="17243F"/>
                </a:solidFill>
                <a:latin typeface="Arial"/>
                <a:ea typeface="Arial"/>
                <a:cs typeface="Arial"/>
              </a:defRPr>
            </a:lvl8pPr>
            <a:lvl9pPr algn="ctr">
              <a:defRPr sz="1388" b="0">
                <a:solidFill>
                  <a:srgbClr val="17243F"/>
                </a:solidFill>
                <a:latin typeface="Arial"/>
                <a:ea typeface="Arial"/>
                <a:cs typeface="Arial"/>
              </a:defRPr>
            </a:lvl9pPr>
          </a:lstStyle>
          <a:p xmlns:a="http://schemas.openxmlformats.org/drawingml/2006/main">
            <a:pPr algn="ctr">
              <a:defRPr sz="1388" b="0">
                <a:solidFill>
                  <a:srgbClr val="17243F"/>
                </a:solidFill>
                <a:latin typeface="Arial"/>
                <a:ea typeface="Arial"/>
                <a:cs typeface="Arial"/>
              </a:defRPr>
            </a:pPr>
            <a:r>
              <a:rPr sz="1388" b="0">
                <a:solidFill>
                  <a:srgbClr val="17243F"/>
                </a:solidFill>
                <a:latin typeface="Arial"/>
                <a:ea typeface="Arial"/>
                <a:cs typeface="Arial"/>
              </a:rPr>
              <a:t>Await manifest</a:t>
            </a:r>
          </a:p>
          <a:p xmlns:a="http://schemas.openxmlformats.org/drawingml/2006/main">
            <a:pPr algn="ctr">
              <a:defRPr sz="1388" b="0">
                <a:solidFill>
                  <a:srgbClr val="17243F"/>
                </a:solidFill>
                <a:latin typeface="Arial"/>
                <a:ea typeface="Arial"/>
                <a:cs typeface="Arial"/>
              </a:defRPr>
            </a:pPr>
            <a:r>
              <a:rPr sz="1388" b="0">
                <a:solidFill>
                  <a:srgbClr val="17243F"/>
                </a:solidFill>
                <a:latin typeface="Arial"/>
                <a:ea typeface="Arial"/>
                <a:cs typeface="Arial"/>
              </a:rPr>
              <a:t>approval</a:t>
            </a:r>
          </a:p>
        </p:txBody>
      </p:sp>
      <p:sp>
        <p:nvSpPr>
          <p:cNvPr id="67" name="state-3">
            <a:extLst xmlns:a="http://schemas.openxmlformats.org/drawingml/2006/main">
              <a:ext uri="{FF2B5EF4-FFF2-40B4-BE49-F238E27FC236}">
                <a16:creationId xmlns:a16="http://schemas.microsoft.com/office/drawing/2014/main" id="{E104BE9F-964F-4281-975B-8E3F9DF5032A}"/>
              </a:ext>
            </a:extLst>
          </p:cNvPr>
          <p:cNvSpPr>
            <a:spLocks xmlns:a="http://schemas.openxmlformats.org/drawingml/2006/main" noGrp="1"/>
          </p:cNvSpPr>
          <p:nvPr/>
        </p:nvSpPr>
        <p:spPr>
          <a:xfrm xmlns:a="http://schemas.openxmlformats.org/drawingml/2006/main">
            <a:off x="7093744" y="3286125"/>
            <a:ext cx="1352550" cy="438150"/>
          </a:xfrm>
          <a:prstGeom xmlns:a="http://schemas.openxmlformats.org/drawingml/2006/main" prst="rect">
            <a:avLst/>
          </a:prstGeom>
          <a:solidFill xmlns:a="http://schemas.openxmlformats.org/drawingml/2006/main">
            <a:srgbClr val="FFFFFF"/>
          </a:solidFill>
          <a:ln xmlns:a="http://schemas.openxmlformats.org/drawingml/2006/main" w="9525">
            <a:solidFill>
              <a:srgbClr val="087F80"/>
            </a:solidFill>
            <a:prstDash val="solid"/>
          </a:ln>
        </p:spPr>
      </p:sp>
      <p:sp>
        <p:nvSpPr>
          <p:cNvPr id="68" name="state-3 text">
            <a:extLst xmlns:a="http://schemas.openxmlformats.org/drawingml/2006/main">
              <a:ext uri="{FF2B5EF4-FFF2-40B4-BE49-F238E27FC236}">
                <a16:creationId xmlns:a16="http://schemas.microsoft.com/office/drawing/2014/main" id="{455DCFCC-1B07-47CF-9821-82B0626D66D6}"/>
              </a:ext>
            </a:extLst>
          </p:cNvPr>
          <p:cNvSpPr>
            <a:spLocks xmlns:a="http://schemas.openxmlformats.org/drawingml/2006/main" noGrp="1"/>
          </p:cNvSpPr>
          <p:nvPr/>
        </p:nvSpPr>
        <p:spPr>
          <a:xfrm xmlns:a="http://schemas.openxmlformats.org/drawingml/2006/main">
            <a:off x="7141369" y="3314700"/>
            <a:ext cx="1257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388" b="0">
                <a:solidFill>
                  <a:srgbClr val="17243F"/>
                </a:solidFill>
                <a:latin typeface="Arial"/>
                <a:ea typeface="Arial"/>
                <a:cs typeface="Arial"/>
              </a:defRPr>
            </a:defPPr>
            <a:lvl1pPr algn="ctr">
              <a:defRPr sz="1388" b="0">
                <a:solidFill>
                  <a:srgbClr val="17243F"/>
                </a:solidFill>
                <a:latin typeface="Arial"/>
                <a:ea typeface="Arial"/>
                <a:cs typeface="Arial"/>
              </a:defRPr>
            </a:lvl1pPr>
            <a:lvl2pPr algn="ctr">
              <a:defRPr sz="1388" b="0">
                <a:solidFill>
                  <a:srgbClr val="17243F"/>
                </a:solidFill>
                <a:latin typeface="Arial"/>
                <a:ea typeface="Arial"/>
                <a:cs typeface="Arial"/>
              </a:defRPr>
            </a:lvl2pPr>
            <a:lvl3pPr algn="ctr">
              <a:defRPr sz="1388" b="0">
                <a:solidFill>
                  <a:srgbClr val="17243F"/>
                </a:solidFill>
                <a:latin typeface="Arial"/>
                <a:ea typeface="Arial"/>
                <a:cs typeface="Arial"/>
              </a:defRPr>
            </a:lvl3pPr>
            <a:lvl4pPr algn="ctr">
              <a:defRPr sz="1388" b="0">
                <a:solidFill>
                  <a:srgbClr val="17243F"/>
                </a:solidFill>
                <a:latin typeface="Arial"/>
                <a:ea typeface="Arial"/>
                <a:cs typeface="Arial"/>
              </a:defRPr>
            </a:lvl4pPr>
            <a:lvl5pPr algn="ctr">
              <a:defRPr sz="1388" b="0">
                <a:solidFill>
                  <a:srgbClr val="17243F"/>
                </a:solidFill>
                <a:latin typeface="Arial"/>
                <a:ea typeface="Arial"/>
                <a:cs typeface="Arial"/>
              </a:defRPr>
            </a:lvl5pPr>
            <a:lvl6pPr algn="ctr">
              <a:defRPr sz="1388" b="0">
                <a:solidFill>
                  <a:srgbClr val="17243F"/>
                </a:solidFill>
                <a:latin typeface="Arial"/>
                <a:ea typeface="Arial"/>
                <a:cs typeface="Arial"/>
              </a:defRPr>
            </a:lvl6pPr>
            <a:lvl7pPr algn="ctr">
              <a:defRPr sz="1388" b="0">
                <a:solidFill>
                  <a:srgbClr val="17243F"/>
                </a:solidFill>
                <a:latin typeface="Arial"/>
                <a:ea typeface="Arial"/>
                <a:cs typeface="Arial"/>
              </a:defRPr>
            </a:lvl7pPr>
            <a:lvl8pPr algn="ctr">
              <a:defRPr sz="1388" b="0">
                <a:solidFill>
                  <a:srgbClr val="17243F"/>
                </a:solidFill>
                <a:latin typeface="Arial"/>
                <a:ea typeface="Arial"/>
                <a:cs typeface="Arial"/>
              </a:defRPr>
            </a:lvl8pPr>
            <a:lvl9pPr algn="ctr">
              <a:defRPr sz="1388" b="0">
                <a:solidFill>
                  <a:srgbClr val="17243F"/>
                </a:solidFill>
                <a:latin typeface="Arial"/>
                <a:ea typeface="Arial"/>
                <a:cs typeface="Arial"/>
              </a:defRPr>
            </a:lvl9pPr>
          </a:lstStyle>
          <a:p xmlns:a="http://schemas.openxmlformats.org/drawingml/2006/main">
            <a:pPr algn="ctr">
              <a:defRPr sz="1388" b="0">
                <a:solidFill>
                  <a:srgbClr val="17243F"/>
                </a:solidFill>
                <a:latin typeface="Arial"/>
                <a:ea typeface="Arial"/>
                <a:cs typeface="Arial"/>
              </a:defRPr>
            </a:pPr>
            <a:r>
              <a:rPr sz="1388" b="0">
                <a:solidFill>
                  <a:srgbClr val="17243F"/>
                </a:solidFill>
                <a:latin typeface="Arial"/>
                <a:ea typeface="Arial"/>
                <a:cs typeface="Arial"/>
              </a:rPr>
              <a:t>Enforce state</a:t>
            </a:r>
          </a:p>
          <a:p xmlns:a="http://schemas.openxmlformats.org/drawingml/2006/main">
            <a:pPr algn="ctr">
              <a:defRPr sz="1388" b="0">
                <a:solidFill>
                  <a:srgbClr val="17243F"/>
                </a:solidFill>
                <a:latin typeface="Arial"/>
                <a:ea typeface="Arial"/>
                <a:cs typeface="Arial"/>
              </a:defRPr>
            </a:pPr>
            <a:r>
              <a:rPr sz="1388" b="0">
                <a:solidFill>
                  <a:srgbClr val="17243F"/>
                </a:solidFill>
                <a:latin typeface="Arial"/>
                <a:ea typeface="Arial"/>
                <a:cs typeface="Arial"/>
              </a:rPr>
              <a:t>+ authority</a:t>
            </a:r>
          </a:p>
        </p:txBody>
      </p:sp>
      <p:sp>
        <p:nvSpPr>
          <p:cNvPr id="69" name="state-4">
            <a:extLst xmlns:a="http://schemas.openxmlformats.org/drawingml/2006/main">
              <a:ext uri="{FF2B5EF4-FFF2-40B4-BE49-F238E27FC236}">
                <a16:creationId xmlns:a16="http://schemas.microsoft.com/office/drawing/2014/main" id="{9201F4A7-7D58-4E68-9A5A-9C1EB71CD871}"/>
              </a:ext>
            </a:extLst>
          </p:cNvPr>
          <p:cNvSpPr>
            <a:spLocks xmlns:a="http://schemas.openxmlformats.org/drawingml/2006/main" noGrp="1"/>
          </p:cNvSpPr>
          <p:nvPr/>
        </p:nvSpPr>
        <p:spPr>
          <a:xfrm xmlns:a="http://schemas.openxmlformats.org/drawingml/2006/main">
            <a:off x="8660606" y="3286125"/>
            <a:ext cx="1352550" cy="438150"/>
          </a:xfrm>
          <a:prstGeom xmlns:a="http://schemas.openxmlformats.org/drawingml/2006/main" prst="rect">
            <a:avLst/>
          </a:prstGeom>
          <a:solidFill xmlns:a="http://schemas.openxmlformats.org/drawingml/2006/main">
            <a:srgbClr val="FFFFFF"/>
          </a:solidFill>
          <a:ln xmlns:a="http://schemas.openxmlformats.org/drawingml/2006/main" w="9525">
            <a:solidFill>
              <a:srgbClr val="087F80"/>
            </a:solidFill>
            <a:prstDash val="solid"/>
          </a:ln>
        </p:spPr>
      </p:sp>
      <p:sp>
        <p:nvSpPr>
          <p:cNvPr id="70" name="state-4 text">
            <a:extLst xmlns:a="http://schemas.openxmlformats.org/drawingml/2006/main">
              <a:ext uri="{FF2B5EF4-FFF2-40B4-BE49-F238E27FC236}">
                <a16:creationId xmlns:a16="http://schemas.microsoft.com/office/drawing/2014/main" id="{5BE4DA4A-BBB6-4BEB-8F6C-C393B15B9786}"/>
              </a:ext>
            </a:extLst>
          </p:cNvPr>
          <p:cNvSpPr>
            <a:spLocks xmlns:a="http://schemas.openxmlformats.org/drawingml/2006/main" noGrp="1"/>
          </p:cNvSpPr>
          <p:nvPr/>
        </p:nvSpPr>
        <p:spPr>
          <a:xfrm xmlns:a="http://schemas.openxmlformats.org/drawingml/2006/main">
            <a:off x="8708231" y="3314700"/>
            <a:ext cx="1257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388" b="0">
                <a:solidFill>
                  <a:srgbClr val="17243F"/>
                </a:solidFill>
                <a:latin typeface="Arial"/>
                <a:ea typeface="Arial"/>
                <a:cs typeface="Arial"/>
              </a:defRPr>
            </a:defPPr>
            <a:lvl1pPr algn="ctr">
              <a:defRPr sz="1388" b="0">
                <a:solidFill>
                  <a:srgbClr val="17243F"/>
                </a:solidFill>
                <a:latin typeface="Arial"/>
                <a:ea typeface="Arial"/>
                <a:cs typeface="Arial"/>
              </a:defRPr>
            </a:lvl1pPr>
            <a:lvl2pPr algn="ctr">
              <a:defRPr sz="1388" b="0">
                <a:solidFill>
                  <a:srgbClr val="17243F"/>
                </a:solidFill>
                <a:latin typeface="Arial"/>
                <a:ea typeface="Arial"/>
                <a:cs typeface="Arial"/>
              </a:defRPr>
            </a:lvl2pPr>
            <a:lvl3pPr algn="ctr">
              <a:defRPr sz="1388" b="0">
                <a:solidFill>
                  <a:srgbClr val="17243F"/>
                </a:solidFill>
                <a:latin typeface="Arial"/>
                <a:ea typeface="Arial"/>
                <a:cs typeface="Arial"/>
              </a:defRPr>
            </a:lvl3pPr>
            <a:lvl4pPr algn="ctr">
              <a:defRPr sz="1388" b="0">
                <a:solidFill>
                  <a:srgbClr val="17243F"/>
                </a:solidFill>
                <a:latin typeface="Arial"/>
                <a:ea typeface="Arial"/>
                <a:cs typeface="Arial"/>
              </a:defRPr>
            </a:lvl4pPr>
            <a:lvl5pPr algn="ctr">
              <a:defRPr sz="1388" b="0">
                <a:solidFill>
                  <a:srgbClr val="17243F"/>
                </a:solidFill>
                <a:latin typeface="Arial"/>
                <a:ea typeface="Arial"/>
                <a:cs typeface="Arial"/>
              </a:defRPr>
            </a:lvl5pPr>
            <a:lvl6pPr algn="ctr">
              <a:defRPr sz="1388" b="0">
                <a:solidFill>
                  <a:srgbClr val="17243F"/>
                </a:solidFill>
                <a:latin typeface="Arial"/>
                <a:ea typeface="Arial"/>
                <a:cs typeface="Arial"/>
              </a:defRPr>
            </a:lvl6pPr>
            <a:lvl7pPr algn="ctr">
              <a:defRPr sz="1388" b="0">
                <a:solidFill>
                  <a:srgbClr val="17243F"/>
                </a:solidFill>
                <a:latin typeface="Arial"/>
                <a:ea typeface="Arial"/>
                <a:cs typeface="Arial"/>
              </a:defRPr>
            </a:lvl7pPr>
            <a:lvl8pPr algn="ctr">
              <a:defRPr sz="1388" b="0">
                <a:solidFill>
                  <a:srgbClr val="17243F"/>
                </a:solidFill>
                <a:latin typeface="Arial"/>
                <a:ea typeface="Arial"/>
                <a:cs typeface="Arial"/>
              </a:defRPr>
            </a:lvl8pPr>
            <a:lvl9pPr algn="ctr">
              <a:defRPr sz="1388" b="0">
                <a:solidFill>
                  <a:srgbClr val="17243F"/>
                </a:solidFill>
                <a:latin typeface="Arial"/>
                <a:ea typeface="Arial"/>
                <a:cs typeface="Arial"/>
              </a:defRPr>
            </a:lvl9pPr>
          </a:lstStyle>
          <a:p xmlns:a="http://schemas.openxmlformats.org/drawingml/2006/main">
            <a:pPr algn="ctr">
              <a:defRPr sz="1388" b="0">
                <a:solidFill>
                  <a:srgbClr val="17243F"/>
                </a:solidFill>
                <a:latin typeface="Arial"/>
                <a:ea typeface="Arial"/>
                <a:cs typeface="Arial"/>
              </a:defRPr>
            </a:pPr>
            <a:r>
              <a:rPr sz="1388" b="0">
                <a:solidFill>
                  <a:srgbClr val="17243F"/>
                </a:solidFill>
                <a:latin typeface="Arial"/>
                <a:ea typeface="Arial"/>
                <a:cs typeface="Arial"/>
              </a:rPr>
              <a:t>Retry / pause</a:t>
            </a:r>
          </a:p>
          <a:p xmlns:a="http://schemas.openxmlformats.org/drawingml/2006/main">
            <a:pPr algn="ctr">
              <a:defRPr sz="1388" b="0">
                <a:solidFill>
                  <a:srgbClr val="17243F"/>
                </a:solidFill>
                <a:latin typeface="Arial"/>
                <a:ea typeface="Arial"/>
                <a:cs typeface="Arial"/>
              </a:defRPr>
            </a:pPr>
            <a:r>
              <a:rPr sz="1388" b="0">
                <a:solidFill>
                  <a:srgbClr val="17243F"/>
                </a:solidFill>
                <a:latin typeface="Arial"/>
                <a:ea typeface="Arial"/>
                <a:cs typeface="Arial"/>
              </a:rPr>
              <a:t>+ escalate</a:t>
            </a:r>
          </a:p>
        </p:txBody>
      </p:sp>
      <p:sp>
        <p:nvSpPr>
          <p:cNvPr id="71" name="state-5">
            <a:extLst xmlns:a="http://schemas.openxmlformats.org/drawingml/2006/main">
              <a:ext uri="{FF2B5EF4-FFF2-40B4-BE49-F238E27FC236}">
                <a16:creationId xmlns:a16="http://schemas.microsoft.com/office/drawing/2014/main" id="{F58176AF-ED14-437F-9600-02540AF7E71C}"/>
              </a:ext>
            </a:extLst>
          </p:cNvPr>
          <p:cNvSpPr>
            <a:spLocks xmlns:a="http://schemas.openxmlformats.org/drawingml/2006/main" noGrp="1"/>
          </p:cNvSpPr>
          <p:nvPr/>
        </p:nvSpPr>
        <p:spPr>
          <a:xfrm xmlns:a="http://schemas.openxmlformats.org/drawingml/2006/main">
            <a:off x="10227469" y="3286125"/>
            <a:ext cx="1352550" cy="438150"/>
          </a:xfrm>
          <a:prstGeom xmlns:a="http://schemas.openxmlformats.org/drawingml/2006/main" prst="rect">
            <a:avLst/>
          </a:prstGeom>
          <a:solidFill xmlns:a="http://schemas.openxmlformats.org/drawingml/2006/main">
            <a:srgbClr val="FFFFFF"/>
          </a:solidFill>
          <a:ln xmlns:a="http://schemas.openxmlformats.org/drawingml/2006/main" w="9525">
            <a:solidFill>
              <a:srgbClr val="087F80"/>
            </a:solidFill>
            <a:prstDash val="solid"/>
          </a:ln>
        </p:spPr>
      </p:sp>
      <p:sp>
        <p:nvSpPr>
          <p:cNvPr id="72" name="state-5 text">
            <a:extLst xmlns:a="http://schemas.openxmlformats.org/drawingml/2006/main">
              <a:ext uri="{FF2B5EF4-FFF2-40B4-BE49-F238E27FC236}">
                <a16:creationId xmlns:a16="http://schemas.microsoft.com/office/drawing/2014/main" id="{2483D512-C92C-4F17-9FA2-2490C5FE1A1F}"/>
              </a:ext>
            </a:extLst>
          </p:cNvPr>
          <p:cNvSpPr>
            <a:spLocks xmlns:a="http://schemas.openxmlformats.org/drawingml/2006/main" noGrp="1"/>
          </p:cNvSpPr>
          <p:nvPr/>
        </p:nvSpPr>
        <p:spPr>
          <a:xfrm xmlns:a="http://schemas.openxmlformats.org/drawingml/2006/main">
            <a:off x="10275094" y="3314700"/>
            <a:ext cx="1257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388" b="0">
                <a:solidFill>
                  <a:srgbClr val="17243F"/>
                </a:solidFill>
                <a:latin typeface="Arial"/>
                <a:ea typeface="Arial"/>
                <a:cs typeface="Arial"/>
              </a:defRPr>
            </a:defPPr>
            <a:lvl1pPr algn="ctr">
              <a:defRPr sz="1388" b="0">
                <a:solidFill>
                  <a:srgbClr val="17243F"/>
                </a:solidFill>
                <a:latin typeface="Arial"/>
                <a:ea typeface="Arial"/>
                <a:cs typeface="Arial"/>
              </a:defRPr>
            </a:lvl1pPr>
            <a:lvl2pPr algn="ctr">
              <a:defRPr sz="1388" b="0">
                <a:solidFill>
                  <a:srgbClr val="17243F"/>
                </a:solidFill>
                <a:latin typeface="Arial"/>
                <a:ea typeface="Arial"/>
                <a:cs typeface="Arial"/>
              </a:defRPr>
            </a:lvl2pPr>
            <a:lvl3pPr algn="ctr">
              <a:defRPr sz="1388" b="0">
                <a:solidFill>
                  <a:srgbClr val="17243F"/>
                </a:solidFill>
                <a:latin typeface="Arial"/>
                <a:ea typeface="Arial"/>
                <a:cs typeface="Arial"/>
              </a:defRPr>
            </a:lvl3pPr>
            <a:lvl4pPr algn="ctr">
              <a:defRPr sz="1388" b="0">
                <a:solidFill>
                  <a:srgbClr val="17243F"/>
                </a:solidFill>
                <a:latin typeface="Arial"/>
                <a:ea typeface="Arial"/>
                <a:cs typeface="Arial"/>
              </a:defRPr>
            </a:lvl4pPr>
            <a:lvl5pPr algn="ctr">
              <a:defRPr sz="1388" b="0">
                <a:solidFill>
                  <a:srgbClr val="17243F"/>
                </a:solidFill>
                <a:latin typeface="Arial"/>
                <a:ea typeface="Arial"/>
                <a:cs typeface="Arial"/>
              </a:defRPr>
            </a:lvl5pPr>
            <a:lvl6pPr algn="ctr">
              <a:defRPr sz="1388" b="0">
                <a:solidFill>
                  <a:srgbClr val="17243F"/>
                </a:solidFill>
                <a:latin typeface="Arial"/>
                <a:ea typeface="Arial"/>
                <a:cs typeface="Arial"/>
              </a:defRPr>
            </a:lvl6pPr>
            <a:lvl7pPr algn="ctr">
              <a:defRPr sz="1388" b="0">
                <a:solidFill>
                  <a:srgbClr val="17243F"/>
                </a:solidFill>
                <a:latin typeface="Arial"/>
                <a:ea typeface="Arial"/>
                <a:cs typeface="Arial"/>
              </a:defRPr>
            </a:lvl7pPr>
            <a:lvl8pPr algn="ctr">
              <a:defRPr sz="1388" b="0">
                <a:solidFill>
                  <a:srgbClr val="17243F"/>
                </a:solidFill>
                <a:latin typeface="Arial"/>
                <a:ea typeface="Arial"/>
                <a:cs typeface="Arial"/>
              </a:defRPr>
            </a:lvl8pPr>
            <a:lvl9pPr algn="ctr">
              <a:defRPr sz="1388" b="0">
                <a:solidFill>
                  <a:srgbClr val="17243F"/>
                </a:solidFill>
                <a:latin typeface="Arial"/>
                <a:ea typeface="Arial"/>
                <a:cs typeface="Arial"/>
              </a:defRPr>
            </a:lvl9pPr>
          </a:lstStyle>
          <a:p xmlns:a="http://schemas.openxmlformats.org/drawingml/2006/main">
            <a:pPr algn="ctr">
              <a:defRPr sz="1388" b="0">
                <a:solidFill>
                  <a:srgbClr val="17243F"/>
                </a:solidFill>
                <a:latin typeface="Arial"/>
                <a:ea typeface="Arial"/>
                <a:cs typeface="Arial"/>
              </a:defRPr>
            </a:pPr>
            <a:r>
              <a:rPr sz="1388" b="0">
                <a:solidFill>
                  <a:srgbClr val="17243F"/>
                </a:solidFill>
                <a:latin typeface="Arial"/>
                <a:ea typeface="Arial"/>
                <a:cs typeface="Arial"/>
              </a:rPr>
              <a:t>Block on</a:t>
            </a:r>
          </a:p>
          <a:p xmlns:a="http://schemas.openxmlformats.org/drawingml/2006/main">
            <a:pPr algn="ctr">
              <a:defRPr sz="1388" b="0">
                <a:solidFill>
                  <a:srgbClr val="17243F"/>
                </a:solidFill>
                <a:latin typeface="Arial"/>
                <a:ea typeface="Arial"/>
                <a:cs typeface="Arial"/>
              </a:defRPr>
            </a:pPr>
            <a:r>
              <a:rPr sz="1388" b="0">
                <a:solidFill>
                  <a:srgbClr val="17243F"/>
                </a:solidFill>
                <a:latin typeface="Arial"/>
                <a:ea typeface="Arial"/>
                <a:cs typeface="Arial"/>
              </a:rPr>
              <a:t>failed checks</a:t>
            </a:r>
          </a:p>
        </p:txBody>
      </p:sp>
      <p:sp>
        <p:nvSpPr>
          <p:cNvPr id="73" name="state-6">
            <a:extLst xmlns:a="http://schemas.openxmlformats.org/drawingml/2006/main">
              <a:ext uri="{FF2B5EF4-FFF2-40B4-BE49-F238E27FC236}">
                <a16:creationId xmlns:a16="http://schemas.microsoft.com/office/drawing/2014/main" id="{11C9633C-43A9-45D3-B198-D90E78C3A26B}"/>
              </a:ext>
            </a:extLst>
          </p:cNvPr>
          <p:cNvSpPr>
            <a:spLocks xmlns:a="http://schemas.openxmlformats.org/drawingml/2006/main" noGrp="1"/>
          </p:cNvSpPr>
          <p:nvPr/>
        </p:nvSpPr>
        <p:spPr>
          <a:xfrm xmlns:a="http://schemas.openxmlformats.org/drawingml/2006/main">
            <a:off x="11794331" y="3286125"/>
            <a:ext cx="1352550" cy="438150"/>
          </a:xfrm>
          <a:prstGeom xmlns:a="http://schemas.openxmlformats.org/drawingml/2006/main" prst="rect">
            <a:avLst/>
          </a:prstGeom>
          <a:solidFill xmlns:a="http://schemas.openxmlformats.org/drawingml/2006/main">
            <a:srgbClr val="FFFFFF"/>
          </a:solidFill>
          <a:ln xmlns:a="http://schemas.openxmlformats.org/drawingml/2006/main" w="9525">
            <a:solidFill>
              <a:srgbClr val="087F80"/>
            </a:solidFill>
            <a:prstDash val="solid"/>
          </a:ln>
        </p:spPr>
      </p:sp>
      <p:sp>
        <p:nvSpPr>
          <p:cNvPr id="74" name="state-6 text">
            <a:extLst xmlns:a="http://schemas.openxmlformats.org/drawingml/2006/main">
              <a:ext uri="{FF2B5EF4-FFF2-40B4-BE49-F238E27FC236}">
                <a16:creationId xmlns:a16="http://schemas.microsoft.com/office/drawing/2014/main" id="{4327D083-E3E2-4595-AE32-3888DB4D9395}"/>
              </a:ext>
            </a:extLst>
          </p:cNvPr>
          <p:cNvSpPr>
            <a:spLocks xmlns:a="http://schemas.openxmlformats.org/drawingml/2006/main" noGrp="1"/>
          </p:cNvSpPr>
          <p:nvPr/>
        </p:nvSpPr>
        <p:spPr>
          <a:xfrm xmlns:a="http://schemas.openxmlformats.org/drawingml/2006/main">
            <a:off x="11841956" y="3314700"/>
            <a:ext cx="1257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388" b="0">
                <a:solidFill>
                  <a:srgbClr val="17243F"/>
                </a:solidFill>
                <a:latin typeface="Arial"/>
                <a:ea typeface="Arial"/>
                <a:cs typeface="Arial"/>
              </a:defRPr>
            </a:defPPr>
            <a:lvl1pPr algn="ctr">
              <a:defRPr sz="1388" b="0">
                <a:solidFill>
                  <a:srgbClr val="17243F"/>
                </a:solidFill>
                <a:latin typeface="Arial"/>
                <a:ea typeface="Arial"/>
                <a:cs typeface="Arial"/>
              </a:defRPr>
            </a:lvl1pPr>
            <a:lvl2pPr algn="ctr">
              <a:defRPr sz="1388" b="0">
                <a:solidFill>
                  <a:srgbClr val="17243F"/>
                </a:solidFill>
                <a:latin typeface="Arial"/>
                <a:ea typeface="Arial"/>
                <a:cs typeface="Arial"/>
              </a:defRPr>
            </a:lvl2pPr>
            <a:lvl3pPr algn="ctr">
              <a:defRPr sz="1388" b="0">
                <a:solidFill>
                  <a:srgbClr val="17243F"/>
                </a:solidFill>
                <a:latin typeface="Arial"/>
                <a:ea typeface="Arial"/>
                <a:cs typeface="Arial"/>
              </a:defRPr>
            </a:lvl3pPr>
            <a:lvl4pPr algn="ctr">
              <a:defRPr sz="1388" b="0">
                <a:solidFill>
                  <a:srgbClr val="17243F"/>
                </a:solidFill>
                <a:latin typeface="Arial"/>
                <a:ea typeface="Arial"/>
                <a:cs typeface="Arial"/>
              </a:defRPr>
            </a:lvl4pPr>
            <a:lvl5pPr algn="ctr">
              <a:defRPr sz="1388" b="0">
                <a:solidFill>
                  <a:srgbClr val="17243F"/>
                </a:solidFill>
                <a:latin typeface="Arial"/>
                <a:ea typeface="Arial"/>
                <a:cs typeface="Arial"/>
              </a:defRPr>
            </a:lvl5pPr>
            <a:lvl6pPr algn="ctr">
              <a:defRPr sz="1388" b="0">
                <a:solidFill>
                  <a:srgbClr val="17243F"/>
                </a:solidFill>
                <a:latin typeface="Arial"/>
                <a:ea typeface="Arial"/>
                <a:cs typeface="Arial"/>
              </a:defRPr>
            </a:lvl6pPr>
            <a:lvl7pPr algn="ctr">
              <a:defRPr sz="1388" b="0">
                <a:solidFill>
                  <a:srgbClr val="17243F"/>
                </a:solidFill>
                <a:latin typeface="Arial"/>
                <a:ea typeface="Arial"/>
                <a:cs typeface="Arial"/>
              </a:defRPr>
            </a:lvl7pPr>
            <a:lvl8pPr algn="ctr">
              <a:defRPr sz="1388" b="0">
                <a:solidFill>
                  <a:srgbClr val="17243F"/>
                </a:solidFill>
                <a:latin typeface="Arial"/>
                <a:ea typeface="Arial"/>
                <a:cs typeface="Arial"/>
              </a:defRPr>
            </a:lvl8pPr>
            <a:lvl9pPr algn="ctr">
              <a:defRPr sz="1388" b="0">
                <a:solidFill>
                  <a:srgbClr val="17243F"/>
                </a:solidFill>
                <a:latin typeface="Arial"/>
                <a:ea typeface="Arial"/>
                <a:cs typeface="Arial"/>
              </a:defRPr>
            </a:lvl9pPr>
          </a:lstStyle>
          <a:p xmlns:a="http://schemas.openxmlformats.org/drawingml/2006/main">
            <a:pPr algn="ctr">
              <a:defRPr sz="1388" b="0">
                <a:solidFill>
                  <a:srgbClr val="17243F"/>
                </a:solidFill>
                <a:latin typeface="Arial"/>
                <a:ea typeface="Arial"/>
                <a:cs typeface="Arial"/>
              </a:defRPr>
            </a:pPr>
            <a:r>
              <a:rPr sz="1388" b="0">
                <a:solidFill>
                  <a:srgbClr val="17243F"/>
                </a:solidFill>
                <a:latin typeface="Arial"/>
                <a:ea typeface="Arial"/>
                <a:cs typeface="Arial"/>
              </a:rPr>
              <a:t>Require current</a:t>
            </a:r>
          </a:p>
          <a:p xmlns:a="http://schemas.openxmlformats.org/drawingml/2006/main">
            <a:pPr algn="ctr">
              <a:defRPr sz="1388" b="0">
                <a:solidFill>
                  <a:srgbClr val="17243F"/>
                </a:solidFill>
                <a:latin typeface="Arial"/>
                <a:ea typeface="Arial"/>
                <a:cs typeface="Arial"/>
              </a:defRPr>
            </a:pPr>
            <a:r>
              <a:rPr sz="1388" b="0">
                <a:solidFill>
                  <a:srgbClr val="17243F"/>
                </a:solidFill>
                <a:latin typeface="Arial"/>
                <a:ea typeface="Arial"/>
                <a:cs typeface="Arial"/>
              </a:rPr>
              <a:t>prerequisites</a:t>
            </a:r>
          </a:p>
        </p:txBody>
      </p:sp>
      <p:sp>
        <p:nvSpPr>
          <p:cNvPr id="75" name="state-7">
            <a:extLst xmlns:a="http://schemas.openxmlformats.org/drawingml/2006/main">
              <a:ext uri="{FF2B5EF4-FFF2-40B4-BE49-F238E27FC236}">
                <a16:creationId xmlns:a16="http://schemas.microsoft.com/office/drawing/2014/main" id="{3B4D26D9-0AA0-4CF8-BEBA-DDD9AE3A1D71}"/>
              </a:ext>
            </a:extLst>
          </p:cNvPr>
          <p:cNvSpPr>
            <a:spLocks xmlns:a="http://schemas.openxmlformats.org/drawingml/2006/main" noGrp="1"/>
          </p:cNvSpPr>
          <p:nvPr/>
        </p:nvSpPr>
        <p:spPr>
          <a:xfrm xmlns:a="http://schemas.openxmlformats.org/drawingml/2006/main">
            <a:off x="13361194" y="3286125"/>
            <a:ext cx="1352550" cy="438150"/>
          </a:xfrm>
          <a:prstGeom xmlns:a="http://schemas.openxmlformats.org/drawingml/2006/main" prst="rect">
            <a:avLst/>
          </a:prstGeom>
          <a:solidFill xmlns:a="http://schemas.openxmlformats.org/drawingml/2006/main">
            <a:srgbClr val="FFFFFF"/>
          </a:solidFill>
          <a:ln xmlns:a="http://schemas.openxmlformats.org/drawingml/2006/main" w="9525">
            <a:solidFill>
              <a:srgbClr val="087F80"/>
            </a:solidFill>
            <a:prstDash val="solid"/>
          </a:ln>
        </p:spPr>
      </p:sp>
      <p:sp>
        <p:nvSpPr>
          <p:cNvPr id="76" name="state-7 text">
            <a:extLst xmlns:a="http://schemas.openxmlformats.org/drawingml/2006/main">
              <a:ext uri="{FF2B5EF4-FFF2-40B4-BE49-F238E27FC236}">
                <a16:creationId xmlns:a16="http://schemas.microsoft.com/office/drawing/2014/main" id="{6092BAF5-7CD8-4E10-9B29-C77AE0D8F564}"/>
              </a:ext>
            </a:extLst>
          </p:cNvPr>
          <p:cNvSpPr>
            <a:spLocks xmlns:a="http://schemas.openxmlformats.org/drawingml/2006/main" noGrp="1"/>
          </p:cNvSpPr>
          <p:nvPr/>
        </p:nvSpPr>
        <p:spPr>
          <a:xfrm xmlns:a="http://schemas.openxmlformats.org/drawingml/2006/main">
            <a:off x="13408819" y="3314700"/>
            <a:ext cx="1257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388" b="0">
                <a:solidFill>
                  <a:srgbClr val="17243F"/>
                </a:solidFill>
                <a:latin typeface="Arial"/>
                <a:ea typeface="Arial"/>
                <a:cs typeface="Arial"/>
              </a:defRPr>
            </a:defPPr>
            <a:lvl1pPr algn="ctr">
              <a:defRPr sz="1388" b="0">
                <a:solidFill>
                  <a:srgbClr val="17243F"/>
                </a:solidFill>
                <a:latin typeface="Arial"/>
                <a:ea typeface="Arial"/>
                <a:cs typeface="Arial"/>
              </a:defRPr>
            </a:lvl1pPr>
            <a:lvl2pPr algn="ctr">
              <a:defRPr sz="1388" b="0">
                <a:solidFill>
                  <a:srgbClr val="17243F"/>
                </a:solidFill>
                <a:latin typeface="Arial"/>
                <a:ea typeface="Arial"/>
                <a:cs typeface="Arial"/>
              </a:defRPr>
            </a:lvl2pPr>
            <a:lvl3pPr algn="ctr">
              <a:defRPr sz="1388" b="0">
                <a:solidFill>
                  <a:srgbClr val="17243F"/>
                </a:solidFill>
                <a:latin typeface="Arial"/>
                <a:ea typeface="Arial"/>
                <a:cs typeface="Arial"/>
              </a:defRPr>
            </a:lvl3pPr>
            <a:lvl4pPr algn="ctr">
              <a:defRPr sz="1388" b="0">
                <a:solidFill>
                  <a:srgbClr val="17243F"/>
                </a:solidFill>
                <a:latin typeface="Arial"/>
                <a:ea typeface="Arial"/>
                <a:cs typeface="Arial"/>
              </a:defRPr>
            </a:lvl4pPr>
            <a:lvl5pPr algn="ctr">
              <a:defRPr sz="1388" b="0">
                <a:solidFill>
                  <a:srgbClr val="17243F"/>
                </a:solidFill>
                <a:latin typeface="Arial"/>
                <a:ea typeface="Arial"/>
                <a:cs typeface="Arial"/>
              </a:defRPr>
            </a:lvl5pPr>
            <a:lvl6pPr algn="ctr">
              <a:defRPr sz="1388" b="0">
                <a:solidFill>
                  <a:srgbClr val="17243F"/>
                </a:solidFill>
                <a:latin typeface="Arial"/>
                <a:ea typeface="Arial"/>
                <a:cs typeface="Arial"/>
              </a:defRPr>
            </a:lvl6pPr>
            <a:lvl7pPr algn="ctr">
              <a:defRPr sz="1388" b="0">
                <a:solidFill>
                  <a:srgbClr val="17243F"/>
                </a:solidFill>
                <a:latin typeface="Arial"/>
                <a:ea typeface="Arial"/>
                <a:cs typeface="Arial"/>
              </a:defRPr>
            </a:lvl7pPr>
            <a:lvl8pPr algn="ctr">
              <a:defRPr sz="1388" b="0">
                <a:solidFill>
                  <a:srgbClr val="17243F"/>
                </a:solidFill>
                <a:latin typeface="Arial"/>
                <a:ea typeface="Arial"/>
                <a:cs typeface="Arial"/>
              </a:defRPr>
            </a:lvl8pPr>
            <a:lvl9pPr algn="ctr">
              <a:defRPr sz="1388" b="0">
                <a:solidFill>
                  <a:srgbClr val="17243F"/>
                </a:solidFill>
                <a:latin typeface="Arial"/>
                <a:ea typeface="Arial"/>
                <a:cs typeface="Arial"/>
              </a:defRPr>
            </a:lvl9pPr>
          </a:lstStyle>
          <a:p xmlns:a="http://schemas.openxmlformats.org/drawingml/2006/main">
            <a:pPr algn="ctr">
              <a:defRPr sz="1388" b="0">
                <a:solidFill>
                  <a:srgbClr val="17243F"/>
                </a:solidFill>
                <a:latin typeface="Arial"/>
                <a:ea typeface="Arial"/>
                <a:cs typeface="Arial"/>
              </a:defRPr>
            </a:pPr>
            <a:r>
              <a:rPr sz="1388" b="0">
                <a:solidFill>
                  <a:srgbClr val="17243F"/>
                </a:solidFill>
                <a:latin typeface="Arial"/>
                <a:ea typeface="Arial"/>
                <a:cs typeface="Arial"/>
              </a:rPr>
              <a:t>Verify terminal</a:t>
            </a:r>
          </a:p>
          <a:p xmlns:a="http://schemas.openxmlformats.org/drawingml/2006/main">
            <a:pPr algn="ctr">
              <a:defRPr sz="1388" b="0">
                <a:solidFill>
                  <a:srgbClr val="17243F"/>
                </a:solidFill>
                <a:latin typeface="Arial"/>
                <a:ea typeface="Arial"/>
                <a:cs typeface="Arial"/>
              </a:defRPr>
            </a:pPr>
            <a:r>
              <a:rPr sz="1388" b="0">
                <a:solidFill>
                  <a:srgbClr val="17243F"/>
                </a:solidFill>
                <a:latin typeface="Arial"/>
                <a:ea typeface="Arial"/>
                <a:cs typeface="Arial"/>
              </a:rPr>
              <a:t>FPU state</a:t>
            </a:r>
          </a:p>
        </p:txBody>
      </p:sp>
      <p:sp>
        <p:nvSpPr>
          <p:cNvPr id="77" name="advisor">
            <a:extLst xmlns:a="http://schemas.openxmlformats.org/drawingml/2006/main">
              <a:ext uri="{FF2B5EF4-FFF2-40B4-BE49-F238E27FC236}">
                <a16:creationId xmlns:a16="http://schemas.microsoft.com/office/drawing/2014/main" id="{9C8E7472-2BA3-469A-ACA1-3416B13653F1}"/>
              </a:ext>
            </a:extLst>
          </p:cNvPr>
          <p:cNvSpPr>
            <a:spLocks xmlns:a="http://schemas.openxmlformats.org/drawingml/2006/main" noGrp="1"/>
          </p:cNvSpPr>
          <p:nvPr/>
        </p:nvSpPr>
        <p:spPr>
          <a:xfrm xmlns:a="http://schemas.openxmlformats.org/drawingml/2006/main">
            <a:off x="2393156" y="4067175"/>
            <a:ext cx="1352550" cy="438150"/>
          </a:xfrm>
          <a:prstGeom xmlns:a="http://schemas.openxmlformats.org/drawingml/2006/main" prst="rect">
            <a:avLst/>
          </a:prstGeom>
          <a:solidFill xmlns:a="http://schemas.openxmlformats.org/drawingml/2006/main">
            <a:srgbClr val="FFFFFF"/>
          </a:solidFill>
          <a:ln xmlns:a="http://schemas.openxmlformats.org/drawingml/2006/main" w="9525">
            <a:solidFill>
              <a:srgbClr val="A56A18"/>
            </a:solidFill>
            <a:prstDash val="solid"/>
          </a:ln>
        </p:spPr>
      </p:sp>
      <p:sp>
        <p:nvSpPr>
          <p:cNvPr id="78" name="advisor text">
            <a:extLst xmlns:a="http://schemas.openxmlformats.org/drawingml/2006/main">
              <a:ext uri="{FF2B5EF4-FFF2-40B4-BE49-F238E27FC236}">
                <a16:creationId xmlns:a16="http://schemas.microsoft.com/office/drawing/2014/main" id="{4BCD8F6A-737B-43FE-8BBC-0BA3A5BD8634}"/>
              </a:ext>
            </a:extLst>
          </p:cNvPr>
          <p:cNvSpPr>
            <a:spLocks xmlns:a="http://schemas.openxmlformats.org/drawingml/2006/main" noGrp="1"/>
          </p:cNvSpPr>
          <p:nvPr/>
        </p:nvSpPr>
        <p:spPr>
          <a:xfrm xmlns:a="http://schemas.openxmlformats.org/drawingml/2006/main">
            <a:off x="2440781" y="4095750"/>
            <a:ext cx="1257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388" b="0">
                <a:solidFill>
                  <a:srgbClr val="17243F"/>
                </a:solidFill>
                <a:latin typeface="Arial"/>
                <a:ea typeface="Arial"/>
                <a:cs typeface="Arial"/>
              </a:defRPr>
            </a:defPPr>
            <a:lvl1pPr algn="ctr">
              <a:defRPr sz="1388" b="0">
                <a:solidFill>
                  <a:srgbClr val="17243F"/>
                </a:solidFill>
                <a:latin typeface="Arial"/>
                <a:ea typeface="Arial"/>
                <a:cs typeface="Arial"/>
              </a:defRPr>
            </a:lvl1pPr>
            <a:lvl2pPr algn="ctr">
              <a:defRPr sz="1388" b="0">
                <a:solidFill>
                  <a:srgbClr val="17243F"/>
                </a:solidFill>
                <a:latin typeface="Arial"/>
                <a:ea typeface="Arial"/>
                <a:cs typeface="Arial"/>
              </a:defRPr>
            </a:lvl2pPr>
            <a:lvl3pPr algn="ctr">
              <a:defRPr sz="1388" b="0">
                <a:solidFill>
                  <a:srgbClr val="17243F"/>
                </a:solidFill>
                <a:latin typeface="Arial"/>
                <a:ea typeface="Arial"/>
                <a:cs typeface="Arial"/>
              </a:defRPr>
            </a:lvl3pPr>
            <a:lvl4pPr algn="ctr">
              <a:defRPr sz="1388" b="0">
                <a:solidFill>
                  <a:srgbClr val="17243F"/>
                </a:solidFill>
                <a:latin typeface="Arial"/>
                <a:ea typeface="Arial"/>
                <a:cs typeface="Arial"/>
              </a:defRPr>
            </a:lvl4pPr>
            <a:lvl5pPr algn="ctr">
              <a:defRPr sz="1388" b="0">
                <a:solidFill>
                  <a:srgbClr val="17243F"/>
                </a:solidFill>
                <a:latin typeface="Arial"/>
                <a:ea typeface="Arial"/>
                <a:cs typeface="Arial"/>
              </a:defRPr>
            </a:lvl5pPr>
            <a:lvl6pPr algn="ctr">
              <a:defRPr sz="1388" b="0">
                <a:solidFill>
                  <a:srgbClr val="17243F"/>
                </a:solidFill>
                <a:latin typeface="Arial"/>
                <a:ea typeface="Arial"/>
                <a:cs typeface="Arial"/>
              </a:defRPr>
            </a:lvl6pPr>
            <a:lvl7pPr algn="ctr">
              <a:defRPr sz="1388" b="0">
                <a:solidFill>
                  <a:srgbClr val="17243F"/>
                </a:solidFill>
                <a:latin typeface="Arial"/>
                <a:ea typeface="Arial"/>
                <a:cs typeface="Arial"/>
              </a:defRPr>
            </a:lvl7pPr>
            <a:lvl8pPr algn="ctr">
              <a:defRPr sz="1388" b="0">
                <a:solidFill>
                  <a:srgbClr val="17243F"/>
                </a:solidFill>
                <a:latin typeface="Arial"/>
                <a:ea typeface="Arial"/>
                <a:cs typeface="Arial"/>
              </a:defRPr>
            </a:lvl8pPr>
            <a:lvl9pPr algn="ctr">
              <a:defRPr sz="1388" b="0">
                <a:solidFill>
                  <a:srgbClr val="17243F"/>
                </a:solidFill>
                <a:latin typeface="Arial"/>
                <a:ea typeface="Arial"/>
                <a:cs typeface="Arial"/>
              </a:defRPr>
            </a:lvl9pPr>
          </a:lstStyle>
          <a:p xmlns:a="http://schemas.openxmlformats.org/drawingml/2006/main">
            <a:pPr algn="ctr">
              <a:defRPr sz="1388" b="0">
                <a:solidFill>
                  <a:srgbClr val="17243F"/>
                </a:solidFill>
                <a:latin typeface="Arial"/>
                <a:ea typeface="Arial"/>
                <a:cs typeface="Arial"/>
              </a:defRPr>
            </a:pPr>
            <a:r>
              <a:rPr sz="1388" b="0">
                <a:solidFill>
                  <a:srgbClr val="17243F"/>
                </a:solidFill>
                <a:latin typeface="Arial"/>
                <a:ea typeface="Arial"/>
                <a:cs typeface="Arial"/>
              </a:rPr>
              <a:t>Advisor (P)</a:t>
            </a:r>
          </a:p>
          <a:p xmlns:a="http://schemas.openxmlformats.org/drawingml/2006/main">
            <a:pPr algn="ctr">
              <a:defRPr sz="1388" b="0">
                <a:solidFill>
                  <a:srgbClr val="17243F"/>
                </a:solidFill>
                <a:latin typeface="Arial"/>
                <a:ea typeface="Arial"/>
                <a:cs typeface="Arial"/>
              </a:defRPr>
            </a:pPr>
            <a:r>
              <a:rPr sz="1388" b="0">
                <a:solidFill>
                  <a:srgbClr val="17243F"/>
                </a:solidFill>
                <a:latin typeface="Arial"/>
                <a:ea typeface="Arial"/>
                <a:cs typeface="Arial"/>
              </a:rPr>
              <a:t>Optional advice</a:t>
            </a:r>
          </a:p>
        </p:txBody>
      </p:sp>
      <p:sp>
        <p:nvSpPr>
          <p:cNvPr id="79" name="discover">
            <a:extLst xmlns:a="http://schemas.openxmlformats.org/drawingml/2006/main">
              <a:ext uri="{FF2B5EF4-FFF2-40B4-BE49-F238E27FC236}">
                <a16:creationId xmlns:a16="http://schemas.microsoft.com/office/drawing/2014/main" id="{92806B39-7EA4-41F0-A9D6-C7C6E75F3C6C}"/>
              </a:ext>
            </a:extLst>
          </p:cNvPr>
          <p:cNvSpPr>
            <a:spLocks xmlns:a="http://schemas.openxmlformats.org/drawingml/2006/main" noGrp="1"/>
          </p:cNvSpPr>
          <p:nvPr/>
        </p:nvSpPr>
        <p:spPr>
          <a:xfrm xmlns:a="http://schemas.openxmlformats.org/drawingml/2006/main">
            <a:off x="3960019" y="4067175"/>
            <a:ext cx="1352550" cy="438150"/>
          </a:xfrm>
          <a:prstGeom xmlns:a="http://schemas.openxmlformats.org/drawingml/2006/main" prst="rect">
            <a:avLst/>
          </a:prstGeom>
          <a:solidFill xmlns:a="http://schemas.openxmlformats.org/drawingml/2006/main">
            <a:srgbClr val="FFFFFF"/>
          </a:solidFill>
          <a:ln xmlns:a="http://schemas.openxmlformats.org/drawingml/2006/main" w="9525">
            <a:solidFill>
              <a:srgbClr val="087F80"/>
            </a:solidFill>
            <a:prstDash val="solid"/>
          </a:ln>
        </p:spPr>
      </p:sp>
      <p:sp>
        <p:nvSpPr>
          <p:cNvPr id="80" name="discover text">
            <a:extLst xmlns:a="http://schemas.openxmlformats.org/drawingml/2006/main">
              <a:ext uri="{FF2B5EF4-FFF2-40B4-BE49-F238E27FC236}">
                <a16:creationId xmlns:a16="http://schemas.microsoft.com/office/drawing/2014/main" id="{7217F96C-39A8-4521-BF0B-A10026451FEB}"/>
              </a:ext>
            </a:extLst>
          </p:cNvPr>
          <p:cNvSpPr>
            <a:spLocks xmlns:a="http://schemas.openxmlformats.org/drawingml/2006/main" noGrp="1"/>
          </p:cNvSpPr>
          <p:nvPr/>
        </p:nvSpPr>
        <p:spPr>
          <a:xfrm xmlns:a="http://schemas.openxmlformats.org/drawingml/2006/main">
            <a:off x="4007644" y="4095750"/>
            <a:ext cx="1257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388" b="0">
                <a:solidFill>
                  <a:srgbClr val="17243F"/>
                </a:solidFill>
                <a:latin typeface="Arial"/>
                <a:ea typeface="Arial"/>
                <a:cs typeface="Arial"/>
              </a:defRPr>
            </a:defPPr>
            <a:lvl1pPr algn="ctr">
              <a:defRPr sz="1388" b="0">
                <a:solidFill>
                  <a:srgbClr val="17243F"/>
                </a:solidFill>
                <a:latin typeface="Arial"/>
                <a:ea typeface="Arial"/>
                <a:cs typeface="Arial"/>
              </a:defRPr>
            </a:lvl1pPr>
            <a:lvl2pPr algn="ctr">
              <a:defRPr sz="1388" b="0">
                <a:solidFill>
                  <a:srgbClr val="17243F"/>
                </a:solidFill>
                <a:latin typeface="Arial"/>
                <a:ea typeface="Arial"/>
                <a:cs typeface="Arial"/>
              </a:defRPr>
            </a:lvl2pPr>
            <a:lvl3pPr algn="ctr">
              <a:defRPr sz="1388" b="0">
                <a:solidFill>
                  <a:srgbClr val="17243F"/>
                </a:solidFill>
                <a:latin typeface="Arial"/>
                <a:ea typeface="Arial"/>
                <a:cs typeface="Arial"/>
              </a:defRPr>
            </a:lvl3pPr>
            <a:lvl4pPr algn="ctr">
              <a:defRPr sz="1388" b="0">
                <a:solidFill>
                  <a:srgbClr val="17243F"/>
                </a:solidFill>
                <a:latin typeface="Arial"/>
                <a:ea typeface="Arial"/>
                <a:cs typeface="Arial"/>
              </a:defRPr>
            </a:lvl4pPr>
            <a:lvl5pPr algn="ctr">
              <a:defRPr sz="1388" b="0">
                <a:solidFill>
                  <a:srgbClr val="17243F"/>
                </a:solidFill>
                <a:latin typeface="Arial"/>
                <a:ea typeface="Arial"/>
                <a:cs typeface="Arial"/>
              </a:defRPr>
            </a:lvl5pPr>
            <a:lvl6pPr algn="ctr">
              <a:defRPr sz="1388" b="0">
                <a:solidFill>
                  <a:srgbClr val="17243F"/>
                </a:solidFill>
                <a:latin typeface="Arial"/>
                <a:ea typeface="Arial"/>
                <a:cs typeface="Arial"/>
              </a:defRPr>
            </a:lvl6pPr>
            <a:lvl7pPr algn="ctr">
              <a:defRPr sz="1388" b="0">
                <a:solidFill>
                  <a:srgbClr val="17243F"/>
                </a:solidFill>
                <a:latin typeface="Arial"/>
                <a:ea typeface="Arial"/>
                <a:cs typeface="Arial"/>
              </a:defRPr>
            </a:lvl7pPr>
            <a:lvl8pPr algn="ctr">
              <a:defRPr sz="1388" b="0">
                <a:solidFill>
                  <a:srgbClr val="17243F"/>
                </a:solidFill>
                <a:latin typeface="Arial"/>
                <a:ea typeface="Arial"/>
                <a:cs typeface="Arial"/>
              </a:defRPr>
            </a:lvl8pPr>
            <a:lvl9pPr algn="ctr">
              <a:defRPr sz="1388" b="0">
                <a:solidFill>
                  <a:srgbClr val="17243F"/>
                </a:solidFill>
                <a:latin typeface="Arial"/>
                <a:ea typeface="Arial"/>
                <a:cs typeface="Arial"/>
              </a:defRPr>
            </a:lvl9pPr>
          </a:lstStyle>
          <a:p xmlns:a="http://schemas.openxmlformats.org/drawingml/2006/main">
            <a:pPr algn="ctr">
              <a:defRPr sz="1388" b="0">
                <a:solidFill>
                  <a:srgbClr val="17243F"/>
                </a:solidFill>
                <a:latin typeface="Arial"/>
                <a:ea typeface="Arial"/>
                <a:cs typeface="Arial"/>
              </a:defRPr>
            </a:pPr>
            <a:r>
              <a:rPr sz="1388" b="0">
                <a:solidFill>
                  <a:srgbClr val="17243F"/>
                </a:solidFill>
                <a:latin typeface="Arial"/>
                <a:ea typeface="Arial"/>
                <a:cs typeface="Arial"/>
              </a:rPr>
              <a:t>Discovery /</a:t>
            </a:r>
          </a:p>
          <a:p xmlns:a="http://schemas.openxmlformats.org/drawingml/2006/main">
            <a:pPr algn="ctr">
              <a:defRPr sz="1388" b="0">
                <a:solidFill>
                  <a:srgbClr val="17243F"/>
                </a:solidFill>
                <a:latin typeface="Arial"/>
                <a:ea typeface="Arial"/>
                <a:cs typeface="Arial"/>
              </a:defRPr>
            </a:pPr>
            <a:r>
              <a:rPr sz="1388" b="0">
                <a:solidFill>
                  <a:srgbClr val="17243F"/>
                </a:solidFill>
                <a:latin typeface="Arial"/>
                <a:ea typeface="Arial"/>
                <a:cs typeface="Arial"/>
              </a:rPr>
              <a:t>Assessment</a:t>
            </a:r>
          </a:p>
        </p:txBody>
      </p:sp>
      <p:sp>
        <p:nvSpPr>
          <p:cNvPr id="81" name="plan">
            <a:extLst xmlns:a="http://schemas.openxmlformats.org/drawingml/2006/main">
              <a:ext uri="{FF2B5EF4-FFF2-40B4-BE49-F238E27FC236}">
                <a16:creationId xmlns:a16="http://schemas.microsoft.com/office/drawing/2014/main" id="{4B0CC18F-4070-4F39-8ECC-8ECFC46F7C56}"/>
              </a:ext>
            </a:extLst>
          </p:cNvPr>
          <p:cNvSpPr>
            <a:spLocks xmlns:a="http://schemas.openxmlformats.org/drawingml/2006/main" noGrp="1"/>
          </p:cNvSpPr>
          <p:nvPr/>
        </p:nvSpPr>
        <p:spPr>
          <a:xfrm xmlns:a="http://schemas.openxmlformats.org/drawingml/2006/main">
            <a:off x="5526881" y="4067175"/>
            <a:ext cx="1352550" cy="438150"/>
          </a:xfrm>
          <a:prstGeom xmlns:a="http://schemas.openxmlformats.org/drawingml/2006/main" prst="rect">
            <a:avLst/>
          </a:prstGeom>
          <a:solidFill xmlns:a="http://schemas.openxmlformats.org/drawingml/2006/main">
            <a:srgbClr val="FFFFFF"/>
          </a:solidFill>
          <a:ln xmlns:a="http://schemas.openxmlformats.org/drawingml/2006/main" w="9525">
            <a:solidFill>
              <a:srgbClr val="087F80"/>
            </a:solidFill>
            <a:prstDash val="solid"/>
          </a:ln>
        </p:spPr>
      </p:sp>
      <p:sp>
        <p:nvSpPr>
          <p:cNvPr id="82" name="plan text">
            <a:extLst xmlns:a="http://schemas.openxmlformats.org/drawingml/2006/main">
              <a:ext uri="{FF2B5EF4-FFF2-40B4-BE49-F238E27FC236}">
                <a16:creationId xmlns:a16="http://schemas.microsoft.com/office/drawing/2014/main" id="{ACE5E988-E721-48F1-84F2-C1B98871BF3D}"/>
              </a:ext>
            </a:extLst>
          </p:cNvPr>
          <p:cNvSpPr>
            <a:spLocks xmlns:a="http://schemas.openxmlformats.org/drawingml/2006/main" noGrp="1"/>
          </p:cNvSpPr>
          <p:nvPr/>
        </p:nvSpPr>
        <p:spPr>
          <a:xfrm xmlns:a="http://schemas.openxmlformats.org/drawingml/2006/main">
            <a:off x="5574506" y="4095750"/>
            <a:ext cx="1257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388" b="0">
                <a:solidFill>
                  <a:srgbClr val="17243F"/>
                </a:solidFill>
                <a:latin typeface="Arial"/>
                <a:ea typeface="Arial"/>
                <a:cs typeface="Arial"/>
              </a:defRPr>
            </a:defPPr>
            <a:lvl1pPr algn="ctr">
              <a:defRPr sz="1388" b="0">
                <a:solidFill>
                  <a:srgbClr val="17243F"/>
                </a:solidFill>
                <a:latin typeface="Arial"/>
                <a:ea typeface="Arial"/>
                <a:cs typeface="Arial"/>
              </a:defRPr>
            </a:lvl1pPr>
            <a:lvl2pPr algn="ctr">
              <a:defRPr sz="1388" b="0">
                <a:solidFill>
                  <a:srgbClr val="17243F"/>
                </a:solidFill>
                <a:latin typeface="Arial"/>
                <a:ea typeface="Arial"/>
                <a:cs typeface="Arial"/>
              </a:defRPr>
            </a:lvl2pPr>
            <a:lvl3pPr algn="ctr">
              <a:defRPr sz="1388" b="0">
                <a:solidFill>
                  <a:srgbClr val="17243F"/>
                </a:solidFill>
                <a:latin typeface="Arial"/>
                <a:ea typeface="Arial"/>
                <a:cs typeface="Arial"/>
              </a:defRPr>
            </a:lvl3pPr>
            <a:lvl4pPr algn="ctr">
              <a:defRPr sz="1388" b="0">
                <a:solidFill>
                  <a:srgbClr val="17243F"/>
                </a:solidFill>
                <a:latin typeface="Arial"/>
                <a:ea typeface="Arial"/>
                <a:cs typeface="Arial"/>
              </a:defRPr>
            </a:lvl4pPr>
            <a:lvl5pPr algn="ctr">
              <a:defRPr sz="1388" b="0">
                <a:solidFill>
                  <a:srgbClr val="17243F"/>
                </a:solidFill>
                <a:latin typeface="Arial"/>
                <a:ea typeface="Arial"/>
                <a:cs typeface="Arial"/>
              </a:defRPr>
            </a:lvl5pPr>
            <a:lvl6pPr algn="ctr">
              <a:defRPr sz="1388" b="0">
                <a:solidFill>
                  <a:srgbClr val="17243F"/>
                </a:solidFill>
                <a:latin typeface="Arial"/>
                <a:ea typeface="Arial"/>
                <a:cs typeface="Arial"/>
              </a:defRPr>
            </a:lvl6pPr>
            <a:lvl7pPr algn="ctr">
              <a:defRPr sz="1388" b="0">
                <a:solidFill>
                  <a:srgbClr val="17243F"/>
                </a:solidFill>
                <a:latin typeface="Arial"/>
                <a:ea typeface="Arial"/>
                <a:cs typeface="Arial"/>
              </a:defRPr>
            </a:lvl7pPr>
            <a:lvl8pPr algn="ctr">
              <a:defRPr sz="1388" b="0">
                <a:solidFill>
                  <a:srgbClr val="17243F"/>
                </a:solidFill>
                <a:latin typeface="Arial"/>
                <a:ea typeface="Arial"/>
                <a:cs typeface="Arial"/>
              </a:defRPr>
            </a:lvl8pPr>
            <a:lvl9pPr algn="ctr">
              <a:defRPr sz="1388" b="0">
                <a:solidFill>
                  <a:srgbClr val="17243F"/>
                </a:solidFill>
                <a:latin typeface="Arial"/>
                <a:ea typeface="Arial"/>
                <a:cs typeface="Arial"/>
              </a:defRPr>
            </a:lvl9pPr>
          </a:lstStyle>
          <a:p xmlns:a="http://schemas.openxmlformats.org/drawingml/2006/main">
            <a:pPr algn="ctr">
              <a:defRPr sz="1388" b="0">
                <a:solidFill>
                  <a:srgbClr val="17243F"/>
                </a:solidFill>
                <a:latin typeface="Arial"/>
                <a:ea typeface="Arial"/>
                <a:cs typeface="Arial"/>
              </a:defRPr>
            </a:pPr>
            <a:r>
              <a:rPr sz="1388" b="0">
                <a:solidFill>
                  <a:srgbClr val="17243F"/>
                </a:solidFill>
                <a:latin typeface="Arial"/>
                <a:ea typeface="Arial"/>
                <a:cs typeface="Arial"/>
              </a:rPr>
              <a:t>Planning /</a:t>
            </a:r>
          </a:p>
          <a:p xmlns:a="http://schemas.openxmlformats.org/drawingml/2006/main">
            <a:pPr algn="ctr">
              <a:defRPr sz="1388" b="0">
                <a:solidFill>
                  <a:srgbClr val="17243F"/>
                </a:solidFill>
                <a:latin typeface="Arial"/>
                <a:ea typeface="Arial"/>
                <a:cs typeface="Arial"/>
              </a:defRPr>
            </a:pPr>
            <a:r>
              <a:rPr sz="1388" b="0">
                <a:solidFill>
                  <a:srgbClr val="17243F"/>
                </a:solidFill>
                <a:latin typeface="Arial"/>
                <a:ea typeface="Arial"/>
                <a:cs typeface="Arial"/>
              </a:rPr>
              <a:t>Mapping</a:t>
            </a:r>
          </a:p>
        </p:txBody>
      </p:sp>
      <p:sp>
        <p:nvSpPr>
          <p:cNvPr id="83" name="migrate">
            <a:extLst xmlns:a="http://schemas.openxmlformats.org/drawingml/2006/main">
              <a:ext uri="{FF2B5EF4-FFF2-40B4-BE49-F238E27FC236}">
                <a16:creationId xmlns:a16="http://schemas.microsoft.com/office/drawing/2014/main" id="{42E1740A-69CA-4899-A092-11DBBD8A4017}"/>
              </a:ext>
            </a:extLst>
          </p:cNvPr>
          <p:cNvSpPr>
            <a:spLocks xmlns:a="http://schemas.openxmlformats.org/drawingml/2006/main" noGrp="1"/>
          </p:cNvSpPr>
          <p:nvPr/>
        </p:nvSpPr>
        <p:spPr>
          <a:xfrm xmlns:a="http://schemas.openxmlformats.org/drawingml/2006/main">
            <a:off x="7093744" y="4067175"/>
            <a:ext cx="1352550" cy="438150"/>
          </a:xfrm>
          <a:prstGeom xmlns:a="http://schemas.openxmlformats.org/drawingml/2006/main" prst="rect">
            <a:avLst/>
          </a:prstGeom>
          <a:solidFill xmlns:a="http://schemas.openxmlformats.org/drawingml/2006/main">
            <a:srgbClr val="FFFFFF"/>
          </a:solidFill>
          <a:ln xmlns:a="http://schemas.openxmlformats.org/drawingml/2006/main" w="9525">
            <a:solidFill>
              <a:srgbClr val="087F80"/>
            </a:solidFill>
            <a:prstDash val="solid"/>
          </a:ln>
        </p:spPr>
      </p:sp>
      <p:sp>
        <p:nvSpPr>
          <p:cNvPr id="84" name="migrate text">
            <a:extLst xmlns:a="http://schemas.openxmlformats.org/drawingml/2006/main">
              <a:ext uri="{FF2B5EF4-FFF2-40B4-BE49-F238E27FC236}">
                <a16:creationId xmlns:a16="http://schemas.microsoft.com/office/drawing/2014/main" id="{7879F159-EBA3-4CD4-85FE-A9BDFC27BC14}"/>
              </a:ext>
            </a:extLst>
          </p:cNvPr>
          <p:cNvSpPr>
            <a:spLocks xmlns:a="http://schemas.openxmlformats.org/drawingml/2006/main" noGrp="1"/>
          </p:cNvSpPr>
          <p:nvPr/>
        </p:nvSpPr>
        <p:spPr>
          <a:xfrm xmlns:a="http://schemas.openxmlformats.org/drawingml/2006/main">
            <a:off x="7141369" y="4095750"/>
            <a:ext cx="1257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388" b="0">
                <a:solidFill>
                  <a:srgbClr val="17243F"/>
                </a:solidFill>
                <a:latin typeface="Arial"/>
                <a:ea typeface="Arial"/>
                <a:cs typeface="Arial"/>
              </a:defRPr>
            </a:defPPr>
            <a:lvl1pPr algn="ctr">
              <a:defRPr sz="1388" b="0">
                <a:solidFill>
                  <a:srgbClr val="17243F"/>
                </a:solidFill>
                <a:latin typeface="Arial"/>
                <a:ea typeface="Arial"/>
                <a:cs typeface="Arial"/>
              </a:defRPr>
            </a:lvl1pPr>
            <a:lvl2pPr algn="ctr">
              <a:defRPr sz="1388" b="0">
                <a:solidFill>
                  <a:srgbClr val="17243F"/>
                </a:solidFill>
                <a:latin typeface="Arial"/>
                <a:ea typeface="Arial"/>
                <a:cs typeface="Arial"/>
              </a:defRPr>
            </a:lvl2pPr>
            <a:lvl3pPr algn="ctr">
              <a:defRPr sz="1388" b="0">
                <a:solidFill>
                  <a:srgbClr val="17243F"/>
                </a:solidFill>
                <a:latin typeface="Arial"/>
                <a:ea typeface="Arial"/>
                <a:cs typeface="Arial"/>
              </a:defRPr>
            </a:lvl3pPr>
            <a:lvl4pPr algn="ctr">
              <a:defRPr sz="1388" b="0">
                <a:solidFill>
                  <a:srgbClr val="17243F"/>
                </a:solidFill>
                <a:latin typeface="Arial"/>
                <a:ea typeface="Arial"/>
                <a:cs typeface="Arial"/>
              </a:defRPr>
            </a:lvl4pPr>
            <a:lvl5pPr algn="ctr">
              <a:defRPr sz="1388" b="0">
                <a:solidFill>
                  <a:srgbClr val="17243F"/>
                </a:solidFill>
                <a:latin typeface="Arial"/>
                <a:ea typeface="Arial"/>
                <a:cs typeface="Arial"/>
              </a:defRPr>
            </a:lvl5pPr>
            <a:lvl6pPr algn="ctr">
              <a:defRPr sz="1388" b="0">
                <a:solidFill>
                  <a:srgbClr val="17243F"/>
                </a:solidFill>
                <a:latin typeface="Arial"/>
                <a:ea typeface="Arial"/>
                <a:cs typeface="Arial"/>
              </a:defRPr>
            </a:lvl6pPr>
            <a:lvl7pPr algn="ctr">
              <a:defRPr sz="1388" b="0">
                <a:solidFill>
                  <a:srgbClr val="17243F"/>
                </a:solidFill>
                <a:latin typeface="Arial"/>
                <a:ea typeface="Arial"/>
                <a:cs typeface="Arial"/>
              </a:defRPr>
            </a:lvl7pPr>
            <a:lvl8pPr algn="ctr">
              <a:defRPr sz="1388" b="0">
                <a:solidFill>
                  <a:srgbClr val="17243F"/>
                </a:solidFill>
                <a:latin typeface="Arial"/>
                <a:ea typeface="Arial"/>
                <a:cs typeface="Arial"/>
              </a:defRPr>
            </a:lvl8pPr>
            <a:lvl9pPr algn="ctr">
              <a:defRPr sz="1388" b="0">
                <a:solidFill>
                  <a:srgbClr val="17243F"/>
                </a:solidFill>
                <a:latin typeface="Arial"/>
                <a:ea typeface="Arial"/>
                <a:cs typeface="Arial"/>
              </a:defRPr>
            </a:lvl9pPr>
          </a:lstStyle>
          <a:p xmlns:a="http://schemas.openxmlformats.org/drawingml/2006/main">
            <a:pPr algn="ctr">
              <a:defRPr sz="1388" b="0">
                <a:solidFill>
                  <a:srgbClr val="17243F"/>
                </a:solidFill>
                <a:latin typeface="Arial"/>
                <a:ea typeface="Arial"/>
                <a:cs typeface="Arial"/>
              </a:defRPr>
            </a:pPr>
            <a:r>
              <a:rPr sz="1388" b="0">
                <a:solidFill>
                  <a:srgbClr val="17243F"/>
                </a:solidFill>
                <a:latin typeface="Arial"/>
                <a:ea typeface="Arial"/>
                <a:cs typeface="Arial"/>
              </a:rPr>
              <a:t>Migration</a:t>
            </a:r>
          </a:p>
        </p:txBody>
      </p:sp>
      <p:sp>
        <p:nvSpPr>
          <p:cNvPr id="85" name="resolve">
            <a:extLst xmlns:a="http://schemas.openxmlformats.org/drawingml/2006/main">
              <a:ext uri="{FF2B5EF4-FFF2-40B4-BE49-F238E27FC236}">
                <a16:creationId xmlns:a16="http://schemas.microsoft.com/office/drawing/2014/main" id="{BB6BE570-AFE8-4A26-911A-B0E24684DC0B}"/>
              </a:ext>
            </a:extLst>
          </p:cNvPr>
          <p:cNvSpPr>
            <a:spLocks xmlns:a="http://schemas.openxmlformats.org/drawingml/2006/main" noGrp="1"/>
          </p:cNvSpPr>
          <p:nvPr/>
        </p:nvSpPr>
        <p:spPr>
          <a:xfrm xmlns:a="http://schemas.openxmlformats.org/drawingml/2006/main">
            <a:off x="8660606" y="4067175"/>
            <a:ext cx="1352550" cy="438150"/>
          </a:xfrm>
          <a:prstGeom xmlns:a="http://schemas.openxmlformats.org/drawingml/2006/main" prst="rect">
            <a:avLst/>
          </a:prstGeom>
          <a:solidFill xmlns:a="http://schemas.openxmlformats.org/drawingml/2006/main">
            <a:srgbClr val="FFFFFF"/>
          </a:solidFill>
          <a:ln xmlns:a="http://schemas.openxmlformats.org/drawingml/2006/main" w="9525">
            <a:solidFill>
              <a:srgbClr val="087F80"/>
            </a:solidFill>
            <a:prstDash val="solid"/>
          </a:ln>
        </p:spPr>
      </p:sp>
      <p:sp>
        <p:nvSpPr>
          <p:cNvPr id="86" name="resolve text">
            <a:extLst xmlns:a="http://schemas.openxmlformats.org/drawingml/2006/main">
              <a:ext uri="{FF2B5EF4-FFF2-40B4-BE49-F238E27FC236}">
                <a16:creationId xmlns:a16="http://schemas.microsoft.com/office/drawing/2014/main" id="{71AC535D-B53F-4CC2-8F50-CEA512E7877E}"/>
              </a:ext>
            </a:extLst>
          </p:cNvPr>
          <p:cNvSpPr>
            <a:spLocks xmlns:a="http://schemas.openxmlformats.org/drawingml/2006/main" noGrp="1"/>
          </p:cNvSpPr>
          <p:nvPr/>
        </p:nvSpPr>
        <p:spPr>
          <a:xfrm xmlns:a="http://schemas.openxmlformats.org/drawingml/2006/main">
            <a:off x="8708231" y="4095750"/>
            <a:ext cx="1257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388" b="0">
                <a:solidFill>
                  <a:srgbClr val="17243F"/>
                </a:solidFill>
                <a:latin typeface="Arial"/>
                <a:ea typeface="Arial"/>
                <a:cs typeface="Arial"/>
              </a:defRPr>
            </a:defPPr>
            <a:lvl1pPr algn="ctr">
              <a:defRPr sz="1388" b="0">
                <a:solidFill>
                  <a:srgbClr val="17243F"/>
                </a:solidFill>
                <a:latin typeface="Arial"/>
                <a:ea typeface="Arial"/>
                <a:cs typeface="Arial"/>
              </a:defRPr>
            </a:lvl1pPr>
            <a:lvl2pPr algn="ctr">
              <a:defRPr sz="1388" b="0">
                <a:solidFill>
                  <a:srgbClr val="17243F"/>
                </a:solidFill>
                <a:latin typeface="Arial"/>
                <a:ea typeface="Arial"/>
                <a:cs typeface="Arial"/>
              </a:defRPr>
            </a:lvl2pPr>
            <a:lvl3pPr algn="ctr">
              <a:defRPr sz="1388" b="0">
                <a:solidFill>
                  <a:srgbClr val="17243F"/>
                </a:solidFill>
                <a:latin typeface="Arial"/>
                <a:ea typeface="Arial"/>
                <a:cs typeface="Arial"/>
              </a:defRPr>
            </a:lvl3pPr>
            <a:lvl4pPr algn="ctr">
              <a:defRPr sz="1388" b="0">
                <a:solidFill>
                  <a:srgbClr val="17243F"/>
                </a:solidFill>
                <a:latin typeface="Arial"/>
                <a:ea typeface="Arial"/>
                <a:cs typeface="Arial"/>
              </a:defRPr>
            </a:lvl4pPr>
            <a:lvl5pPr algn="ctr">
              <a:defRPr sz="1388" b="0">
                <a:solidFill>
                  <a:srgbClr val="17243F"/>
                </a:solidFill>
                <a:latin typeface="Arial"/>
                <a:ea typeface="Arial"/>
                <a:cs typeface="Arial"/>
              </a:defRPr>
            </a:lvl5pPr>
            <a:lvl6pPr algn="ctr">
              <a:defRPr sz="1388" b="0">
                <a:solidFill>
                  <a:srgbClr val="17243F"/>
                </a:solidFill>
                <a:latin typeface="Arial"/>
                <a:ea typeface="Arial"/>
                <a:cs typeface="Arial"/>
              </a:defRPr>
            </a:lvl6pPr>
            <a:lvl7pPr algn="ctr">
              <a:defRPr sz="1388" b="0">
                <a:solidFill>
                  <a:srgbClr val="17243F"/>
                </a:solidFill>
                <a:latin typeface="Arial"/>
                <a:ea typeface="Arial"/>
                <a:cs typeface="Arial"/>
              </a:defRPr>
            </a:lvl7pPr>
            <a:lvl8pPr algn="ctr">
              <a:defRPr sz="1388" b="0">
                <a:solidFill>
                  <a:srgbClr val="17243F"/>
                </a:solidFill>
                <a:latin typeface="Arial"/>
                <a:ea typeface="Arial"/>
                <a:cs typeface="Arial"/>
              </a:defRPr>
            </a:lvl8pPr>
            <a:lvl9pPr algn="ctr">
              <a:defRPr sz="1388" b="0">
                <a:solidFill>
                  <a:srgbClr val="17243F"/>
                </a:solidFill>
                <a:latin typeface="Arial"/>
                <a:ea typeface="Arial"/>
                <a:cs typeface="Arial"/>
              </a:defRPr>
            </a:lvl9pPr>
          </a:lstStyle>
          <a:p xmlns:a="http://schemas.openxmlformats.org/drawingml/2006/main">
            <a:pPr algn="ctr">
              <a:defRPr sz="1388" b="0">
                <a:solidFill>
                  <a:srgbClr val="17243F"/>
                </a:solidFill>
                <a:latin typeface="Arial"/>
                <a:ea typeface="Arial"/>
                <a:cs typeface="Arial"/>
              </a:defRPr>
            </a:pPr>
            <a:r>
              <a:rPr sz="1388" b="0">
                <a:solidFill>
                  <a:srgbClr val="17243F"/>
                </a:solidFill>
                <a:latin typeface="Arial"/>
                <a:ea typeface="Arial"/>
                <a:cs typeface="Arial"/>
              </a:rPr>
              <a:t>Exception</a:t>
            </a:r>
          </a:p>
          <a:p xmlns:a="http://schemas.openxmlformats.org/drawingml/2006/main">
            <a:pPr algn="ctr">
              <a:defRPr sz="1388" b="0">
                <a:solidFill>
                  <a:srgbClr val="17243F"/>
                </a:solidFill>
                <a:latin typeface="Arial"/>
                <a:ea typeface="Arial"/>
                <a:cs typeface="Arial"/>
              </a:defRPr>
            </a:pPr>
            <a:r>
              <a:rPr sz="1388" b="0">
                <a:solidFill>
                  <a:srgbClr val="17243F"/>
                </a:solidFill>
                <a:latin typeface="Arial"/>
                <a:ea typeface="Arial"/>
                <a:cs typeface="Arial"/>
              </a:rPr>
              <a:t>Resolution</a:t>
            </a:r>
          </a:p>
        </p:txBody>
      </p:sp>
      <p:sp>
        <p:nvSpPr>
          <p:cNvPr id="87" name="validate">
            <a:extLst xmlns:a="http://schemas.openxmlformats.org/drawingml/2006/main">
              <a:ext uri="{FF2B5EF4-FFF2-40B4-BE49-F238E27FC236}">
                <a16:creationId xmlns:a16="http://schemas.microsoft.com/office/drawing/2014/main" id="{E21A1F0D-A781-44E4-ABFD-A271135D8060}"/>
              </a:ext>
            </a:extLst>
          </p:cNvPr>
          <p:cNvSpPr>
            <a:spLocks xmlns:a="http://schemas.openxmlformats.org/drawingml/2006/main" noGrp="1"/>
          </p:cNvSpPr>
          <p:nvPr/>
        </p:nvSpPr>
        <p:spPr>
          <a:xfrm xmlns:a="http://schemas.openxmlformats.org/drawingml/2006/main">
            <a:off x="10227469" y="4067175"/>
            <a:ext cx="1352550" cy="438150"/>
          </a:xfrm>
          <a:prstGeom xmlns:a="http://schemas.openxmlformats.org/drawingml/2006/main" prst="rect">
            <a:avLst/>
          </a:prstGeom>
          <a:solidFill xmlns:a="http://schemas.openxmlformats.org/drawingml/2006/main">
            <a:srgbClr val="FFFFFF"/>
          </a:solidFill>
          <a:ln xmlns:a="http://schemas.openxmlformats.org/drawingml/2006/main" w="9525">
            <a:solidFill>
              <a:srgbClr val="087F80"/>
            </a:solidFill>
            <a:prstDash val="solid"/>
          </a:ln>
        </p:spPr>
      </p:sp>
      <p:sp>
        <p:nvSpPr>
          <p:cNvPr id="88" name="validate text">
            <a:extLst xmlns:a="http://schemas.openxmlformats.org/drawingml/2006/main">
              <a:ext uri="{FF2B5EF4-FFF2-40B4-BE49-F238E27FC236}">
                <a16:creationId xmlns:a16="http://schemas.microsoft.com/office/drawing/2014/main" id="{72DF2432-9EC5-49DE-8BD8-C30BEC37EBBF}"/>
              </a:ext>
            </a:extLst>
          </p:cNvPr>
          <p:cNvSpPr>
            <a:spLocks xmlns:a="http://schemas.openxmlformats.org/drawingml/2006/main" noGrp="1"/>
          </p:cNvSpPr>
          <p:nvPr/>
        </p:nvSpPr>
        <p:spPr>
          <a:xfrm xmlns:a="http://schemas.openxmlformats.org/drawingml/2006/main">
            <a:off x="10275094" y="4095750"/>
            <a:ext cx="1257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388" b="0">
                <a:solidFill>
                  <a:srgbClr val="17243F"/>
                </a:solidFill>
                <a:latin typeface="Arial"/>
                <a:ea typeface="Arial"/>
                <a:cs typeface="Arial"/>
              </a:defRPr>
            </a:defPPr>
            <a:lvl1pPr algn="ctr">
              <a:defRPr sz="1388" b="0">
                <a:solidFill>
                  <a:srgbClr val="17243F"/>
                </a:solidFill>
                <a:latin typeface="Arial"/>
                <a:ea typeface="Arial"/>
                <a:cs typeface="Arial"/>
              </a:defRPr>
            </a:lvl1pPr>
            <a:lvl2pPr algn="ctr">
              <a:defRPr sz="1388" b="0">
                <a:solidFill>
                  <a:srgbClr val="17243F"/>
                </a:solidFill>
                <a:latin typeface="Arial"/>
                <a:ea typeface="Arial"/>
                <a:cs typeface="Arial"/>
              </a:defRPr>
            </a:lvl2pPr>
            <a:lvl3pPr algn="ctr">
              <a:defRPr sz="1388" b="0">
                <a:solidFill>
                  <a:srgbClr val="17243F"/>
                </a:solidFill>
                <a:latin typeface="Arial"/>
                <a:ea typeface="Arial"/>
                <a:cs typeface="Arial"/>
              </a:defRPr>
            </a:lvl3pPr>
            <a:lvl4pPr algn="ctr">
              <a:defRPr sz="1388" b="0">
                <a:solidFill>
                  <a:srgbClr val="17243F"/>
                </a:solidFill>
                <a:latin typeface="Arial"/>
                <a:ea typeface="Arial"/>
                <a:cs typeface="Arial"/>
              </a:defRPr>
            </a:lvl4pPr>
            <a:lvl5pPr algn="ctr">
              <a:defRPr sz="1388" b="0">
                <a:solidFill>
                  <a:srgbClr val="17243F"/>
                </a:solidFill>
                <a:latin typeface="Arial"/>
                <a:ea typeface="Arial"/>
                <a:cs typeface="Arial"/>
              </a:defRPr>
            </a:lvl5pPr>
            <a:lvl6pPr algn="ctr">
              <a:defRPr sz="1388" b="0">
                <a:solidFill>
                  <a:srgbClr val="17243F"/>
                </a:solidFill>
                <a:latin typeface="Arial"/>
                <a:ea typeface="Arial"/>
                <a:cs typeface="Arial"/>
              </a:defRPr>
            </a:lvl6pPr>
            <a:lvl7pPr algn="ctr">
              <a:defRPr sz="1388" b="0">
                <a:solidFill>
                  <a:srgbClr val="17243F"/>
                </a:solidFill>
                <a:latin typeface="Arial"/>
                <a:ea typeface="Arial"/>
                <a:cs typeface="Arial"/>
              </a:defRPr>
            </a:lvl7pPr>
            <a:lvl8pPr algn="ctr">
              <a:defRPr sz="1388" b="0">
                <a:solidFill>
                  <a:srgbClr val="17243F"/>
                </a:solidFill>
                <a:latin typeface="Arial"/>
                <a:ea typeface="Arial"/>
                <a:cs typeface="Arial"/>
              </a:defRPr>
            </a:lvl8pPr>
            <a:lvl9pPr algn="ctr">
              <a:defRPr sz="1388" b="0">
                <a:solidFill>
                  <a:srgbClr val="17243F"/>
                </a:solidFill>
                <a:latin typeface="Arial"/>
                <a:ea typeface="Arial"/>
                <a:cs typeface="Arial"/>
              </a:defRPr>
            </a:lvl9pPr>
          </a:lstStyle>
          <a:p xmlns:a="http://schemas.openxmlformats.org/drawingml/2006/main">
            <a:pPr algn="ctr">
              <a:defRPr sz="1388" b="0">
                <a:solidFill>
                  <a:srgbClr val="17243F"/>
                </a:solidFill>
                <a:latin typeface="Arial"/>
                <a:ea typeface="Arial"/>
                <a:cs typeface="Arial"/>
              </a:defRPr>
            </a:pPr>
            <a:r>
              <a:rPr sz="1388" b="0">
                <a:solidFill>
                  <a:srgbClr val="17243F"/>
                </a:solidFill>
                <a:latin typeface="Arial"/>
                <a:ea typeface="Arial"/>
                <a:cs typeface="Arial"/>
              </a:rPr>
              <a:t>Validation</a:t>
            </a:r>
          </a:p>
        </p:txBody>
      </p:sp>
      <p:sp>
        <p:nvSpPr>
          <p:cNvPr id="89" name="configure">
            <a:extLst xmlns:a="http://schemas.openxmlformats.org/drawingml/2006/main">
              <a:ext uri="{FF2B5EF4-FFF2-40B4-BE49-F238E27FC236}">
                <a16:creationId xmlns:a16="http://schemas.microsoft.com/office/drawing/2014/main" id="{7E4148ED-78CA-45E4-A6F7-731349301266}"/>
              </a:ext>
            </a:extLst>
          </p:cNvPr>
          <p:cNvSpPr>
            <a:spLocks xmlns:a="http://schemas.openxmlformats.org/drawingml/2006/main" noGrp="1"/>
          </p:cNvSpPr>
          <p:nvPr/>
        </p:nvSpPr>
        <p:spPr>
          <a:xfrm xmlns:a="http://schemas.openxmlformats.org/drawingml/2006/main">
            <a:off x="11794331" y="4067175"/>
            <a:ext cx="1352550" cy="438150"/>
          </a:xfrm>
          <a:prstGeom xmlns:a="http://schemas.openxmlformats.org/drawingml/2006/main" prst="rect">
            <a:avLst/>
          </a:prstGeom>
          <a:solidFill xmlns:a="http://schemas.openxmlformats.org/drawingml/2006/main">
            <a:srgbClr val="FFFFFF"/>
          </a:solidFill>
          <a:ln xmlns:a="http://schemas.openxmlformats.org/drawingml/2006/main" w="9525">
            <a:solidFill>
              <a:srgbClr val="087F80"/>
            </a:solidFill>
            <a:prstDash val="solid"/>
          </a:ln>
        </p:spPr>
      </p:sp>
      <p:sp>
        <p:nvSpPr>
          <p:cNvPr id="90" name="configure text">
            <a:extLst xmlns:a="http://schemas.openxmlformats.org/drawingml/2006/main">
              <a:ext uri="{FF2B5EF4-FFF2-40B4-BE49-F238E27FC236}">
                <a16:creationId xmlns:a16="http://schemas.microsoft.com/office/drawing/2014/main" id="{32D5FA41-888D-4EA8-A9B3-C66E29E05E1D}"/>
              </a:ext>
            </a:extLst>
          </p:cNvPr>
          <p:cNvSpPr>
            <a:spLocks xmlns:a="http://schemas.openxmlformats.org/drawingml/2006/main" noGrp="1"/>
          </p:cNvSpPr>
          <p:nvPr/>
        </p:nvSpPr>
        <p:spPr>
          <a:xfrm xmlns:a="http://schemas.openxmlformats.org/drawingml/2006/main">
            <a:off x="11841956" y="4095750"/>
            <a:ext cx="1257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388" b="0">
                <a:solidFill>
                  <a:srgbClr val="17243F"/>
                </a:solidFill>
                <a:latin typeface="Arial"/>
                <a:ea typeface="Arial"/>
                <a:cs typeface="Arial"/>
              </a:defRPr>
            </a:defPPr>
            <a:lvl1pPr algn="ctr">
              <a:defRPr sz="1388" b="0">
                <a:solidFill>
                  <a:srgbClr val="17243F"/>
                </a:solidFill>
                <a:latin typeface="Arial"/>
                <a:ea typeface="Arial"/>
                <a:cs typeface="Arial"/>
              </a:defRPr>
            </a:lvl1pPr>
            <a:lvl2pPr algn="ctr">
              <a:defRPr sz="1388" b="0">
                <a:solidFill>
                  <a:srgbClr val="17243F"/>
                </a:solidFill>
                <a:latin typeface="Arial"/>
                <a:ea typeface="Arial"/>
                <a:cs typeface="Arial"/>
              </a:defRPr>
            </a:lvl2pPr>
            <a:lvl3pPr algn="ctr">
              <a:defRPr sz="1388" b="0">
                <a:solidFill>
                  <a:srgbClr val="17243F"/>
                </a:solidFill>
                <a:latin typeface="Arial"/>
                <a:ea typeface="Arial"/>
                <a:cs typeface="Arial"/>
              </a:defRPr>
            </a:lvl3pPr>
            <a:lvl4pPr algn="ctr">
              <a:defRPr sz="1388" b="0">
                <a:solidFill>
                  <a:srgbClr val="17243F"/>
                </a:solidFill>
                <a:latin typeface="Arial"/>
                <a:ea typeface="Arial"/>
                <a:cs typeface="Arial"/>
              </a:defRPr>
            </a:lvl4pPr>
            <a:lvl5pPr algn="ctr">
              <a:defRPr sz="1388" b="0">
                <a:solidFill>
                  <a:srgbClr val="17243F"/>
                </a:solidFill>
                <a:latin typeface="Arial"/>
                <a:ea typeface="Arial"/>
                <a:cs typeface="Arial"/>
              </a:defRPr>
            </a:lvl5pPr>
            <a:lvl6pPr algn="ctr">
              <a:defRPr sz="1388" b="0">
                <a:solidFill>
                  <a:srgbClr val="17243F"/>
                </a:solidFill>
                <a:latin typeface="Arial"/>
                <a:ea typeface="Arial"/>
                <a:cs typeface="Arial"/>
              </a:defRPr>
            </a:lvl6pPr>
            <a:lvl7pPr algn="ctr">
              <a:defRPr sz="1388" b="0">
                <a:solidFill>
                  <a:srgbClr val="17243F"/>
                </a:solidFill>
                <a:latin typeface="Arial"/>
                <a:ea typeface="Arial"/>
                <a:cs typeface="Arial"/>
              </a:defRPr>
            </a:lvl7pPr>
            <a:lvl8pPr algn="ctr">
              <a:defRPr sz="1388" b="0">
                <a:solidFill>
                  <a:srgbClr val="17243F"/>
                </a:solidFill>
                <a:latin typeface="Arial"/>
                <a:ea typeface="Arial"/>
                <a:cs typeface="Arial"/>
              </a:defRPr>
            </a:lvl8pPr>
            <a:lvl9pPr algn="ctr">
              <a:defRPr sz="1388" b="0">
                <a:solidFill>
                  <a:srgbClr val="17243F"/>
                </a:solidFill>
                <a:latin typeface="Arial"/>
                <a:ea typeface="Arial"/>
                <a:cs typeface="Arial"/>
              </a:defRPr>
            </a:lvl9pPr>
          </a:lstStyle>
          <a:p xmlns:a="http://schemas.openxmlformats.org/drawingml/2006/main">
            <a:pPr algn="ctr">
              <a:defRPr sz="1388" b="0">
                <a:solidFill>
                  <a:srgbClr val="17243F"/>
                </a:solidFill>
                <a:latin typeface="Arial"/>
                <a:ea typeface="Arial"/>
                <a:cs typeface="Arial"/>
              </a:defRPr>
            </a:pPr>
            <a:r>
              <a:rPr sz="1388" b="0">
                <a:solidFill>
                  <a:srgbClr val="17243F"/>
                </a:solidFill>
                <a:latin typeface="Arial"/>
                <a:ea typeface="Arial"/>
                <a:cs typeface="Arial"/>
              </a:rPr>
              <a:t>Configuration /</a:t>
            </a:r>
          </a:p>
          <a:p xmlns:a="http://schemas.openxmlformats.org/drawingml/2006/main">
            <a:pPr algn="ctr">
              <a:defRPr sz="1388" b="0">
                <a:solidFill>
                  <a:srgbClr val="17243F"/>
                </a:solidFill>
                <a:latin typeface="Arial"/>
                <a:ea typeface="Arial"/>
                <a:cs typeface="Arial"/>
              </a:defRPr>
            </a:pPr>
            <a:r>
              <a:rPr sz="1388" b="0">
                <a:solidFill>
                  <a:srgbClr val="17243F"/>
                </a:solidFill>
                <a:latin typeface="Arial"/>
                <a:ea typeface="Arial"/>
                <a:cs typeface="Arial"/>
              </a:rPr>
              <a:t>Onboarding</a:t>
            </a:r>
          </a:p>
        </p:txBody>
      </p:sp>
      <p:sp>
        <p:nvSpPr>
          <p:cNvPr id="91" name="fpu">
            <a:extLst xmlns:a="http://schemas.openxmlformats.org/drawingml/2006/main">
              <a:ext uri="{FF2B5EF4-FFF2-40B4-BE49-F238E27FC236}">
                <a16:creationId xmlns:a16="http://schemas.microsoft.com/office/drawing/2014/main" id="{C100E367-8FC5-43A1-BFEF-E667EFA1137E}"/>
              </a:ext>
            </a:extLst>
          </p:cNvPr>
          <p:cNvSpPr>
            <a:spLocks xmlns:a="http://schemas.openxmlformats.org/drawingml/2006/main" noGrp="1"/>
          </p:cNvSpPr>
          <p:nvPr/>
        </p:nvSpPr>
        <p:spPr>
          <a:xfrm xmlns:a="http://schemas.openxmlformats.org/drawingml/2006/main">
            <a:off x="13361194" y="4067175"/>
            <a:ext cx="1352550" cy="438150"/>
          </a:xfrm>
          <a:prstGeom xmlns:a="http://schemas.openxmlformats.org/drawingml/2006/main" prst="rect">
            <a:avLst/>
          </a:prstGeom>
          <a:solidFill xmlns:a="http://schemas.openxmlformats.org/drawingml/2006/main">
            <a:srgbClr val="FFFFFF"/>
          </a:solidFill>
          <a:ln xmlns:a="http://schemas.openxmlformats.org/drawingml/2006/main" w="9525">
            <a:solidFill>
              <a:srgbClr val="087F80"/>
            </a:solidFill>
            <a:prstDash val="solid"/>
          </a:ln>
        </p:spPr>
      </p:sp>
      <p:sp>
        <p:nvSpPr>
          <p:cNvPr id="92" name="fpu text">
            <a:extLst xmlns:a="http://schemas.openxmlformats.org/drawingml/2006/main">
              <a:ext uri="{FF2B5EF4-FFF2-40B4-BE49-F238E27FC236}">
                <a16:creationId xmlns:a16="http://schemas.microsoft.com/office/drawing/2014/main" id="{96E10908-159B-4167-8AB2-2805C0D1A7C8}"/>
              </a:ext>
            </a:extLst>
          </p:cNvPr>
          <p:cNvSpPr>
            <a:spLocks xmlns:a="http://schemas.openxmlformats.org/drawingml/2006/main" noGrp="1"/>
          </p:cNvSpPr>
          <p:nvPr/>
        </p:nvSpPr>
        <p:spPr>
          <a:xfrm xmlns:a="http://schemas.openxmlformats.org/drawingml/2006/main">
            <a:off x="13408819" y="4095750"/>
            <a:ext cx="1257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388" b="0">
                <a:solidFill>
                  <a:srgbClr val="17243F"/>
                </a:solidFill>
                <a:latin typeface="Arial"/>
                <a:ea typeface="Arial"/>
                <a:cs typeface="Arial"/>
              </a:defRPr>
            </a:defPPr>
            <a:lvl1pPr algn="ctr">
              <a:defRPr sz="1388" b="0">
                <a:solidFill>
                  <a:srgbClr val="17243F"/>
                </a:solidFill>
                <a:latin typeface="Arial"/>
                <a:ea typeface="Arial"/>
                <a:cs typeface="Arial"/>
              </a:defRPr>
            </a:lvl1pPr>
            <a:lvl2pPr algn="ctr">
              <a:defRPr sz="1388" b="0">
                <a:solidFill>
                  <a:srgbClr val="17243F"/>
                </a:solidFill>
                <a:latin typeface="Arial"/>
                <a:ea typeface="Arial"/>
                <a:cs typeface="Arial"/>
              </a:defRPr>
            </a:lvl2pPr>
            <a:lvl3pPr algn="ctr">
              <a:defRPr sz="1388" b="0">
                <a:solidFill>
                  <a:srgbClr val="17243F"/>
                </a:solidFill>
                <a:latin typeface="Arial"/>
                <a:ea typeface="Arial"/>
                <a:cs typeface="Arial"/>
              </a:defRPr>
            </a:lvl3pPr>
            <a:lvl4pPr algn="ctr">
              <a:defRPr sz="1388" b="0">
                <a:solidFill>
                  <a:srgbClr val="17243F"/>
                </a:solidFill>
                <a:latin typeface="Arial"/>
                <a:ea typeface="Arial"/>
                <a:cs typeface="Arial"/>
              </a:defRPr>
            </a:lvl4pPr>
            <a:lvl5pPr algn="ctr">
              <a:defRPr sz="1388" b="0">
                <a:solidFill>
                  <a:srgbClr val="17243F"/>
                </a:solidFill>
                <a:latin typeface="Arial"/>
                <a:ea typeface="Arial"/>
                <a:cs typeface="Arial"/>
              </a:defRPr>
            </a:lvl5pPr>
            <a:lvl6pPr algn="ctr">
              <a:defRPr sz="1388" b="0">
                <a:solidFill>
                  <a:srgbClr val="17243F"/>
                </a:solidFill>
                <a:latin typeface="Arial"/>
                <a:ea typeface="Arial"/>
                <a:cs typeface="Arial"/>
              </a:defRPr>
            </a:lvl6pPr>
            <a:lvl7pPr algn="ctr">
              <a:defRPr sz="1388" b="0">
                <a:solidFill>
                  <a:srgbClr val="17243F"/>
                </a:solidFill>
                <a:latin typeface="Arial"/>
                <a:ea typeface="Arial"/>
                <a:cs typeface="Arial"/>
              </a:defRPr>
            </a:lvl7pPr>
            <a:lvl8pPr algn="ctr">
              <a:defRPr sz="1388" b="0">
                <a:solidFill>
                  <a:srgbClr val="17243F"/>
                </a:solidFill>
                <a:latin typeface="Arial"/>
                <a:ea typeface="Arial"/>
                <a:cs typeface="Arial"/>
              </a:defRPr>
            </a:lvl8pPr>
            <a:lvl9pPr algn="ctr">
              <a:defRPr sz="1388" b="0">
                <a:solidFill>
                  <a:srgbClr val="17243F"/>
                </a:solidFill>
                <a:latin typeface="Arial"/>
                <a:ea typeface="Arial"/>
                <a:cs typeface="Arial"/>
              </a:defRPr>
            </a:lvl9pPr>
          </a:lstStyle>
          <a:p xmlns:a="http://schemas.openxmlformats.org/drawingml/2006/main">
            <a:pPr algn="ctr">
              <a:defRPr sz="1388" b="0">
                <a:solidFill>
                  <a:srgbClr val="17243F"/>
                </a:solidFill>
                <a:latin typeface="Arial"/>
                <a:ea typeface="Arial"/>
                <a:cs typeface="Arial"/>
              </a:defRPr>
            </a:pPr>
            <a:r>
              <a:rPr sz="1388" b="0">
                <a:solidFill>
                  <a:srgbClr val="17243F"/>
                </a:solidFill>
                <a:latin typeface="Arial"/>
                <a:ea typeface="Arial"/>
                <a:cs typeface="Arial"/>
              </a:rPr>
              <a:t>FPU execution</a:t>
            </a:r>
          </a:p>
        </p:txBody>
      </p:sp>
      <p:sp>
        <p:nvSpPr>
          <p:cNvPr id="93" name="judge">
            <a:extLst xmlns:a="http://schemas.openxmlformats.org/drawingml/2006/main">
              <a:ext uri="{FF2B5EF4-FFF2-40B4-BE49-F238E27FC236}">
                <a16:creationId xmlns:a16="http://schemas.microsoft.com/office/drawing/2014/main" id="{73C180F1-33C9-42AA-B127-60E7F75B7BC8}"/>
              </a:ext>
            </a:extLst>
          </p:cNvPr>
          <p:cNvSpPr>
            <a:spLocks xmlns:a="http://schemas.openxmlformats.org/drawingml/2006/main" noGrp="1"/>
          </p:cNvSpPr>
          <p:nvPr/>
        </p:nvSpPr>
        <p:spPr>
          <a:xfrm xmlns:a="http://schemas.openxmlformats.org/drawingml/2006/main">
            <a:off x="2393156" y="4848225"/>
            <a:ext cx="1352550" cy="438150"/>
          </a:xfrm>
          <a:prstGeom xmlns:a="http://schemas.openxmlformats.org/drawingml/2006/main" prst="rect">
            <a:avLst/>
          </a:prstGeom>
          <a:solidFill xmlns:a="http://schemas.openxmlformats.org/drawingml/2006/main">
            <a:srgbClr val="FFFFFF"/>
          </a:solidFill>
          <a:ln xmlns:a="http://schemas.openxmlformats.org/drawingml/2006/main" w="9525">
            <a:solidFill>
              <a:srgbClr val="087F80"/>
            </a:solidFill>
            <a:prstDash val="solid"/>
          </a:ln>
        </p:spPr>
      </p:sp>
      <p:sp>
        <p:nvSpPr>
          <p:cNvPr id="94" name="judge text">
            <a:extLst xmlns:a="http://schemas.openxmlformats.org/drawingml/2006/main">
              <a:ext uri="{FF2B5EF4-FFF2-40B4-BE49-F238E27FC236}">
                <a16:creationId xmlns:a16="http://schemas.microsoft.com/office/drawing/2014/main" id="{31F66316-2483-4BFB-A691-77091453C4F4}"/>
              </a:ext>
            </a:extLst>
          </p:cNvPr>
          <p:cNvSpPr>
            <a:spLocks xmlns:a="http://schemas.openxmlformats.org/drawingml/2006/main" noGrp="1"/>
          </p:cNvSpPr>
          <p:nvPr/>
        </p:nvSpPr>
        <p:spPr>
          <a:xfrm xmlns:a="http://schemas.openxmlformats.org/drawingml/2006/main">
            <a:off x="2440781" y="4876800"/>
            <a:ext cx="1257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388" b="0">
                <a:solidFill>
                  <a:srgbClr val="17243F"/>
                </a:solidFill>
                <a:latin typeface="Arial"/>
                <a:ea typeface="Arial"/>
                <a:cs typeface="Arial"/>
              </a:defRPr>
            </a:defPPr>
            <a:lvl1pPr algn="ctr">
              <a:defRPr sz="1388" b="0">
                <a:solidFill>
                  <a:srgbClr val="17243F"/>
                </a:solidFill>
                <a:latin typeface="Arial"/>
                <a:ea typeface="Arial"/>
                <a:cs typeface="Arial"/>
              </a:defRPr>
            </a:lvl1pPr>
            <a:lvl2pPr algn="ctr">
              <a:defRPr sz="1388" b="0">
                <a:solidFill>
                  <a:srgbClr val="17243F"/>
                </a:solidFill>
                <a:latin typeface="Arial"/>
                <a:ea typeface="Arial"/>
                <a:cs typeface="Arial"/>
              </a:defRPr>
            </a:lvl2pPr>
            <a:lvl3pPr algn="ctr">
              <a:defRPr sz="1388" b="0">
                <a:solidFill>
                  <a:srgbClr val="17243F"/>
                </a:solidFill>
                <a:latin typeface="Arial"/>
                <a:ea typeface="Arial"/>
                <a:cs typeface="Arial"/>
              </a:defRPr>
            </a:lvl3pPr>
            <a:lvl4pPr algn="ctr">
              <a:defRPr sz="1388" b="0">
                <a:solidFill>
                  <a:srgbClr val="17243F"/>
                </a:solidFill>
                <a:latin typeface="Arial"/>
                <a:ea typeface="Arial"/>
                <a:cs typeface="Arial"/>
              </a:defRPr>
            </a:lvl4pPr>
            <a:lvl5pPr algn="ctr">
              <a:defRPr sz="1388" b="0">
                <a:solidFill>
                  <a:srgbClr val="17243F"/>
                </a:solidFill>
                <a:latin typeface="Arial"/>
                <a:ea typeface="Arial"/>
                <a:cs typeface="Arial"/>
              </a:defRPr>
            </a:lvl5pPr>
            <a:lvl6pPr algn="ctr">
              <a:defRPr sz="1388" b="0">
                <a:solidFill>
                  <a:srgbClr val="17243F"/>
                </a:solidFill>
                <a:latin typeface="Arial"/>
                <a:ea typeface="Arial"/>
                <a:cs typeface="Arial"/>
              </a:defRPr>
            </a:lvl6pPr>
            <a:lvl7pPr algn="ctr">
              <a:defRPr sz="1388" b="0">
                <a:solidFill>
                  <a:srgbClr val="17243F"/>
                </a:solidFill>
                <a:latin typeface="Arial"/>
                <a:ea typeface="Arial"/>
                <a:cs typeface="Arial"/>
              </a:defRPr>
            </a:lvl7pPr>
            <a:lvl8pPr algn="ctr">
              <a:defRPr sz="1388" b="0">
                <a:solidFill>
                  <a:srgbClr val="17243F"/>
                </a:solidFill>
                <a:latin typeface="Arial"/>
                <a:ea typeface="Arial"/>
                <a:cs typeface="Arial"/>
              </a:defRPr>
            </a:lvl8pPr>
            <a:lvl9pPr algn="ctr">
              <a:defRPr sz="1388" b="0">
                <a:solidFill>
                  <a:srgbClr val="17243F"/>
                </a:solidFill>
                <a:latin typeface="Arial"/>
                <a:ea typeface="Arial"/>
                <a:cs typeface="Arial"/>
              </a:defRPr>
            </a:lvl9pPr>
          </a:lstStyle>
          <a:p xmlns:a="http://schemas.openxmlformats.org/drawingml/2006/main">
            <a:pPr algn="ctr">
              <a:defRPr sz="1388" b="0">
                <a:solidFill>
                  <a:srgbClr val="17243F"/>
                </a:solidFill>
                <a:latin typeface="Arial"/>
                <a:ea typeface="Arial"/>
                <a:cs typeface="Arial"/>
              </a:defRPr>
            </a:pPr>
            <a:r>
              <a:rPr sz="1388" b="0">
                <a:solidFill>
                  <a:srgbClr val="17243F"/>
                </a:solidFill>
                <a:latin typeface="Arial"/>
                <a:ea typeface="Arial"/>
                <a:cs typeface="Arial"/>
              </a:rPr>
              <a:t>Judge (B)</a:t>
            </a:r>
          </a:p>
          <a:p xmlns:a="http://schemas.openxmlformats.org/drawingml/2006/main">
            <a:pPr algn="ctr">
              <a:defRPr sz="1388" b="0">
                <a:solidFill>
                  <a:srgbClr val="17243F"/>
                </a:solidFill>
                <a:latin typeface="Arial"/>
                <a:ea typeface="Arial"/>
                <a:cs typeface="Arial"/>
              </a:defRPr>
            </a:pPr>
            <a:r>
              <a:rPr sz="1388" b="0">
                <a:solidFill>
                  <a:srgbClr val="17243F"/>
                </a:solidFill>
                <a:latin typeface="Arial"/>
                <a:ea typeface="Arial"/>
                <a:cs typeface="Arial"/>
              </a:rPr>
              <a:t>Offline only</a:t>
            </a:r>
          </a:p>
        </p:txBody>
      </p:sp>
      <p:sp>
        <p:nvSpPr>
          <p:cNvPr id="95" name="readiness-review">
            <a:extLst xmlns:a="http://schemas.openxmlformats.org/drawingml/2006/main">
              <a:ext uri="{FF2B5EF4-FFF2-40B4-BE49-F238E27FC236}">
                <a16:creationId xmlns:a16="http://schemas.microsoft.com/office/drawing/2014/main" id="{8704C644-3E19-4715-9ED2-0F800507020D}"/>
              </a:ext>
            </a:extLst>
          </p:cNvPr>
          <p:cNvSpPr>
            <a:spLocks xmlns:a="http://schemas.openxmlformats.org/drawingml/2006/main" noGrp="1"/>
          </p:cNvSpPr>
          <p:nvPr/>
        </p:nvSpPr>
        <p:spPr>
          <a:xfrm xmlns:a="http://schemas.openxmlformats.org/drawingml/2006/main">
            <a:off x="3960019" y="4848225"/>
            <a:ext cx="1352550" cy="438150"/>
          </a:xfrm>
          <a:prstGeom xmlns:a="http://schemas.openxmlformats.org/drawingml/2006/main" prst="rect">
            <a:avLst/>
          </a:prstGeom>
          <a:noFill xmlns:a="http://schemas.openxmlformats.org/drawingml/2006/main"/>
          <a:ln xmlns:a="http://schemas.openxmlformats.org/drawingml/2006/main" w="11430">
            <a:solidFill>
              <a:srgbClr val="8793A4"/>
            </a:solidFill>
            <a:prstDash val="dash"/>
          </a:ln>
        </p:spPr>
      </p:sp>
      <p:sp>
        <p:nvSpPr>
          <p:cNvPr id="96" name="readiness-review text">
            <a:extLst xmlns:a="http://schemas.openxmlformats.org/drawingml/2006/main">
              <a:ext uri="{FF2B5EF4-FFF2-40B4-BE49-F238E27FC236}">
                <a16:creationId xmlns:a16="http://schemas.microsoft.com/office/drawing/2014/main" id="{5532483C-EA6F-4912-A181-154CAFAA22EC}"/>
              </a:ext>
            </a:extLst>
          </p:cNvPr>
          <p:cNvSpPr>
            <a:spLocks xmlns:a="http://schemas.openxmlformats.org/drawingml/2006/main" noGrp="1"/>
          </p:cNvSpPr>
          <p:nvPr/>
        </p:nvSpPr>
        <p:spPr>
          <a:xfrm xmlns:a="http://schemas.openxmlformats.org/drawingml/2006/main">
            <a:off x="4007644" y="4876800"/>
            <a:ext cx="1257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388" b="0">
                <a:solidFill>
                  <a:srgbClr val="17243F"/>
                </a:solidFill>
                <a:latin typeface="Arial"/>
                <a:ea typeface="Arial"/>
                <a:cs typeface="Arial"/>
              </a:defRPr>
            </a:defPPr>
            <a:lvl1pPr algn="ctr">
              <a:defRPr sz="1388" b="0">
                <a:solidFill>
                  <a:srgbClr val="17243F"/>
                </a:solidFill>
                <a:latin typeface="Arial"/>
                <a:ea typeface="Arial"/>
                <a:cs typeface="Arial"/>
              </a:defRPr>
            </a:lvl1pPr>
            <a:lvl2pPr algn="ctr">
              <a:defRPr sz="1388" b="0">
                <a:solidFill>
                  <a:srgbClr val="17243F"/>
                </a:solidFill>
                <a:latin typeface="Arial"/>
                <a:ea typeface="Arial"/>
                <a:cs typeface="Arial"/>
              </a:defRPr>
            </a:lvl2pPr>
            <a:lvl3pPr algn="ctr">
              <a:defRPr sz="1388" b="0">
                <a:solidFill>
                  <a:srgbClr val="17243F"/>
                </a:solidFill>
                <a:latin typeface="Arial"/>
                <a:ea typeface="Arial"/>
                <a:cs typeface="Arial"/>
              </a:defRPr>
            </a:lvl3pPr>
            <a:lvl4pPr algn="ctr">
              <a:defRPr sz="1388" b="0">
                <a:solidFill>
                  <a:srgbClr val="17243F"/>
                </a:solidFill>
                <a:latin typeface="Arial"/>
                <a:ea typeface="Arial"/>
                <a:cs typeface="Arial"/>
              </a:defRPr>
            </a:lvl4pPr>
            <a:lvl5pPr algn="ctr">
              <a:defRPr sz="1388" b="0">
                <a:solidFill>
                  <a:srgbClr val="17243F"/>
                </a:solidFill>
                <a:latin typeface="Arial"/>
                <a:ea typeface="Arial"/>
                <a:cs typeface="Arial"/>
              </a:defRPr>
            </a:lvl5pPr>
            <a:lvl6pPr algn="ctr">
              <a:defRPr sz="1388" b="0">
                <a:solidFill>
                  <a:srgbClr val="17243F"/>
                </a:solidFill>
                <a:latin typeface="Arial"/>
                <a:ea typeface="Arial"/>
                <a:cs typeface="Arial"/>
              </a:defRPr>
            </a:lvl6pPr>
            <a:lvl7pPr algn="ctr">
              <a:defRPr sz="1388" b="0">
                <a:solidFill>
                  <a:srgbClr val="17243F"/>
                </a:solidFill>
                <a:latin typeface="Arial"/>
                <a:ea typeface="Arial"/>
                <a:cs typeface="Arial"/>
              </a:defRPr>
            </a:lvl7pPr>
            <a:lvl8pPr algn="ctr">
              <a:defRPr sz="1388" b="0">
                <a:solidFill>
                  <a:srgbClr val="17243F"/>
                </a:solidFill>
                <a:latin typeface="Arial"/>
                <a:ea typeface="Arial"/>
                <a:cs typeface="Arial"/>
              </a:defRPr>
            </a:lvl8pPr>
            <a:lvl9pPr algn="ctr">
              <a:defRPr sz="1388" b="0">
                <a:solidFill>
                  <a:srgbClr val="17243F"/>
                </a:solidFill>
                <a:latin typeface="Arial"/>
                <a:ea typeface="Arial"/>
                <a:cs typeface="Arial"/>
              </a:defRPr>
            </a:lvl9pPr>
          </a:lstStyle>
          <a:p xmlns:a="http://schemas.openxmlformats.org/drawingml/2006/main">
            <a:pPr algn="ctr">
              <a:defRPr sz="1388" b="0">
                <a:solidFill>
                  <a:srgbClr val="17243F"/>
                </a:solidFill>
                <a:latin typeface="Arial"/>
                <a:ea typeface="Arial"/>
                <a:cs typeface="Arial"/>
              </a:defRPr>
            </a:pPr>
            <a:r>
              <a:rPr sz="1388" b="0">
                <a:solidFill>
                  <a:srgbClr val="17243F"/>
                </a:solidFill>
                <a:latin typeface="Arial"/>
                <a:ea typeface="Arial"/>
                <a:cs typeface="Arial"/>
              </a:rPr>
              <a:t>Readiness risk</a:t>
            </a:r>
          </a:p>
          <a:p xmlns:a="http://schemas.openxmlformats.org/drawingml/2006/main">
            <a:pPr algn="ctr">
              <a:defRPr sz="1388" b="0">
                <a:solidFill>
                  <a:srgbClr val="17243F"/>
                </a:solidFill>
                <a:latin typeface="Arial"/>
                <a:ea typeface="Arial"/>
                <a:cs typeface="Arial"/>
              </a:defRPr>
            </a:pPr>
            <a:r>
              <a:rPr sz="1388" b="0">
                <a:solidFill>
                  <a:srgbClr val="17243F"/>
                </a:solidFill>
                <a:latin typeface="Arial"/>
                <a:ea typeface="Arial"/>
                <a:cs typeface="Arial"/>
              </a:rPr>
              <a:t>review (T)</a:t>
            </a:r>
          </a:p>
        </p:txBody>
      </p:sp>
      <p:sp>
        <p:nvSpPr>
          <p:cNvPr id="97" name="mapping-review">
            <a:extLst xmlns:a="http://schemas.openxmlformats.org/drawingml/2006/main">
              <a:ext uri="{FF2B5EF4-FFF2-40B4-BE49-F238E27FC236}">
                <a16:creationId xmlns:a16="http://schemas.microsoft.com/office/drawing/2014/main" id="{4F9902F1-996A-4B7E-96DB-D76057BBEAA4}"/>
              </a:ext>
            </a:extLst>
          </p:cNvPr>
          <p:cNvSpPr>
            <a:spLocks xmlns:a="http://schemas.openxmlformats.org/drawingml/2006/main" noGrp="1"/>
          </p:cNvSpPr>
          <p:nvPr/>
        </p:nvSpPr>
        <p:spPr>
          <a:xfrm xmlns:a="http://schemas.openxmlformats.org/drawingml/2006/main">
            <a:off x="5526881" y="4848225"/>
            <a:ext cx="1352550" cy="438150"/>
          </a:xfrm>
          <a:prstGeom xmlns:a="http://schemas.openxmlformats.org/drawingml/2006/main" prst="rect">
            <a:avLst/>
          </a:prstGeom>
          <a:solidFill xmlns:a="http://schemas.openxmlformats.org/drawingml/2006/main">
            <a:srgbClr val="FFFFFF"/>
          </a:solidFill>
          <a:ln xmlns:a="http://schemas.openxmlformats.org/drawingml/2006/main" w="9525">
            <a:solidFill>
              <a:srgbClr val="A56A18"/>
            </a:solidFill>
            <a:prstDash val="solid"/>
          </a:ln>
        </p:spPr>
      </p:sp>
      <p:sp>
        <p:nvSpPr>
          <p:cNvPr id="98" name="mapping-review text">
            <a:extLst xmlns:a="http://schemas.openxmlformats.org/drawingml/2006/main">
              <a:ext uri="{FF2B5EF4-FFF2-40B4-BE49-F238E27FC236}">
                <a16:creationId xmlns:a16="http://schemas.microsoft.com/office/drawing/2014/main" id="{241120E2-382F-40B6-92A9-07BDD520DCA5}"/>
              </a:ext>
            </a:extLst>
          </p:cNvPr>
          <p:cNvSpPr>
            <a:spLocks xmlns:a="http://schemas.openxmlformats.org/drawingml/2006/main" noGrp="1"/>
          </p:cNvSpPr>
          <p:nvPr/>
        </p:nvSpPr>
        <p:spPr>
          <a:xfrm xmlns:a="http://schemas.openxmlformats.org/drawingml/2006/main">
            <a:off x="5574506" y="4876800"/>
            <a:ext cx="1257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388" b="0">
                <a:solidFill>
                  <a:srgbClr val="17243F"/>
                </a:solidFill>
                <a:latin typeface="Arial"/>
                <a:ea typeface="Arial"/>
                <a:cs typeface="Arial"/>
              </a:defRPr>
            </a:defPPr>
            <a:lvl1pPr algn="ctr">
              <a:defRPr sz="1388" b="0">
                <a:solidFill>
                  <a:srgbClr val="17243F"/>
                </a:solidFill>
                <a:latin typeface="Arial"/>
                <a:ea typeface="Arial"/>
                <a:cs typeface="Arial"/>
              </a:defRPr>
            </a:lvl1pPr>
            <a:lvl2pPr algn="ctr">
              <a:defRPr sz="1388" b="0">
                <a:solidFill>
                  <a:srgbClr val="17243F"/>
                </a:solidFill>
                <a:latin typeface="Arial"/>
                <a:ea typeface="Arial"/>
                <a:cs typeface="Arial"/>
              </a:defRPr>
            </a:lvl2pPr>
            <a:lvl3pPr algn="ctr">
              <a:defRPr sz="1388" b="0">
                <a:solidFill>
                  <a:srgbClr val="17243F"/>
                </a:solidFill>
                <a:latin typeface="Arial"/>
                <a:ea typeface="Arial"/>
                <a:cs typeface="Arial"/>
              </a:defRPr>
            </a:lvl3pPr>
            <a:lvl4pPr algn="ctr">
              <a:defRPr sz="1388" b="0">
                <a:solidFill>
                  <a:srgbClr val="17243F"/>
                </a:solidFill>
                <a:latin typeface="Arial"/>
                <a:ea typeface="Arial"/>
                <a:cs typeface="Arial"/>
              </a:defRPr>
            </a:lvl4pPr>
            <a:lvl5pPr algn="ctr">
              <a:defRPr sz="1388" b="0">
                <a:solidFill>
                  <a:srgbClr val="17243F"/>
                </a:solidFill>
                <a:latin typeface="Arial"/>
                <a:ea typeface="Arial"/>
                <a:cs typeface="Arial"/>
              </a:defRPr>
            </a:lvl5pPr>
            <a:lvl6pPr algn="ctr">
              <a:defRPr sz="1388" b="0">
                <a:solidFill>
                  <a:srgbClr val="17243F"/>
                </a:solidFill>
                <a:latin typeface="Arial"/>
                <a:ea typeface="Arial"/>
                <a:cs typeface="Arial"/>
              </a:defRPr>
            </a:lvl6pPr>
            <a:lvl7pPr algn="ctr">
              <a:defRPr sz="1388" b="0">
                <a:solidFill>
                  <a:srgbClr val="17243F"/>
                </a:solidFill>
                <a:latin typeface="Arial"/>
                <a:ea typeface="Arial"/>
                <a:cs typeface="Arial"/>
              </a:defRPr>
            </a:lvl7pPr>
            <a:lvl8pPr algn="ctr">
              <a:defRPr sz="1388" b="0">
                <a:solidFill>
                  <a:srgbClr val="17243F"/>
                </a:solidFill>
                <a:latin typeface="Arial"/>
                <a:ea typeface="Arial"/>
                <a:cs typeface="Arial"/>
              </a:defRPr>
            </a:lvl8pPr>
            <a:lvl9pPr algn="ctr">
              <a:defRPr sz="1388" b="0">
                <a:solidFill>
                  <a:srgbClr val="17243F"/>
                </a:solidFill>
                <a:latin typeface="Arial"/>
                <a:ea typeface="Arial"/>
                <a:cs typeface="Arial"/>
              </a:defRPr>
            </a:lvl9pPr>
          </a:lstStyle>
          <a:p xmlns:a="http://schemas.openxmlformats.org/drawingml/2006/main">
            <a:pPr algn="ctr">
              <a:defRPr sz="1388" b="0">
                <a:solidFill>
                  <a:srgbClr val="17243F"/>
                </a:solidFill>
                <a:latin typeface="Arial"/>
                <a:ea typeface="Arial"/>
                <a:cs typeface="Arial"/>
              </a:defRPr>
            </a:pPr>
            <a:r>
              <a:rPr sz="1388" b="0">
                <a:solidFill>
                  <a:srgbClr val="17243F"/>
                </a:solidFill>
                <a:latin typeface="Arial"/>
                <a:ea typeface="Arial"/>
                <a:cs typeface="Arial"/>
              </a:rPr>
              <a:t>Mapping review</a:t>
            </a:r>
          </a:p>
          <a:p xmlns:a="http://schemas.openxmlformats.org/drawingml/2006/main">
            <a:pPr algn="ctr">
              <a:defRPr sz="1388" b="0">
                <a:solidFill>
                  <a:srgbClr val="17243F"/>
                </a:solidFill>
                <a:latin typeface="Arial"/>
                <a:ea typeface="Arial"/>
                <a:cs typeface="Arial"/>
              </a:defRPr>
            </a:pPr>
            <a:r>
              <a:rPr sz="1388" b="0">
                <a:solidFill>
                  <a:srgbClr val="17243F"/>
                </a:solidFill>
                <a:latin typeface="Arial"/>
                <a:ea typeface="Arial"/>
                <a:cs typeface="Arial"/>
              </a:rPr>
              <a:t>Gaps (P)</a:t>
            </a:r>
          </a:p>
        </p:txBody>
      </p:sp>
      <p:sp>
        <p:nvSpPr>
          <p:cNvPr id="99" name="policy-review">
            <a:extLst xmlns:a="http://schemas.openxmlformats.org/drawingml/2006/main">
              <a:ext uri="{FF2B5EF4-FFF2-40B4-BE49-F238E27FC236}">
                <a16:creationId xmlns:a16="http://schemas.microsoft.com/office/drawing/2014/main" id="{69520257-8DC6-4130-BD10-06B39928C699}"/>
              </a:ext>
            </a:extLst>
          </p:cNvPr>
          <p:cNvSpPr>
            <a:spLocks xmlns:a="http://schemas.openxmlformats.org/drawingml/2006/main" noGrp="1"/>
          </p:cNvSpPr>
          <p:nvPr/>
        </p:nvSpPr>
        <p:spPr>
          <a:xfrm xmlns:a="http://schemas.openxmlformats.org/drawingml/2006/main">
            <a:off x="8660606" y="4848225"/>
            <a:ext cx="1352550" cy="438150"/>
          </a:xfrm>
          <a:prstGeom xmlns:a="http://schemas.openxmlformats.org/drawingml/2006/main" prst="rect">
            <a:avLst/>
          </a:prstGeom>
          <a:noFill xmlns:a="http://schemas.openxmlformats.org/drawingml/2006/main"/>
          <a:ln xmlns:a="http://schemas.openxmlformats.org/drawingml/2006/main" w="11430">
            <a:solidFill>
              <a:srgbClr val="8793A4"/>
            </a:solidFill>
            <a:prstDash val="dash"/>
          </a:ln>
        </p:spPr>
      </p:sp>
      <p:sp>
        <p:nvSpPr>
          <p:cNvPr id="100" name="policy-review text">
            <a:extLst xmlns:a="http://schemas.openxmlformats.org/drawingml/2006/main">
              <a:ext uri="{FF2B5EF4-FFF2-40B4-BE49-F238E27FC236}">
                <a16:creationId xmlns:a16="http://schemas.microsoft.com/office/drawing/2014/main" id="{957DDC97-85CE-4266-9B39-A3705441FF12}"/>
              </a:ext>
            </a:extLst>
          </p:cNvPr>
          <p:cNvSpPr>
            <a:spLocks xmlns:a="http://schemas.openxmlformats.org/drawingml/2006/main" noGrp="1"/>
          </p:cNvSpPr>
          <p:nvPr/>
        </p:nvSpPr>
        <p:spPr>
          <a:xfrm xmlns:a="http://schemas.openxmlformats.org/drawingml/2006/main">
            <a:off x="8708231" y="4876800"/>
            <a:ext cx="1257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388" b="0">
                <a:solidFill>
                  <a:srgbClr val="17243F"/>
                </a:solidFill>
                <a:latin typeface="Arial"/>
                <a:ea typeface="Arial"/>
                <a:cs typeface="Arial"/>
              </a:defRPr>
            </a:defPPr>
            <a:lvl1pPr algn="ctr">
              <a:defRPr sz="1388" b="0">
                <a:solidFill>
                  <a:srgbClr val="17243F"/>
                </a:solidFill>
                <a:latin typeface="Arial"/>
                <a:ea typeface="Arial"/>
                <a:cs typeface="Arial"/>
              </a:defRPr>
            </a:lvl1pPr>
            <a:lvl2pPr algn="ctr">
              <a:defRPr sz="1388" b="0">
                <a:solidFill>
                  <a:srgbClr val="17243F"/>
                </a:solidFill>
                <a:latin typeface="Arial"/>
                <a:ea typeface="Arial"/>
                <a:cs typeface="Arial"/>
              </a:defRPr>
            </a:lvl2pPr>
            <a:lvl3pPr algn="ctr">
              <a:defRPr sz="1388" b="0">
                <a:solidFill>
                  <a:srgbClr val="17243F"/>
                </a:solidFill>
                <a:latin typeface="Arial"/>
                <a:ea typeface="Arial"/>
                <a:cs typeface="Arial"/>
              </a:defRPr>
            </a:lvl3pPr>
            <a:lvl4pPr algn="ctr">
              <a:defRPr sz="1388" b="0">
                <a:solidFill>
                  <a:srgbClr val="17243F"/>
                </a:solidFill>
                <a:latin typeface="Arial"/>
                <a:ea typeface="Arial"/>
                <a:cs typeface="Arial"/>
              </a:defRPr>
            </a:lvl4pPr>
            <a:lvl5pPr algn="ctr">
              <a:defRPr sz="1388" b="0">
                <a:solidFill>
                  <a:srgbClr val="17243F"/>
                </a:solidFill>
                <a:latin typeface="Arial"/>
                <a:ea typeface="Arial"/>
                <a:cs typeface="Arial"/>
              </a:defRPr>
            </a:lvl5pPr>
            <a:lvl6pPr algn="ctr">
              <a:defRPr sz="1388" b="0">
                <a:solidFill>
                  <a:srgbClr val="17243F"/>
                </a:solidFill>
                <a:latin typeface="Arial"/>
                <a:ea typeface="Arial"/>
                <a:cs typeface="Arial"/>
              </a:defRPr>
            </a:lvl6pPr>
            <a:lvl7pPr algn="ctr">
              <a:defRPr sz="1388" b="0">
                <a:solidFill>
                  <a:srgbClr val="17243F"/>
                </a:solidFill>
                <a:latin typeface="Arial"/>
                <a:ea typeface="Arial"/>
                <a:cs typeface="Arial"/>
              </a:defRPr>
            </a:lvl7pPr>
            <a:lvl8pPr algn="ctr">
              <a:defRPr sz="1388" b="0">
                <a:solidFill>
                  <a:srgbClr val="17243F"/>
                </a:solidFill>
                <a:latin typeface="Arial"/>
                <a:ea typeface="Arial"/>
                <a:cs typeface="Arial"/>
              </a:defRPr>
            </a:lvl8pPr>
            <a:lvl9pPr algn="ctr">
              <a:defRPr sz="1388" b="0">
                <a:solidFill>
                  <a:srgbClr val="17243F"/>
                </a:solidFill>
                <a:latin typeface="Arial"/>
                <a:ea typeface="Arial"/>
                <a:cs typeface="Arial"/>
              </a:defRPr>
            </a:lvl9pPr>
          </a:lstStyle>
          <a:p xmlns:a="http://schemas.openxmlformats.org/drawingml/2006/main">
            <a:pPr algn="ctr">
              <a:defRPr sz="1388" b="0">
                <a:solidFill>
                  <a:srgbClr val="17243F"/>
                </a:solidFill>
                <a:latin typeface="Arial"/>
                <a:ea typeface="Arial"/>
                <a:cs typeface="Arial"/>
              </a:defRPr>
            </a:pPr>
            <a:r>
              <a:rPr sz="1388" b="0">
                <a:solidFill>
                  <a:srgbClr val="17243F"/>
                </a:solidFill>
                <a:latin typeface="Arial"/>
                <a:ea typeface="Arial"/>
                <a:cs typeface="Arial"/>
              </a:rPr>
              <a:t>Risk / policy</a:t>
            </a:r>
          </a:p>
          <a:p xmlns:a="http://schemas.openxmlformats.org/drawingml/2006/main">
            <a:pPr algn="ctr">
              <a:defRPr sz="1388" b="0">
                <a:solidFill>
                  <a:srgbClr val="17243F"/>
                </a:solidFill>
                <a:latin typeface="Arial"/>
                <a:ea typeface="Arial"/>
                <a:cs typeface="Arial"/>
              </a:defRPr>
            </a:pPr>
            <a:r>
              <a:rPr sz="1388" b="0">
                <a:solidFill>
                  <a:srgbClr val="17243F"/>
                </a:solidFill>
                <a:latin typeface="Arial"/>
                <a:ea typeface="Arial"/>
                <a:cs typeface="Arial"/>
              </a:rPr>
              <a:t>review (T)</a:t>
            </a:r>
          </a:p>
        </p:txBody>
      </p:sp>
      <p:sp>
        <p:nvSpPr>
          <p:cNvPr id="101" name="final-review">
            <a:extLst xmlns:a="http://schemas.openxmlformats.org/drawingml/2006/main">
              <a:ext uri="{FF2B5EF4-FFF2-40B4-BE49-F238E27FC236}">
                <a16:creationId xmlns:a16="http://schemas.microsoft.com/office/drawing/2014/main" id="{7309234D-8623-4305-8380-243E28F4F379}"/>
              </a:ext>
            </a:extLst>
          </p:cNvPr>
          <p:cNvSpPr>
            <a:spLocks xmlns:a="http://schemas.openxmlformats.org/drawingml/2006/main" noGrp="1"/>
          </p:cNvSpPr>
          <p:nvPr/>
        </p:nvSpPr>
        <p:spPr>
          <a:xfrm xmlns:a="http://schemas.openxmlformats.org/drawingml/2006/main">
            <a:off x="11794331" y="4848225"/>
            <a:ext cx="1352550" cy="438150"/>
          </a:xfrm>
          <a:prstGeom xmlns:a="http://schemas.openxmlformats.org/drawingml/2006/main" prst="rect">
            <a:avLst/>
          </a:prstGeom>
          <a:noFill xmlns:a="http://schemas.openxmlformats.org/drawingml/2006/main"/>
          <a:ln xmlns:a="http://schemas.openxmlformats.org/drawingml/2006/main" w="11430">
            <a:solidFill>
              <a:srgbClr val="8793A4"/>
            </a:solidFill>
            <a:prstDash val="dash"/>
          </a:ln>
        </p:spPr>
      </p:sp>
      <p:sp>
        <p:nvSpPr>
          <p:cNvPr id="102" name="final-review text">
            <a:extLst xmlns:a="http://schemas.openxmlformats.org/drawingml/2006/main">
              <a:ext uri="{FF2B5EF4-FFF2-40B4-BE49-F238E27FC236}">
                <a16:creationId xmlns:a16="http://schemas.microsoft.com/office/drawing/2014/main" id="{2FF6F5F8-B842-4621-999E-0F5D96E706C7}"/>
              </a:ext>
            </a:extLst>
          </p:cNvPr>
          <p:cNvSpPr>
            <a:spLocks xmlns:a="http://schemas.openxmlformats.org/drawingml/2006/main" noGrp="1"/>
          </p:cNvSpPr>
          <p:nvPr/>
        </p:nvSpPr>
        <p:spPr>
          <a:xfrm xmlns:a="http://schemas.openxmlformats.org/drawingml/2006/main">
            <a:off x="11841956" y="4876800"/>
            <a:ext cx="1257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388" b="0">
                <a:solidFill>
                  <a:srgbClr val="17243F"/>
                </a:solidFill>
                <a:latin typeface="Arial"/>
                <a:ea typeface="Arial"/>
                <a:cs typeface="Arial"/>
              </a:defRPr>
            </a:defPPr>
            <a:lvl1pPr algn="ctr">
              <a:defRPr sz="1388" b="0">
                <a:solidFill>
                  <a:srgbClr val="17243F"/>
                </a:solidFill>
                <a:latin typeface="Arial"/>
                <a:ea typeface="Arial"/>
                <a:cs typeface="Arial"/>
              </a:defRPr>
            </a:lvl1pPr>
            <a:lvl2pPr algn="ctr">
              <a:defRPr sz="1388" b="0">
                <a:solidFill>
                  <a:srgbClr val="17243F"/>
                </a:solidFill>
                <a:latin typeface="Arial"/>
                <a:ea typeface="Arial"/>
                <a:cs typeface="Arial"/>
              </a:defRPr>
            </a:lvl2pPr>
            <a:lvl3pPr algn="ctr">
              <a:defRPr sz="1388" b="0">
                <a:solidFill>
                  <a:srgbClr val="17243F"/>
                </a:solidFill>
                <a:latin typeface="Arial"/>
                <a:ea typeface="Arial"/>
                <a:cs typeface="Arial"/>
              </a:defRPr>
            </a:lvl3pPr>
            <a:lvl4pPr algn="ctr">
              <a:defRPr sz="1388" b="0">
                <a:solidFill>
                  <a:srgbClr val="17243F"/>
                </a:solidFill>
                <a:latin typeface="Arial"/>
                <a:ea typeface="Arial"/>
                <a:cs typeface="Arial"/>
              </a:defRPr>
            </a:lvl4pPr>
            <a:lvl5pPr algn="ctr">
              <a:defRPr sz="1388" b="0">
                <a:solidFill>
                  <a:srgbClr val="17243F"/>
                </a:solidFill>
                <a:latin typeface="Arial"/>
                <a:ea typeface="Arial"/>
                <a:cs typeface="Arial"/>
              </a:defRPr>
            </a:lvl5pPr>
            <a:lvl6pPr algn="ctr">
              <a:defRPr sz="1388" b="0">
                <a:solidFill>
                  <a:srgbClr val="17243F"/>
                </a:solidFill>
                <a:latin typeface="Arial"/>
                <a:ea typeface="Arial"/>
                <a:cs typeface="Arial"/>
              </a:defRPr>
            </a:lvl6pPr>
            <a:lvl7pPr algn="ctr">
              <a:defRPr sz="1388" b="0">
                <a:solidFill>
                  <a:srgbClr val="17243F"/>
                </a:solidFill>
                <a:latin typeface="Arial"/>
                <a:ea typeface="Arial"/>
                <a:cs typeface="Arial"/>
              </a:defRPr>
            </a:lvl7pPr>
            <a:lvl8pPr algn="ctr">
              <a:defRPr sz="1388" b="0">
                <a:solidFill>
                  <a:srgbClr val="17243F"/>
                </a:solidFill>
                <a:latin typeface="Arial"/>
                <a:ea typeface="Arial"/>
                <a:cs typeface="Arial"/>
              </a:defRPr>
            </a:lvl8pPr>
            <a:lvl9pPr algn="ctr">
              <a:defRPr sz="1388" b="0">
                <a:solidFill>
                  <a:srgbClr val="17243F"/>
                </a:solidFill>
                <a:latin typeface="Arial"/>
                <a:ea typeface="Arial"/>
                <a:cs typeface="Arial"/>
              </a:defRPr>
            </a:lvl9pPr>
          </a:lstStyle>
          <a:p xmlns:a="http://schemas.openxmlformats.org/drawingml/2006/main">
            <a:pPr algn="ctr">
              <a:defRPr sz="1388" b="0">
                <a:solidFill>
                  <a:srgbClr val="17243F"/>
                </a:solidFill>
                <a:latin typeface="Arial"/>
                <a:ea typeface="Arial"/>
                <a:cs typeface="Arial"/>
              </a:defRPr>
            </a:pPr>
            <a:r>
              <a:rPr sz="1388" b="0">
                <a:solidFill>
                  <a:srgbClr val="17243F"/>
                </a:solidFill>
                <a:latin typeface="Arial"/>
                <a:ea typeface="Arial"/>
                <a:cs typeface="Arial"/>
              </a:rPr>
              <a:t>Residual risk</a:t>
            </a:r>
          </a:p>
          <a:p xmlns:a="http://schemas.openxmlformats.org/drawingml/2006/main">
            <a:pPr algn="ctr">
              <a:defRPr sz="1388" b="0">
                <a:solidFill>
                  <a:srgbClr val="17243F"/>
                </a:solidFill>
                <a:latin typeface="Arial"/>
                <a:ea typeface="Arial"/>
                <a:cs typeface="Arial"/>
              </a:defRPr>
            </a:pPr>
            <a:r>
              <a:rPr sz="1388" b="0">
                <a:solidFill>
                  <a:srgbClr val="17243F"/>
                </a:solidFill>
                <a:latin typeface="Arial"/>
                <a:ea typeface="Arial"/>
                <a:cs typeface="Arial"/>
              </a:rPr>
              <a:t>review (T)</a:t>
            </a:r>
          </a:p>
        </p:txBody>
      </p:sp>
      <p:sp>
        <p:nvSpPr>
          <p:cNvPr id="103" name="tool-0">
            <a:extLst xmlns:a="http://schemas.openxmlformats.org/drawingml/2006/main">
              <a:ext uri="{FF2B5EF4-FFF2-40B4-BE49-F238E27FC236}">
                <a16:creationId xmlns:a16="http://schemas.microsoft.com/office/drawing/2014/main" id="{37FEF701-332F-4B27-8B9A-35CE8F4566A1}"/>
              </a:ext>
            </a:extLst>
          </p:cNvPr>
          <p:cNvSpPr>
            <a:spLocks xmlns:a="http://schemas.openxmlformats.org/drawingml/2006/main" noGrp="1"/>
          </p:cNvSpPr>
          <p:nvPr/>
        </p:nvSpPr>
        <p:spPr>
          <a:xfrm xmlns:a="http://schemas.openxmlformats.org/drawingml/2006/main">
            <a:off x="2393156" y="5629275"/>
            <a:ext cx="1352550" cy="438150"/>
          </a:xfrm>
          <a:prstGeom xmlns:a="http://schemas.openxmlformats.org/drawingml/2006/main" prst="rect">
            <a:avLst/>
          </a:prstGeom>
          <a:solidFill xmlns:a="http://schemas.openxmlformats.org/drawingml/2006/main">
            <a:srgbClr val="FFFFFF"/>
          </a:solidFill>
          <a:ln xmlns:a="http://schemas.openxmlformats.org/drawingml/2006/main" w="9525">
            <a:solidFill>
              <a:srgbClr val="087F80"/>
            </a:solidFill>
            <a:prstDash val="solid"/>
          </a:ln>
        </p:spPr>
      </p:sp>
      <p:sp>
        <p:nvSpPr>
          <p:cNvPr id="104" name="tool-0 text">
            <a:extLst xmlns:a="http://schemas.openxmlformats.org/drawingml/2006/main">
              <a:ext uri="{FF2B5EF4-FFF2-40B4-BE49-F238E27FC236}">
                <a16:creationId xmlns:a16="http://schemas.microsoft.com/office/drawing/2014/main" id="{3C845F77-56EB-416C-83E2-30AADF35D7A1}"/>
              </a:ext>
            </a:extLst>
          </p:cNvPr>
          <p:cNvSpPr>
            <a:spLocks xmlns:a="http://schemas.openxmlformats.org/drawingml/2006/main" noGrp="1"/>
          </p:cNvSpPr>
          <p:nvPr/>
        </p:nvSpPr>
        <p:spPr>
          <a:xfrm xmlns:a="http://schemas.openxmlformats.org/drawingml/2006/main">
            <a:off x="2440781" y="5657850"/>
            <a:ext cx="1257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388" b="0">
                <a:solidFill>
                  <a:srgbClr val="17243F"/>
                </a:solidFill>
                <a:latin typeface="Arial"/>
                <a:ea typeface="Arial"/>
                <a:cs typeface="Arial"/>
              </a:defRPr>
            </a:defPPr>
            <a:lvl1pPr algn="ctr">
              <a:defRPr sz="1388" b="0">
                <a:solidFill>
                  <a:srgbClr val="17243F"/>
                </a:solidFill>
                <a:latin typeface="Arial"/>
                <a:ea typeface="Arial"/>
                <a:cs typeface="Arial"/>
              </a:defRPr>
            </a:lvl1pPr>
            <a:lvl2pPr algn="ctr">
              <a:defRPr sz="1388" b="0">
                <a:solidFill>
                  <a:srgbClr val="17243F"/>
                </a:solidFill>
                <a:latin typeface="Arial"/>
                <a:ea typeface="Arial"/>
                <a:cs typeface="Arial"/>
              </a:defRPr>
            </a:lvl2pPr>
            <a:lvl3pPr algn="ctr">
              <a:defRPr sz="1388" b="0">
                <a:solidFill>
                  <a:srgbClr val="17243F"/>
                </a:solidFill>
                <a:latin typeface="Arial"/>
                <a:ea typeface="Arial"/>
                <a:cs typeface="Arial"/>
              </a:defRPr>
            </a:lvl3pPr>
            <a:lvl4pPr algn="ctr">
              <a:defRPr sz="1388" b="0">
                <a:solidFill>
                  <a:srgbClr val="17243F"/>
                </a:solidFill>
                <a:latin typeface="Arial"/>
                <a:ea typeface="Arial"/>
                <a:cs typeface="Arial"/>
              </a:defRPr>
            </a:lvl4pPr>
            <a:lvl5pPr algn="ctr">
              <a:defRPr sz="1388" b="0">
                <a:solidFill>
                  <a:srgbClr val="17243F"/>
                </a:solidFill>
                <a:latin typeface="Arial"/>
                <a:ea typeface="Arial"/>
                <a:cs typeface="Arial"/>
              </a:defRPr>
            </a:lvl5pPr>
            <a:lvl6pPr algn="ctr">
              <a:defRPr sz="1388" b="0">
                <a:solidFill>
                  <a:srgbClr val="17243F"/>
                </a:solidFill>
                <a:latin typeface="Arial"/>
                <a:ea typeface="Arial"/>
                <a:cs typeface="Arial"/>
              </a:defRPr>
            </a:lvl6pPr>
            <a:lvl7pPr algn="ctr">
              <a:defRPr sz="1388" b="0">
                <a:solidFill>
                  <a:srgbClr val="17243F"/>
                </a:solidFill>
                <a:latin typeface="Arial"/>
                <a:ea typeface="Arial"/>
                <a:cs typeface="Arial"/>
              </a:defRPr>
            </a:lvl7pPr>
            <a:lvl8pPr algn="ctr">
              <a:defRPr sz="1388" b="0">
                <a:solidFill>
                  <a:srgbClr val="17243F"/>
                </a:solidFill>
                <a:latin typeface="Arial"/>
                <a:ea typeface="Arial"/>
                <a:cs typeface="Arial"/>
              </a:defRPr>
            </a:lvl8pPr>
            <a:lvl9pPr algn="ctr">
              <a:defRPr sz="1388" b="0">
                <a:solidFill>
                  <a:srgbClr val="17243F"/>
                </a:solidFill>
                <a:latin typeface="Arial"/>
                <a:ea typeface="Arial"/>
                <a:cs typeface="Arial"/>
              </a:defRPr>
            </a:lvl9pPr>
          </a:lstStyle>
          <a:p xmlns:a="http://schemas.openxmlformats.org/drawingml/2006/main">
            <a:pPr algn="ctr">
              <a:defRPr sz="1388" b="0">
                <a:solidFill>
                  <a:srgbClr val="17243F"/>
                </a:solidFill>
                <a:latin typeface="Arial"/>
                <a:ea typeface="Arial"/>
                <a:cs typeface="Arial"/>
              </a:defRPr>
            </a:pPr>
            <a:r>
              <a:rPr sz="1388" b="0">
                <a:solidFill>
                  <a:srgbClr val="17243F"/>
                </a:solidFill>
                <a:latin typeface="Arial"/>
                <a:ea typeface="Arial"/>
                <a:cs typeface="Arial"/>
              </a:rPr>
              <a:t>Verify identity</a:t>
            </a:r>
          </a:p>
          <a:p xmlns:a="http://schemas.openxmlformats.org/drawingml/2006/main">
            <a:pPr algn="ctr">
              <a:defRPr sz="1388" b="0">
                <a:solidFill>
                  <a:srgbClr val="17243F"/>
                </a:solidFill>
                <a:latin typeface="Arial"/>
                <a:ea typeface="Arial"/>
                <a:cs typeface="Arial"/>
              </a:defRPr>
            </a:pPr>
            <a:r>
              <a:rPr sz="1388" b="0">
                <a:solidFill>
                  <a:srgbClr val="17243F"/>
                </a:solidFill>
                <a:latin typeface="Arial"/>
                <a:ea typeface="Arial"/>
                <a:cs typeface="Arial"/>
              </a:rPr>
              <a:t>Pin / audit</a:t>
            </a:r>
          </a:p>
        </p:txBody>
      </p:sp>
      <p:sp>
        <p:nvSpPr>
          <p:cNvPr id="105" name="tool-1">
            <a:extLst xmlns:a="http://schemas.openxmlformats.org/drawingml/2006/main">
              <a:ext uri="{FF2B5EF4-FFF2-40B4-BE49-F238E27FC236}">
                <a16:creationId xmlns:a16="http://schemas.microsoft.com/office/drawing/2014/main" id="{34E56514-2B7C-4327-BAF1-A23E84004CD3}"/>
              </a:ext>
            </a:extLst>
          </p:cNvPr>
          <p:cNvSpPr>
            <a:spLocks xmlns:a="http://schemas.openxmlformats.org/drawingml/2006/main" noGrp="1"/>
          </p:cNvSpPr>
          <p:nvPr/>
        </p:nvSpPr>
        <p:spPr>
          <a:xfrm xmlns:a="http://schemas.openxmlformats.org/drawingml/2006/main">
            <a:off x="3960019" y="5629275"/>
            <a:ext cx="1352550" cy="438150"/>
          </a:xfrm>
          <a:prstGeom xmlns:a="http://schemas.openxmlformats.org/drawingml/2006/main" prst="rect">
            <a:avLst/>
          </a:prstGeom>
          <a:solidFill xmlns:a="http://schemas.openxmlformats.org/drawingml/2006/main">
            <a:srgbClr val="FFFFFF"/>
          </a:solidFill>
          <a:ln xmlns:a="http://schemas.openxmlformats.org/drawingml/2006/main" w="9525">
            <a:solidFill>
              <a:srgbClr val="087F80"/>
            </a:solidFill>
            <a:prstDash val="solid"/>
          </a:ln>
        </p:spPr>
      </p:sp>
      <p:sp>
        <p:nvSpPr>
          <p:cNvPr id="106" name="tool-1 text">
            <a:extLst xmlns:a="http://schemas.openxmlformats.org/drawingml/2006/main">
              <a:ext uri="{FF2B5EF4-FFF2-40B4-BE49-F238E27FC236}">
                <a16:creationId xmlns:a16="http://schemas.microsoft.com/office/drawing/2014/main" id="{03C84986-88E8-43F8-86E7-09E0B189C2D4}"/>
              </a:ext>
            </a:extLst>
          </p:cNvPr>
          <p:cNvSpPr>
            <a:spLocks xmlns:a="http://schemas.openxmlformats.org/drawingml/2006/main" noGrp="1"/>
          </p:cNvSpPr>
          <p:nvPr/>
        </p:nvSpPr>
        <p:spPr>
          <a:xfrm xmlns:a="http://schemas.openxmlformats.org/drawingml/2006/main">
            <a:off x="4007644" y="5657850"/>
            <a:ext cx="1257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388" b="0">
                <a:solidFill>
                  <a:srgbClr val="17243F"/>
                </a:solidFill>
                <a:latin typeface="Arial"/>
                <a:ea typeface="Arial"/>
                <a:cs typeface="Arial"/>
              </a:defRPr>
            </a:defPPr>
            <a:lvl1pPr algn="ctr">
              <a:defRPr sz="1388" b="0">
                <a:solidFill>
                  <a:srgbClr val="17243F"/>
                </a:solidFill>
                <a:latin typeface="Arial"/>
                <a:ea typeface="Arial"/>
                <a:cs typeface="Arial"/>
              </a:defRPr>
            </a:lvl1pPr>
            <a:lvl2pPr algn="ctr">
              <a:defRPr sz="1388" b="0">
                <a:solidFill>
                  <a:srgbClr val="17243F"/>
                </a:solidFill>
                <a:latin typeface="Arial"/>
                <a:ea typeface="Arial"/>
                <a:cs typeface="Arial"/>
              </a:defRPr>
            </a:lvl2pPr>
            <a:lvl3pPr algn="ctr">
              <a:defRPr sz="1388" b="0">
                <a:solidFill>
                  <a:srgbClr val="17243F"/>
                </a:solidFill>
                <a:latin typeface="Arial"/>
                <a:ea typeface="Arial"/>
                <a:cs typeface="Arial"/>
              </a:defRPr>
            </a:lvl3pPr>
            <a:lvl4pPr algn="ctr">
              <a:defRPr sz="1388" b="0">
                <a:solidFill>
                  <a:srgbClr val="17243F"/>
                </a:solidFill>
                <a:latin typeface="Arial"/>
                <a:ea typeface="Arial"/>
                <a:cs typeface="Arial"/>
              </a:defRPr>
            </a:lvl4pPr>
            <a:lvl5pPr algn="ctr">
              <a:defRPr sz="1388" b="0">
                <a:solidFill>
                  <a:srgbClr val="17243F"/>
                </a:solidFill>
                <a:latin typeface="Arial"/>
                <a:ea typeface="Arial"/>
                <a:cs typeface="Arial"/>
              </a:defRPr>
            </a:lvl5pPr>
            <a:lvl6pPr algn="ctr">
              <a:defRPr sz="1388" b="0">
                <a:solidFill>
                  <a:srgbClr val="17243F"/>
                </a:solidFill>
                <a:latin typeface="Arial"/>
                <a:ea typeface="Arial"/>
                <a:cs typeface="Arial"/>
              </a:defRPr>
            </a:lvl6pPr>
            <a:lvl7pPr algn="ctr">
              <a:defRPr sz="1388" b="0">
                <a:solidFill>
                  <a:srgbClr val="17243F"/>
                </a:solidFill>
                <a:latin typeface="Arial"/>
                <a:ea typeface="Arial"/>
                <a:cs typeface="Arial"/>
              </a:defRPr>
            </a:lvl7pPr>
            <a:lvl8pPr algn="ctr">
              <a:defRPr sz="1388" b="0">
                <a:solidFill>
                  <a:srgbClr val="17243F"/>
                </a:solidFill>
                <a:latin typeface="Arial"/>
                <a:ea typeface="Arial"/>
                <a:cs typeface="Arial"/>
              </a:defRPr>
            </a:lvl8pPr>
            <a:lvl9pPr algn="ctr">
              <a:defRPr sz="1388" b="0">
                <a:solidFill>
                  <a:srgbClr val="17243F"/>
                </a:solidFill>
                <a:latin typeface="Arial"/>
                <a:ea typeface="Arial"/>
                <a:cs typeface="Arial"/>
              </a:defRPr>
            </a:lvl9pPr>
          </a:lstStyle>
          <a:p xmlns:a="http://schemas.openxmlformats.org/drawingml/2006/main">
            <a:pPr algn="ctr">
              <a:defRPr sz="1388" b="0">
                <a:solidFill>
                  <a:srgbClr val="17243F"/>
                </a:solidFill>
                <a:latin typeface="Arial"/>
                <a:ea typeface="Arial"/>
                <a:cs typeface="Arial"/>
              </a:defRPr>
            </a:pPr>
            <a:r>
              <a:rPr sz="1388" b="0">
                <a:solidFill>
                  <a:srgbClr val="17243F"/>
                </a:solidFill>
                <a:latin typeface="Arial"/>
                <a:ea typeface="Arial"/>
                <a:cs typeface="Arial"/>
              </a:rPr>
              <a:t>Schema checks</a:t>
            </a:r>
          </a:p>
          <a:p xmlns:a="http://schemas.openxmlformats.org/drawingml/2006/main">
            <a:pPr algn="ctr">
              <a:defRPr sz="1388" b="0">
                <a:solidFill>
                  <a:srgbClr val="17243F"/>
                </a:solidFill>
                <a:latin typeface="Arial"/>
                <a:ea typeface="Arial"/>
                <a:cs typeface="Arial"/>
              </a:defRPr>
            </a:pPr>
            <a:r>
              <a:rPr sz="1388" b="0">
                <a:solidFill>
                  <a:srgbClr val="17243F"/>
                </a:solidFill>
                <a:latin typeface="Arial"/>
                <a:ea typeface="Arial"/>
                <a:cs typeface="Arial"/>
              </a:rPr>
              <a:t>Readiness</a:t>
            </a:r>
          </a:p>
        </p:txBody>
      </p:sp>
      <p:sp>
        <p:nvSpPr>
          <p:cNvPr id="107" name="tool-2">
            <a:extLst xmlns:a="http://schemas.openxmlformats.org/drawingml/2006/main">
              <a:ext uri="{FF2B5EF4-FFF2-40B4-BE49-F238E27FC236}">
                <a16:creationId xmlns:a16="http://schemas.microsoft.com/office/drawing/2014/main" id="{C6051C49-24E0-437F-B909-B13B0B27DDE9}"/>
              </a:ext>
            </a:extLst>
          </p:cNvPr>
          <p:cNvSpPr>
            <a:spLocks xmlns:a="http://schemas.openxmlformats.org/drawingml/2006/main" noGrp="1"/>
          </p:cNvSpPr>
          <p:nvPr/>
        </p:nvSpPr>
        <p:spPr>
          <a:xfrm xmlns:a="http://schemas.openxmlformats.org/drawingml/2006/main">
            <a:off x="5526881" y="5629275"/>
            <a:ext cx="1352550" cy="438150"/>
          </a:xfrm>
          <a:prstGeom xmlns:a="http://schemas.openxmlformats.org/drawingml/2006/main" prst="rect">
            <a:avLst/>
          </a:prstGeom>
          <a:solidFill xmlns:a="http://schemas.openxmlformats.org/drawingml/2006/main">
            <a:srgbClr val="FFFFFF"/>
          </a:solidFill>
          <a:ln xmlns:a="http://schemas.openxmlformats.org/drawingml/2006/main" w="9525">
            <a:solidFill>
              <a:srgbClr val="087F80"/>
            </a:solidFill>
            <a:prstDash val="solid"/>
          </a:ln>
        </p:spPr>
      </p:sp>
      <p:sp>
        <p:nvSpPr>
          <p:cNvPr id="108" name="tool-2 text">
            <a:extLst xmlns:a="http://schemas.openxmlformats.org/drawingml/2006/main">
              <a:ext uri="{FF2B5EF4-FFF2-40B4-BE49-F238E27FC236}">
                <a16:creationId xmlns:a16="http://schemas.microsoft.com/office/drawing/2014/main" id="{F9E78472-AE51-4804-B979-765F73AD2484}"/>
              </a:ext>
            </a:extLst>
          </p:cNvPr>
          <p:cNvSpPr>
            <a:spLocks xmlns:a="http://schemas.openxmlformats.org/drawingml/2006/main" noGrp="1"/>
          </p:cNvSpPr>
          <p:nvPr/>
        </p:nvSpPr>
        <p:spPr>
          <a:xfrm xmlns:a="http://schemas.openxmlformats.org/drawingml/2006/main">
            <a:off x="5574506" y="5657850"/>
            <a:ext cx="1257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388" b="0">
                <a:solidFill>
                  <a:srgbClr val="17243F"/>
                </a:solidFill>
                <a:latin typeface="Arial"/>
                <a:ea typeface="Arial"/>
                <a:cs typeface="Arial"/>
              </a:defRPr>
            </a:defPPr>
            <a:lvl1pPr algn="ctr">
              <a:defRPr sz="1388" b="0">
                <a:solidFill>
                  <a:srgbClr val="17243F"/>
                </a:solidFill>
                <a:latin typeface="Arial"/>
                <a:ea typeface="Arial"/>
                <a:cs typeface="Arial"/>
              </a:defRPr>
            </a:lvl1pPr>
            <a:lvl2pPr algn="ctr">
              <a:defRPr sz="1388" b="0">
                <a:solidFill>
                  <a:srgbClr val="17243F"/>
                </a:solidFill>
                <a:latin typeface="Arial"/>
                <a:ea typeface="Arial"/>
                <a:cs typeface="Arial"/>
              </a:defRPr>
            </a:lvl2pPr>
            <a:lvl3pPr algn="ctr">
              <a:defRPr sz="1388" b="0">
                <a:solidFill>
                  <a:srgbClr val="17243F"/>
                </a:solidFill>
                <a:latin typeface="Arial"/>
                <a:ea typeface="Arial"/>
                <a:cs typeface="Arial"/>
              </a:defRPr>
            </a:lvl3pPr>
            <a:lvl4pPr algn="ctr">
              <a:defRPr sz="1388" b="0">
                <a:solidFill>
                  <a:srgbClr val="17243F"/>
                </a:solidFill>
                <a:latin typeface="Arial"/>
                <a:ea typeface="Arial"/>
                <a:cs typeface="Arial"/>
              </a:defRPr>
            </a:lvl4pPr>
            <a:lvl5pPr algn="ctr">
              <a:defRPr sz="1388" b="0">
                <a:solidFill>
                  <a:srgbClr val="17243F"/>
                </a:solidFill>
                <a:latin typeface="Arial"/>
                <a:ea typeface="Arial"/>
                <a:cs typeface="Arial"/>
              </a:defRPr>
            </a:lvl5pPr>
            <a:lvl6pPr algn="ctr">
              <a:defRPr sz="1388" b="0">
                <a:solidFill>
                  <a:srgbClr val="17243F"/>
                </a:solidFill>
                <a:latin typeface="Arial"/>
                <a:ea typeface="Arial"/>
                <a:cs typeface="Arial"/>
              </a:defRPr>
            </a:lvl6pPr>
            <a:lvl7pPr algn="ctr">
              <a:defRPr sz="1388" b="0">
                <a:solidFill>
                  <a:srgbClr val="17243F"/>
                </a:solidFill>
                <a:latin typeface="Arial"/>
                <a:ea typeface="Arial"/>
                <a:cs typeface="Arial"/>
              </a:defRPr>
            </a:lvl7pPr>
            <a:lvl8pPr algn="ctr">
              <a:defRPr sz="1388" b="0">
                <a:solidFill>
                  <a:srgbClr val="17243F"/>
                </a:solidFill>
                <a:latin typeface="Arial"/>
                <a:ea typeface="Arial"/>
                <a:cs typeface="Arial"/>
              </a:defRPr>
            </a:lvl8pPr>
            <a:lvl9pPr algn="ctr">
              <a:defRPr sz="1388" b="0">
                <a:solidFill>
                  <a:srgbClr val="17243F"/>
                </a:solidFill>
                <a:latin typeface="Arial"/>
                <a:ea typeface="Arial"/>
                <a:cs typeface="Arial"/>
              </a:defRPr>
            </a:lvl9pPr>
          </a:lstStyle>
          <a:p xmlns:a="http://schemas.openxmlformats.org/drawingml/2006/main">
            <a:pPr algn="ctr">
              <a:defRPr sz="1388" b="0">
                <a:solidFill>
                  <a:srgbClr val="17243F"/>
                </a:solidFill>
                <a:latin typeface="Arial"/>
                <a:ea typeface="Arial"/>
                <a:cs typeface="Arial"/>
              </a:defRPr>
            </a:pPr>
            <a:r>
              <a:rPr sz="1388" b="0">
                <a:solidFill>
                  <a:srgbClr val="17243F"/>
                </a:solidFill>
                <a:latin typeface="Arial"/>
                <a:ea typeface="Arial"/>
                <a:cs typeface="Arial"/>
              </a:rPr>
              <a:t>Mapping rules</a:t>
            </a:r>
          </a:p>
          <a:p xmlns:a="http://schemas.openxmlformats.org/drawingml/2006/main">
            <a:pPr algn="ctr">
              <a:defRPr sz="1388" b="0">
                <a:solidFill>
                  <a:srgbClr val="17243F"/>
                </a:solidFill>
                <a:latin typeface="Arial"/>
                <a:ea typeface="Arial"/>
                <a:cs typeface="Arial"/>
              </a:defRPr>
            </a:pPr>
            <a:r>
              <a:rPr sz="1388" b="0">
                <a:solidFill>
                  <a:srgbClr val="17243F"/>
                </a:solidFill>
                <a:latin typeface="Arial"/>
                <a:ea typeface="Arial"/>
                <a:cs typeface="Arial"/>
              </a:rPr>
              <a:t>Decision record</a:t>
            </a:r>
          </a:p>
        </p:txBody>
      </p:sp>
      <p:sp>
        <p:nvSpPr>
          <p:cNvPr id="109" name="tool-3">
            <a:extLst xmlns:a="http://schemas.openxmlformats.org/drawingml/2006/main">
              <a:ext uri="{FF2B5EF4-FFF2-40B4-BE49-F238E27FC236}">
                <a16:creationId xmlns:a16="http://schemas.microsoft.com/office/drawing/2014/main" id="{600D0748-D5AC-49A9-B034-751616940EBC}"/>
              </a:ext>
            </a:extLst>
          </p:cNvPr>
          <p:cNvSpPr>
            <a:spLocks xmlns:a="http://schemas.openxmlformats.org/drawingml/2006/main" noGrp="1"/>
          </p:cNvSpPr>
          <p:nvPr/>
        </p:nvSpPr>
        <p:spPr>
          <a:xfrm xmlns:a="http://schemas.openxmlformats.org/drawingml/2006/main">
            <a:off x="7093744" y="5629275"/>
            <a:ext cx="1352550" cy="438150"/>
          </a:xfrm>
          <a:prstGeom xmlns:a="http://schemas.openxmlformats.org/drawingml/2006/main" prst="rect">
            <a:avLst/>
          </a:prstGeom>
          <a:solidFill xmlns:a="http://schemas.openxmlformats.org/drawingml/2006/main">
            <a:srgbClr val="FFFFFF"/>
          </a:solidFill>
          <a:ln xmlns:a="http://schemas.openxmlformats.org/drawingml/2006/main" w="9525">
            <a:solidFill>
              <a:srgbClr val="087F80"/>
            </a:solidFill>
            <a:prstDash val="solid"/>
          </a:ln>
        </p:spPr>
      </p:sp>
      <p:sp>
        <p:nvSpPr>
          <p:cNvPr id="110" name="tool-3 text">
            <a:extLst xmlns:a="http://schemas.openxmlformats.org/drawingml/2006/main">
              <a:ext uri="{FF2B5EF4-FFF2-40B4-BE49-F238E27FC236}">
                <a16:creationId xmlns:a16="http://schemas.microsoft.com/office/drawing/2014/main" id="{00E8C2FD-5AC1-4DEE-8E0B-2AC60C42FD95}"/>
              </a:ext>
            </a:extLst>
          </p:cNvPr>
          <p:cNvSpPr>
            <a:spLocks xmlns:a="http://schemas.openxmlformats.org/drawingml/2006/main" noGrp="1"/>
          </p:cNvSpPr>
          <p:nvPr/>
        </p:nvSpPr>
        <p:spPr>
          <a:xfrm xmlns:a="http://schemas.openxmlformats.org/drawingml/2006/main">
            <a:off x="7141369" y="5657850"/>
            <a:ext cx="1257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388" b="0">
                <a:solidFill>
                  <a:srgbClr val="17243F"/>
                </a:solidFill>
                <a:latin typeface="Arial"/>
                <a:ea typeface="Arial"/>
                <a:cs typeface="Arial"/>
              </a:defRPr>
            </a:defPPr>
            <a:lvl1pPr algn="ctr">
              <a:defRPr sz="1388" b="0">
                <a:solidFill>
                  <a:srgbClr val="17243F"/>
                </a:solidFill>
                <a:latin typeface="Arial"/>
                <a:ea typeface="Arial"/>
                <a:cs typeface="Arial"/>
              </a:defRPr>
            </a:lvl1pPr>
            <a:lvl2pPr algn="ctr">
              <a:defRPr sz="1388" b="0">
                <a:solidFill>
                  <a:srgbClr val="17243F"/>
                </a:solidFill>
                <a:latin typeface="Arial"/>
                <a:ea typeface="Arial"/>
                <a:cs typeface="Arial"/>
              </a:defRPr>
            </a:lvl2pPr>
            <a:lvl3pPr algn="ctr">
              <a:defRPr sz="1388" b="0">
                <a:solidFill>
                  <a:srgbClr val="17243F"/>
                </a:solidFill>
                <a:latin typeface="Arial"/>
                <a:ea typeface="Arial"/>
                <a:cs typeface="Arial"/>
              </a:defRPr>
            </a:lvl3pPr>
            <a:lvl4pPr algn="ctr">
              <a:defRPr sz="1388" b="0">
                <a:solidFill>
                  <a:srgbClr val="17243F"/>
                </a:solidFill>
                <a:latin typeface="Arial"/>
                <a:ea typeface="Arial"/>
                <a:cs typeface="Arial"/>
              </a:defRPr>
            </a:lvl4pPr>
            <a:lvl5pPr algn="ctr">
              <a:defRPr sz="1388" b="0">
                <a:solidFill>
                  <a:srgbClr val="17243F"/>
                </a:solidFill>
                <a:latin typeface="Arial"/>
                <a:ea typeface="Arial"/>
                <a:cs typeface="Arial"/>
              </a:defRPr>
            </a:lvl5pPr>
            <a:lvl6pPr algn="ctr">
              <a:defRPr sz="1388" b="0">
                <a:solidFill>
                  <a:srgbClr val="17243F"/>
                </a:solidFill>
                <a:latin typeface="Arial"/>
                <a:ea typeface="Arial"/>
                <a:cs typeface="Arial"/>
              </a:defRPr>
            </a:lvl6pPr>
            <a:lvl7pPr algn="ctr">
              <a:defRPr sz="1388" b="0">
                <a:solidFill>
                  <a:srgbClr val="17243F"/>
                </a:solidFill>
                <a:latin typeface="Arial"/>
                <a:ea typeface="Arial"/>
                <a:cs typeface="Arial"/>
              </a:defRPr>
            </a:lvl7pPr>
            <a:lvl8pPr algn="ctr">
              <a:defRPr sz="1388" b="0">
                <a:solidFill>
                  <a:srgbClr val="17243F"/>
                </a:solidFill>
                <a:latin typeface="Arial"/>
                <a:ea typeface="Arial"/>
                <a:cs typeface="Arial"/>
              </a:defRPr>
            </a:lvl8pPr>
            <a:lvl9pPr algn="ctr">
              <a:defRPr sz="1388" b="0">
                <a:solidFill>
                  <a:srgbClr val="17243F"/>
                </a:solidFill>
                <a:latin typeface="Arial"/>
                <a:ea typeface="Arial"/>
                <a:cs typeface="Arial"/>
              </a:defRPr>
            </a:lvl9pPr>
          </a:lstStyle>
          <a:p xmlns:a="http://schemas.openxmlformats.org/drawingml/2006/main">
            <a:pPr algn="ctr">
              <a:defRPr sz="1388" b="0">
                <a:solidFill>
                  <a:srgbClr val="17243F"/>
                </a:solidFill>
                <a:latin typeface="Arial"/>
                <a:ea typeface="Arial"/>
                <a:cs typeface="Arial"/>
              </a:defRPr>
            </a:pPr>
            <a:r>
              <a:rPr sz="1388" b="0">
                <a:solidFill>
                  <a:srgbClr val="17243F"/>
                </a:solidFill>
                <a:latin typeface="Arial"/>
                <a:ea typeface="Arial"/>
                <a:cs typeface="Arial"/>
              </a:rPr>
              <a:t>Batch writes</a:t>
            </a:r>
          </a:p>
          <a:p xmlns:a="http://schemas.openxmlformats.org/drawingml/2006/main">
            <a:pPr algn="ctr">
              <a:defRPr sz="1388" b="0">
                <a:solidFill>
                  <a:srgbClr val="17243F"/>
                </a:solidFill>
                <a:latin typeface="Arial"/>
                <a:ea typeface="Arial"/>
                <a:cs typeface="Arial"/>
              </a:defRPr>
            </a:pPr>
            <a:r>
              <a:rPr sz="1388" b="0">
                <a:solidFill>
                  <a:srgbClr val="17243F"/>
                </a:solidFill>
                <a:latin typeface="Arial"/>
                <a:ea typeface="Arial"/>
                <a:cs typeface="Arial"/>
              </a:rPr>
              <a:t>Intent key</a:t>
            </a:r>
          </a:p>
        </p:txBody>
      </p:sp>
      <p:sp>
        <p:nvSpPr>
          <p:cNvPr id="111" name="tool-4">
            <a:extLst xmlns:a="http://schemas.openxmlformats.org/drawingml/2006/main">
              <a:ext uri="{FF2B5EF4-FFF2-40B4-BE49-F238E27FC236}">
                <a16:creationId xmlns:a16="http://schemas.microsoft.com/office/drawing/2014/main" id="{06439EC3-D578-403D-A7CD-F20BDAA6CEE7}"/>
              </a:ext>
            </a:extLst>
          </p:cNvPr>
          <p:cNvSpPr>
            <a:spLocks xmlns:a="http://schemas.openxmlformats.org/drawingml/2006/main" noGrp="1"/>
          </p:cNvSpPr>
          <p:nvPr/>
        </p:nvSpPr>
        <p:spPr>
          <a:xfrm xmlns:a="http://schemas.openxmlformats.org/drawingml/2006/main">
            <a:off x="8660606" y="5629275"/>
            <a:ext cx="1352550" cy="438150"/>
          </a:xfrm>
          <a:prstGeom xmlns:a="http://schemas.openxmlformats.org/drawingml/2006/main" prst="rect">
            <a:avLst/>
          </a:prstGeom>
          <a:solidFill xmlns:a="http://schemas.openxmlformats.org/drawingml/2006/main">
            <a:srgbClr val="FFFFFF"/>
          </a:solidFill>
          <a:ln xmlns:a="http://schemas.openxmlformats.org/drawingml/2006/main" w="9525">
            <a:solidFill>
              <a:srgbClr val="087F80"/>
            </a:solidFill>
            <a:prstDash val="solid"/>
          </a:ln>
        </p:spPr>
      </p:sp>
      <p:sp>
        <p:nvSpPr>
          <p:cNvPr id="112" name="tool-4 text">
            <a:extLst xmlns:a="http://schemas.openxmlformats.org/drawingml/2006/main">
              <a:ext uri="{FF2B5EF4-FFF2-40B4-BE49-F238E27FC236}">
                <a16:creationId xmlns:a16="http://schemas.microsoft.com/office/drawing/2014/main" id="{B44F62F7-9C6E-4F54-A33C-77DDBC187069}"/>
              </a:ext>
            </a:extLst>
          </p:cNvPr>
          <p:cNvSpPr>
            <a:spLocks xmlns:a="http://schemas.openxmlformats.org/drawingml/2006/main" noGrp="1"/>
          </p:cNvSpPr>
          <p:nvPr/>
        </p:nvSpPr>
        <p:spPr>
          <a:xfrm xmlns:a="http://schemas.openxmlformats.org/drawingml/2006/main">
            <a:off x="8708231" y="5657850"/>
            <a:ext cx="1257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388" b="0">
                <a:solidFill>
                  <a:srgbClr val="17243F"/>
                </a:solidFill>
                <a:latin typeface="Arial"/>
                <a:ea typeface="Arial"/>
                <a:cs typeface="Arial"/>
              </a:defRPr>
            </a:defPPr>
            <a:lvl1pPr algn="ctr">
              <a:defRPr sz="1388" b="0">
                <a:solidFill>
                  <a:srgbClr val="17243F"/>
                </a:solidFill>
                <a:latin typeface="Arial"/>
                <a:ea typeface="Arial"/>
                <a:cs typeface="Arial"/>
              </a:defRPr>
            </a:lvl1pPr>
            <a:lvl2pPr algn="ctr">
              <a:defRPr sz="1388" b="0">
                <a:solidFill>
                  <a:srgbClr val="17243F"/>
                </a:solidFill>
                <a:latin typeface="Arial"/>
                <a:ea typeface="Arial"/>
                <a:cs typeface="Arial"/>
              </a:defRPr>
            </a:lvl2pPr>
            <a:lvl3pPr algn="ctr">
              <a:defRPr sz="1388" b="0">
                <a:solidFill>
                  <a:srgbClr val="17243F"/>
                </a:solidFill>
                <a:latin typeface="Arial"/>
                <a:ea typeface="Arial"/>
                <a:cs typeface="Arial"/>
              </a:defRPr>
            </a:lvl3pPr>
            <a:lvl4pPr algn="ctr">
              <a:defRPr sz="1388" b="0">
                <a:solidFill>
                  <a:srgbClr val="17243F"/>
                </a:solidFill>
                <a:latin typeface="Arial"/>
                <a:ea typeface="Arial"/>
                <a:cs typeface="Arial"/>
              </a:defRPr>
            </a:lvl4pPr>
            <a:lvl5pPr algn="ctr">
              <a:defRPr sz="1388" b="0">
                <a:solidFill>
                  <a:srgbClr val="17243F"/>
                </a:solidFill>
                <a:latin typeface="Arial"/>
                <a:ea typeface="Arial"/>
                <a:cs typeface="Arial"/>
              </a:defRPr>
            </a:lvl5pPr>
            <a:lvl6pPr algn="ctr">
              <a:defRPr sz="1388" b="0">
                <a:solidFill>
                  <a:srgbClr val="17243F"/>
                </a:solidFill>
                <a:latin typeface="Arial"/>
                <a:ea typeface="Arial"/>
                <a:cs typeface="Arial"/>
              </a:defRPr>
            </a:lvl6pPr>
            <a:lvl7pPr algn="ctr">
              <a:defRPr sz="1388" b="0">
                <a:solidFill>
                  <a:srgbClr val="17243F"/>
                </a:solidFill>
                <a:latin typeface="Arial"/>
                <a:ea typeface="Arial"/>
                <a:cs typeface="Arial"/>
              </a:defRPr>
            </a:lvl7pPr>
            <a:lvl8pPr algn="ctr">
              <a:defRPr sz="1388" b="0">
                <a:solidFill>
                  <a:srgbClr val="17243F"/>
                </a:solidFill>
                <a:latin typeface="Arial"/>
                <a:ea typeface="Arial"/>
                <a:cs typeface="Arial"/>
              </a:defRPr>
            </a:lvl8pPr>
            <a:lvl9pPr algn="ctr">
              <a:defRPr sz="1388" b="0">
                <a:solidFill>
                  <a:srgbClr val="17243F"/>
                </a:solidFill>
                <a:latin typeface="Arial"/>
                <a:ea typeface="Arial"/>
                <a:cs typeface="Arial"/>
              </a:defRPr>
            </a:lvl9pPr>
          </a:lstStyle>
          <a:p xmlns:a="http://schemas.openxmlformats.org/drawingml/2006/main">
            <a:pPr algn="ctr">
              <a:defRPr sz="1388" b="0">
                <a:solidFill>
                  <a:srgbClr val="17243F"/>
                </a:solidFill>
                <a:latin typeface="Arial"/>
                <a:ea typeface="Arial"/>
                <a:cs typeface="Arial"/>
              </a:defRPr>
            </a:pPr>
            <a:r>
              <a:rPr sz="1388" b="0">
                <a:solidFill>
                  <a:srgbClr val="17243F"/>
                </a:solidFill>
                <a:latin typeface="Arial"/>
                <a:ea typeface="Arial"/>
                <a:cs typeface="Arial"/>
              </a:rPr>
              <a:t>Policy checks</a:t>
            </a:r>
          </a:p>
          <a:p xmlns:a="http://schemas.openxmlformats.org/drawingml/2006/main">
            <a:pPr algn="ctr">
              <a:defRPr sz="1388" b="0">
                <a:solidFill>
                  <a:srgbClr val="17243F"/>
                </a:solidFill>
                <a:latin typeface="Arial"/>
                <a:ea typeface="Arial"/>
                <a:cs typeface="Arial"/>
              </a:defRPr>
            </a:pPr>
            <a:r>
              <a:rPr sz="1388" b="0">
                <a:solidFill>
                  <a:srgbClr val="17243F"/>
                </a:solidFill>
                <a:latin typeface="Arial"/>
                <a:ea typeface="Arial"/>
                <a:cs typeface="Arial"/>
              </a:rPr>
              <a:t>Bounded retry</a:t>
            </a:r>
          </a:p>
        </p:txBody>
      </p:sp>
      <p:sp>
        <p:nvSpPr>
          <p:cNvPr id="113" name="tool-5">
            <a:extLst xmlns:a="http://schemas.openxmlformats.org/drawingml/2006/main">
              <a:ext uri="{FF2B5EF4-FFF2-40B4-BE49-F238E27FC236}">
                <a16:creationId xmlns:a16="http://schemas.microsoft.com/office/drawing/2014/main" id="{D621404D-CF08-4823-9B8F-DCDE8EBC973B}"/>
              </a:ext>
            </a:extLst>
          </p:cNvPr>
          <p:cNvSpPr>
            <a:spLocks xmlns:a="http://schemas.openxmlformats.org/drawingml/2006/main" noGrp="1"/>
          </p:cNvSpPr>
          <p:nvPr/>
        </p:nvSpPr>
        <p:spPr>
          <a:xfrm xmlns:a="http://schemas.openxmlformats.org/drawingml/2006/main">
            <a:off x="10227469" y="5629275"/>
            <a:ext cx="1352550" cy="438150"/>
          </a:xfrm>
          <a:prstGeom xmlns:a="http://schemas.openxmlformats.org/drawingml/2006/main" prst="rect">
            <a:avLst/>
          </a:prstGeom>
          <a:solidFill xmlns:a="http://schemas.openxmlformats.org/drawingml/2006/main">
            <a:srgbClr val="FFFFFF"/>
          </a:solidFill>
          <a:ln xmlns:a="http://schemas.openxmlformats.org/drawingml/2006/main" w="9525">
            <a:solidFill>
              <a:srgbClr val="087F80"/>
            </a:solidFill>
            <a:prstDash val="solid"/>
          </a:ln>
        </p:spPr>
      </p:sp>
      <p:sp>
        <p:nvSpPr>
          <p:cNvPr id="114" name="tool-5 text">
            <a:extLst xmlns:a="http://schemas.openxmlformats.org/drawingml/2006/main">
              <a:ext uri="{FF2B5EF4-FFF2-40B4-BE49-F238E27FC236}">
                <a16:creationId xmlns:a16="http://schemas.microsoft.com/office/drawing/2014/main" id="{B541F91E-E37D-445B-9AB7-58D15F4BA63A}"/>
              </a:ext>
            </a:extLst>
          </p:cNvPr>
          <p:cNvSpPr>
            <a:spLocks xmlns:a="http://schemas.openxmlformats.org/drawingml/2006/main" noGrp="1"/>
          </p:cNvSpPr>
          <p:nvPr/>
        </p:nvSpPr>
        <p:spPr>
          <a:xfrm xmlns:a="http://schemas.openxmlformats.org/drawingml/2006/main">
            <a:off x="10275094" y="5657850"/>
            <a:ext cx="1257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388" b="0">
                <a:solidFill>
                  <a:srgbClr val="17243F"/>
                </a:solidFill>
                <a:latin typeface="Arial"/>
                <a:ea typeface="Arial"/>
                <a:cs typeface="Arial"/>
              </a:defRPr>
            </a:defPPr>
            <a:lvl1pPr algn="ctr">
              <a:defRPr sz="1388" b="0">
                <a:solidFill>
                  <a:srgbClr val="17243F"/>
                </a:solidFill>
                <a:latin typeface="Arial"/>
                <a:ea typeface="Arial"/>
                <a:cs typeface="Arial"/>
              </a:defRPr>
            </a:lvl1pPr>
            <a:lvl2pPr algn="ctr">
              <a:defRPr sz="1388" b="0">
                <a:solidFill>
                  <a:srgbClr val="17243F"/>
                </a:solidFill>
                <a:latin typeface="Arial"/>
                <a:ea typeface="Arial"/>
                <a:cs typeface="Arial"/>
              </a:defRPr>
            </a:lvl2pPr>
            <a:lvl3pPr algn="ctr">
              <a:defRPr sz="1388" b="0">
                <a:solidFill>
                  <a:srgbClr val="17243F"/>
                </a:solidFill>
                <a:latin typeface="Arial"/>
                <a:ea typeface="Arial"/>
                <a:cs typeface="Arial"/>
              </a:defRPr>
            </a:lvl3pPr>
            <a:lvl4pPr algn="ctr">
              <a:defRPr sz="1388" b="0">
                <a:solidFill>
                  <a:srgbClr val="17243F"/>
                </a:solidFill>
                <a:latin typeface="Arial"/>
                <a:ea typeface="Arial"/>
                <a:cs typeface="Arial"/>
              </a:defRPr>
            </a:lvl4pPr>
            <a:lvl5pPr algn="ctr">
              <a:defRPr sz="1388" b="0">
                <a:solidFill>
                  <a:srgbClr val="17243F"/>
                </a:solidFill>
                <a:latin typeface="Arial"/>
                <a:ea typeface="Arial"/>
                <a:cs typeface="Arial"/>
              </a:defRPr>
            </a:lvl5pPr>
            <a:lvl6pPr algn="ctr">
              <a:defRPr sz="1388" b="0">
                <a:solidFill>
                  <a:srgbClr val="17243F"/>
                </a:solidFill>
                <a:latin typeface="Arial"/>
                <a:ea typeface="Arial"/>
                <a:cs typeface="Arial"/>
              </a:defRPr>
            </a:lvl6pPr>
            <a:lvl7pPr algn="ctr">
              <a:defRPr sz="1388" b="0">
                <a:solidFill>
                  <a:srgbClr val="17243F"/>
                </a:solidFill>
                <a:latin typeface="Arial"/>
                <a:ea typeface="Arial"/>
                <a:cs typeface="Arial"/>
              </a:defRPr>
            </a:lvl7pPr>
            <a:lvl8pPr algn="ctr">
              <a:defRPr sz="1388" b="0">
                <a:solidFill>
                  <a:srgbClr val="17243F"/>
                </a:solidFill>
                <a:latin typeface="Arial"/>
                <a:ea typeface="Arial"/>
                <a:cs typeface="Arial"/>
              </a:defRPr>
            </a:lvl8pPr>
            <a:lvl9pPr algn="ctr">
              <a:defRPr sz="1388" b="0">
                <a:solidFill>
                  <a:srgbClr val="17243F"/>
                </a:solidFill>
                <a:latin typeface="Arial"/>
                <a:ea typeface="Arial"/>
                <a:cs typeface="Arial"/>
              </a:defRPr>
            </a:lvl9pPr>
          </a:lstStyle>
          <a:p xmlns:a="http://schemas.openxmlformats.org/drawingml/2006/main">
            <a:pPr algn="ctr">
              <a:defRPr sz="1388" b="0">
                <a:solidFill>
                  <a:srgbClr val="17243F"/>
                </a:solidFill>
                <a:latin typeface="Arial"/>
                <a:ea typeface="Arial"/>
                <a:cs typeface="Arial"/>
              </a:defRPr>
            </a:pPr>
            <a:r>
              <a:rPr sz="1388" b="0">
                <a:solidFill>
                  <a:srgbClr val="17243F"/>
                </a:solidFill>
                <a:latin typeface="Arial"/>
                <a:ea typeface="Arial"/>
                <a:cs typeface="Arial"/>
              </a:rPr>
              <a:t>Exact balances</a:t>
            </a:r>
          </a:p>
          <a:p xmlns:a="http://schemas.openxmlformats.org/drawingml/2006/main">
            <a:pPr algn="ctr">
              <a:defRPr sz="1388" b="0">
                <a:solidFill>
                  <a:srgbClr val="17243F"/>
                </a:solidFill>
                <a:latin typeface="Arial"/>
                <a:ea typeface="Arial"/>
                <a:cs typeface="Arial"/>
              </a:defRPr>
            </a:pPr>
            <a:r>
              <a:rPr sz="1388" b="0">
                <a:solidFill>
                  <a:srgbClr val="17243F"/>
                </a:solidFill>
                <a:latin typeface="Arial"/>
                <a:ea typeface="Arial"/>
                <a:cs typeface="Arial"/>
              </a:rPr>
              <a:t>Records / links</a:t>
            </a:r>
          </a:p>
        </p:txBody>
      </p:sp>
      <p:sp>
        <p:nvSpPr>
          <p:cNvPr id="115" name="tool-6">
            <a:extLst xmlns:a="http://schemas.openxmlformats.org/drawingml/2006/main">
              <a:ext uri="{FF2B5EF4-FFF2-40B4-BE49-F238E27FC236}">
                <a16:creationId xmlns:a16="http://schemas.microsoft.com/office/drawing/2014/main" id="{D0878FCE-63ED-47EF-975C-57E73B79C487}"/>
              </a:ext>
            </a:extLst>
          </p:cNvPr>
          <p:cNvSpPr>
            <a:spLocks xmlns:a="http://schemas.openxmlformats.org/drawingml/2006/main" noGrp="1"/>
          </p:cNvSpPr>
          <p:nvPr/>
        </p:nvSpPr>
        <p:spPr>
          <a:xfrm xmlns:a="http://schemas.openxmlformats.org/drawingml/2006/main">
            <a:off x="11794331" y="5629275"/>
            <a:ext cx="1352550" cy="438150"/>
          </a:xfrm>
          <a:prstGeom xmlns:a="http://schemas.openxmlformats.org/drawingml/2006/main" prst="rect">
            <a:avLst/>
          </a:prstGeom>
          <a:solidFill xmlns:a="http://schemas.openxmlformats.org/drawingml/2006/main">
            <a:srgbClr val="FFFFFF"/>
          </a:solidFill>
          <a:ln xmlns:a="http://schemas.openxmlformats.org/drawingml/2006/main" w="9525">
            <a:solidFill>
              <a:srgbClr val="087F80"/>
            </a:solidFill>
            <a:prstDash val="solid"/>
          </a:ln>
        </p:spPr>
      </p:sp>
      <p:sp>
        <p:nvSpPr>
          <p:cNvPr id="116" name="tool-6 text">
            <a:extLst xmlns:a="http://schemas.openxmlformats.org/drawingml/2006/main">
              <a:ext uri="{FF2B5EF4-FFF2-40B4-BE49-F238E27FC236}">
                <a16:creationId xmlns:a16="http://schemas.microsoft.com/office/drawing/2014/main" id="{67DD0834-0EC1-474B-9563-E37FA2654FD8}"/>
              </a:ext>
            </a:extLst>
          </p:cNvPr>
          <p:cNvSpPr>
            <a:spLocks xmlns:a="http://schemas.openxmlformats.org/drawingml/2006/main" noGrp="1"/>
          </p:cNvSpPr>
          <p:nvPr/>
        </p:nvSpPr>
        <p:spPr>
          <a:xfrm xmlns:a="http://schemas.openxmlformats.org/drawingml/2006/main">
            <a:off x="11841956" y="5657850"/>
            <a:ext cx="1257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388" b="0">
                <a:solidFill>
                  <a:srgbClr val="17243F"/>
                </a:solidFill>
                <a:latin typeface="Arial"/>
                <a:ea typeface="Arial"/>
                <a:cs typeface="Arial"/>
              </a:defRPr>
            </a:defPPr>
            <a:lvl1pPr algn="ctr">
              <a:defRPr sz="1388" b="0">
                <a:solidFill>
                  <a:srgbClr val="17243F"/>
                </a:solidFill>
                <a:latin typeface="Arial"/>
                <a:ea typeface="Arial"/>
                <a:cs typeface="Arial"/>
              </a:defRPr>
            </a:lvl1pPr>
            <a:lvl2pPr algn="ctr">
              <a:defRPr sz="1388" b="0">
                <a:solidFill>
                  <a:srgbClr val="17243F"/>
                </a:solidFill>
                <a:latin typeface="Arial"/>
                <a:ea typeface="Arial"/>
                <a:cs typeface="Arial"/>
              </a:defRPr>
            </a:lvl2pPr>
            <a:lvl3pPr algn="ctr">
              <a:defRPr sz="1388" b="0">
                <a:solidFill>
                  <a:srgbClr val="17243F"/>
                </a:solidFill>
                <a:latin typeface="Arial"/>
                <a:ea typeface="Arial"/>
                <a:cs typeface="Arial"/>
              </a:defRPr>
            </a:lvl3pPr>
            <a:lvl4pPr algn="ctr">
              <a:defRPr sz="1388" b="0">
                <a:solidFill>
                  <a:srgbClr val="17243F"/>
                </a:solidFill>
                <a:latin typeface="Arial"/>
                <a:ea typeface="Arial"/>
                <a:cs typeface="Arial"/>
              </a:defRPr>
            </a:lvl4pPr>
            <a:lvl5pPr algn="ctr">
              <a:defRPr sz="1388" b="0">
                <a:solidFill>
                  <a:srgbClr val="17243F"/>
                </a:solidFill>
                <a:latin typeface="Arial"/>
                <a:ea typeface="Arial"/>
                <a:cs typeface="Arial"/>
              </a:defRPr>
            </a:lvl5pPr>
            <a:lvl6pPr algn="ctr">
              <a:defRPr sz="1388" b="0">
                <a:solidFill>
                  <a:srgbClr val="17243F"/>
                </a:solidFill>
                <a:latin typeface="Arial"/>
                <a:ea typeface="Arial"/>
                <a:cs typeface="Arial"/>
              </a:defRPr>
            </a:lvl6pPr>
            <a:lvl7pPr algn="ctr">
              <a:defRPr sz="1388" b="0">
                <a:solidFill>
                  <a:srgbClr val="17243F"/>
                </a:solidFill>
                <a:latin typeface="Arial"/>
                <a:ea typeface="Arial"/>
                <a:cs typeface="Arial"/>
              </a:defRPr>
            </a:lvl7pPr>
            <a:lvl8pPr algn="ctr">
              <a:defRPr sz="1388" b="0">
                <a:solidFill>
                  <a:srgbClr val="17243F"/>
                </a:solidFill>
                <a:latin typeface="Arial"/>
                <a:ea typeface="Arial"/>
                <a:cs typeface="Arial"/>
              </a:defRPr>
            </a:lvl8pPr>
            <a:lvl9pPr algn="ctr">
              <a:defRPr sz="1388" b="0">
                <a:solidFill>
                  <a:srgbClr val="17243F"/>
                </a:solidFill>
                <a:latin typeface="Arial"/>
                <a:ea typeface="Arial"/>
                <a:cs typeface="Arial"/>
              </a:defRPr>
            </a:lvl9pPr>
          </a:lstStyle>
          <a:p xmlns:a="http://schemas.openxmlformats.org/drawingml/2006/main">
            <a:pPr algn="ctr">
              <a:defRPr sz="1388" b="0">
                <a:solidFill>
                  <a:srgbClr val="17243F"/>
                </a:solidFill>
                <a:latin typeface="Arial"/>
                <a:ea typeface="Arial"/>
                <a:cs typeface="Arial"/>
              </a:defRPr>
            </a:pPr>
            <a:r>
              <a:rPr sz="1388" b="0">
                <a:solidFill>
                  <a:srgbClr val="17243F"/>
                </a:solidFill>
                <a:latin typeface="Arial"/>
                <a:ea typeface="Arial"/>
                <a:cs typeface="Arial"/>
              </a:rPr>
              <a:t>Setup checks</a:t>
            </a:r>
          </a:p>
          <a:p xmlns:a="http://schemas.openxmlformats.org/drawingml/2006/main">
            <a:pPr algn="ctr">
              <a:defRPr sz="1388" b="0">
                <a:solidFill>
                  <a:srgbClr val="17243F"/>
                </a:solidFill>
                <a:latin typeface="Arial"/>
                <a:ea typeface="Arial"/>
                <a:cs typeface="Arial"/>
              </a:defRPr>
            </a:pPr>
            <a:r>
              <a:rPr sz="1388" b="0">
                <a:solidFill>
                  <a:srgbClr val="17243F"/>
                </a:solidFill>
                <a:latin typeface="Arial"/>
                <a:ea typeface="Arial"/>
                <a:cs typeface="Arial"/>
              </a:rPr>
              <a:t>Decision log</a:t>
            </a:r>
          </a:p>
        </p:txBody>
      </p:sp>
      <p:sp>
        <p:nvSpPr>
          <p:cNvPr id="117" name="tool-7">
            <a:extLst xmlns:a="http://schemas.openxmlformats.org/drawingml/2006/main">
              <a:ext uri="{FF2B5EF4-FFF2-40B4-BE49-F238E27FC236}">
                <a16:creationId xmlns:a16="http://schemas.microsoft.com/office/drawing/2014/main" id="{015B1D0A-C5D2-4700-91E9-315158811A0B}"/>
              </a:ext>
            </a:extLst>
          </p:cNvPr>
          <p:cNvSpPr>
            <a:spLocks xmlns:a="http://schemas.openxmlformats.org/drawingml/2006/main" noGrp="1"/>
          </p:cNvSpPr>
          <p:nvPr/>
        </p:nvSpPr>
        <p:spPr>
          <a:xfrm xmlns:a="http://schemas.openxmlformats.org/drawingml/2006/main">
            <a:off x="13361194" y="5629275"/>
            <a:ext cx="1352550" cy="438150"/>
          </a:xfrm>
          <a:prstGeom xmlns:a="http://schemas.openxmlformats.org/drawingml/2006/main" prst="rect">
            <a:avLst/>
          </a:prstGeom>
          <a:solidFill xmlns:a="http://schemas.openxmlformats.org/drawingml/2006/main">
            <a:srgbClr val="FFFFFF"/>
          </a:solidFill>
          <a:ln xmlns:a="http://schemas.openxmlformats.org/drawingml/2006/main" w="9525">
            <a:solidFill>
              <a:srgbClr val="087F80"/>
            </a:solidFill>
            <a:prstDash val="solid"/>
          </a:ln>
        </p:spPr>
      </p:sp>
      <p:sp>
        <p:nvSpPr>
          <p:cNvPr id="118" name="tool-7 text">
            <a:extLst xmlns:a="http://schemas.openxmlformats.org/drawingml/2006/main">
              <a:ext uri="{FF2B5EF4-FFF2-40B4-BE49-F238E27FC236}">
                <a16:creationId xmlns:a16="http://schemas.microsoft.com/office/drawing/2014/main" id="{72DC3DA5-63C1-407F-9012-D1ADE7716389}"/>
              </a:ext>
            </a:extLst>
          </p:cNvPr>
          <p:cNvSpPr>
            <a:spLocks xmlns:a="http://schemas.openxmlformats.org/drawingml/2006/main" noGrp="1"/>
          </p:cNvSpPr>
          <p:nvPr/>
        </p:nvSpPr>
        <p:spPr>
          <a:xfrm xmlns:a="http://schemas.openxmlformats.org/drawingml/2006/main">
            <a:off x="13408819" y="5657850"/>
            <a:ext cx="1257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388" b="0">
                <a:solidFill>
                  <a:srgbClr val="17243F"/>
                </a:solidFill>
                <a:latin typeface="Arial"/>
                <a:ea typeface="Arial"/>
                <a:cs typeface="Arial"/>
              </a:defRPr>
            </a:defPPr>
            <a:lvl1pPr algn="ctr">
              <a:defRPr sz="1388" b="0">
                <a:solidFill>
                  <a:srgbClr val="17243F"/>
                </a:solidFill>
                <a:latin typeface="Arial"/>
                <a:ea typeface="Arial"/>
                <a:cs typeface="Arial"/>
              </a:defRPr>
            </a:lvl1pPr>
            <a:lvl2pPr algn="ctr">
              <a:defRPr sz="1388" b="0">
                <a:solidFill>
                  <a:srgbClr val="17243F"/>
                </a:solidFill>
                <a:latin typeface="Arial"/>
                <a:ea typeface="Arial"/>
                <a:cs typeface="Arial"/>
              </a:defRPr>
            </a:lvl2pPr>
            <a:lvl3pPr algn="ctr">
              <a:defRPr sz="1388" b="0">
                <a:solidFill>
                  <a:srgbClr val="17243F"/>
                </a:solidFill>
                <a:latin typeface="Arial"/>
                <a:ea typeface="Arial"/>
                <a:cs typeface="Arial"/>
              </a:defRPr>
            </a:lvl3pPr>
            <a:lvl4pPr algn="ctr">
              <a:defRPr sz="1388" b="0">
                <a:solidFill>
                  <a:srgbClr val="17243F"/>
                </a:solidFill>
                <a:latin typeface="Arial"/>
                <a:ea typeface="Arial"/>
                <a:cs typeface="Arial"/>
              </a:defRPr>
            </a:lvl4pPr>
            <a:lvl5pPr algn="ctr">
              <a:defRPr sz="1388" b="0">
                <a:solidFill>
                  <a:srgbClr val="17243F"/>
                </a:solidFill>
                <a:latin typeface="Arial"/>
                <a:ea typeface="Arial"/>
                <a:cs typeface="Arial"/>
              </a:defRPr>
            </a:lvl5pPr>
            <a:lvl6pPr algn="ctr">
              <a:defRPr sz="1388" b="0">
                <a:solidFill>
                  <a:srgbClr val="17243F"/>
                </a:solidFill>
                <a:latin typeface="Arial"/>
                <a:ea typeface="Arial"/>
                <a:cs typeface="Arial"/>
              </a:defRPr>
            </a:lvl6pPr>
            <a:lvl7pPr algn="ctr">
              <a:defRPr sz="1388" b="0">
                <a:solidFill>
                  <a:srgbClr val="17243F"/>
                </a:solidFill>
                <a:latin typeface="Arial"/>
                <a:ea typeface="Arial"/>
                <a:cs typeface="Arial"/>
              </a:defRPr>
            </a:lvl7pPr>
            <a:lvl8pPr algn="ctr">
              <a:defRPr sz="1388" b="0">
                <a:solidFill>
                  <a:srgbClr val="17243F"/>
                </a:solidFill>
                <a:latin typeface="Arial"/>
                <a:ea typeface="Arial"/>
                <a:cs typeface="Arial"/>
              </a:defRPr>
            </a:lvl8pPr>
            <a:lvl9pPr algn="ctr">
              <a:defRPr sz="1388" b="0">
                <a:solidFill>
                  <a:srgbClr val="17243F"/>
                </a:solidFill>
                <a:latin typeface="Arial"/>
                <a:ea typeface="Arial"/>
                <a:cs typeface="Arial"/>
              </a:defRPr>
            </a:lvl9pPr>
          </a:lstStyle>
          <a:p xmlns:a="http://schemas.openxmlformats.org/drawingml/2006/main">
            <a:pPr algn="ctr">
              <a:defRPr sz="1388" b="0">
                <a:solidFill>
                  <a:srgbClr val="17243F"/>
                </a:solidFill>
                <a:latin typeface="Arial"/>
                <a:ea typeface="Arial"/>
                <a:cs typeface="Arial"/>
              </a:defRPr>
            </a:pPr>
            <a:r>
              <a:rPr sz="1388" b="0">
                <a:solidFill>
                  <a:srgbClr val="17243F"/>
                </a:solidFill>
                <a:latin typeface="Arial"/>
                <a:ea typeface="Arial"/>
                <a:cs typeface="Arial"/>
              </a:rPr>
              <a:t>Post once</a:t>
            </a:r>
          </a:p>
          <a:p xmlns:a="http://schemas.openxmlformats.org/drawingml/2006/main">
            <a:pPr algn="ctr">
              <a:defRPr sz="1388" b="0">
                <a:solidFill>
                  <a:srgbClr val="17243F"/>
                </a:solidFill>
                <a:latin typeface="Arial"/>
                <a:ea typeface="Arial"/>
                <a:cs typeface="Arial"/>
              </a:defRPr>
            </a:pPr>
            <a:r>
              <a:rPr sz="1388" b="0">
                <a:solidFill>
                  <a:srgbClr val="17243F"/>
                </a:solidFill>
                <a:latin typeface="Arial"/>
                <a:ea typeface="Arial"/>
                <a:cs typeface="Arial"/>
              </a:rPr>
              <a:t>Verify receipt</a:t>
            </a:r>
          </a:p>
        </p:txBody>
      </p:sp>
      <p:sp>
        <p:nvSpPr>
          <p:cNvPr id="119" name="identity">
            <a:extLst xmlns:a="http://schemas.openxmlformats.org/drawingml/2006/main">
              <a:ext uri="{FF2B5EF4-FFF2-40B4-BE49-F238E27FC236}">
                <a16:creationId xmlns:a16="http://schemas.microsoft.com/office/drawing/2014/main" id="{4AE3040A-FE9B-4A67-A73D-C65AD5E6E47E}"/>
              </a:ext>
            </a:extLst>
          </p:cNvPr>
          <p:cNvSpPr>
            <a:spLocks xmlns:a="http://schemas.openxmlformats.org/drawingml/2006/main" noGrp="1"/>
          </p:cNvSpPr>
          <p:nvPr/>
        </p:nvSpPr>
        <p:spPr>
          <a:xfrm xmlns:a="http://schemas.openxmlformats.org/drawingml/2006/main">
            <a:off x="2393156" y="6410325"/>
            <a:ext cx="1352550" cy="438150"/>
          </a:xfrm>
          <a:prstGeom xmlns:a="http://schemas.openxmlformats.org/drawingml/2006/main" prst="rect">
            <a:avLst/>
          </a:prstGeom>
          <a:solidFill xmlns:a="http://schemas.openxmlformats.org/drawingml/2006/main">
            <a:srgbClr val="FFFFFF"/>
          </a:solidFill>
          <a:ln xmlns:a="http://schemas.openxmlformats.org/drawingml/2006/main" w="9525">
            <a:solidFill>
              <a:srgbClr val="087F80"/>
            </a:solidFill>
            <a:prstDash val="solid"/>
          </a:ln>
        </p:spPr>
      </p:sp>
      <p:sp>
        <p:nvSpPr>
          <p:cNvPr id="120" name="identity text">
            <a:extLst xmlns:a="http://schemas.openxmlformats.org/drawingml/2006/main">
              <a:ext uri="{FF2B5EF4-FFF2-40B4-BE49-F238E27FC236}">
                <a16:creationId xmlns:a16="http://schemas.microsoft.com/office/drawing/2014/main" id="{019540DE-BC88-4BFE-9FAB-F904F35CF5D6}"/>
              </a:ext>
            </a:extLst>
          </p:cNvPr>
          <p:cNvSpPr>
            <a:spLocks xmlns:a="http://schemas.openxmlformats.org/drawingml/2006/main" noGrp="1"/>
          </p:cNvSpPr>
          <p:nvPr/>
        </p:nvSpPr>
        <p:spPr>
          <a:xfrm xmlns:a="http://schemas.openxmlformats.org/drawingml/2006/main">
            <a:off x="2440781" y="6438900"/>
            <a:ext cx="1257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388" b="0">
                <a:solidFill>
                  <a:srgbClr val="17243F"/>
                </a:solidFill>
                <a:latin typeface="Arial"/>
                <a:ea typeface="Arial"/>
                <a:cs typeface="Arial"/>
              </a:defRPr>
            </a:defPPr>
            <a:lvl1pPr algn="ctr">
              <a:defRPr sz="1388" b="0">
                <a:solidFill>
                  <a:srgbClr val="17243F"/>
                </a:solidFill>
                <a:latin typeface="Arial"/>
                <a:ea typeface="Arial"/>
                <a:cs typeface="Arial"/>
              </a:defRPr>
            </a:lvl1pPr>
            <a:lvl2pPr algn="ctr">
              <a:defRPr sz="1388" b="0">
                <a:solidFill>
                  <a:srgbClr val="17243F"/>
                </a:solidFill>
                <a:latin typeface="Arial"/>
                <a:ea typeface="Arial"/>
                <a:cs typeface="Arial"/>
              </a:defRPr>
            </a:lvl2pPr>
            <a:lvl3pPr algn="ctr">
              <a:defRPr sz="1388" b="0">
                <a:solidFill>
                  <a:srgbClr val="17243F"/>
                </a:solidFill>
                <a:latin typeface="Arial"/>
                <a:ea typeface="Arial"/>
                <a:cs typeface="Arial"/>
              </a:defRPr>
            </a:lvl3pPr>
            <a:lvl4pPr algn="ctr">
              <a:defRPr sz="1388" b="0">
                <a:solidFill>
                  <a:srgbClr val="17243F"/>
                </a:solidFill>
                <a:latin typeface="Arial"/>
                <a:ea typeface="Arial"/>
                <a:cs typeface="Arial"/>
              </a:defRPr>
            </a:lvl4pPr>
            <a:lvl5pPr algn="ctr">
              <a:defRPr sz="1388" b="0">
                <a:solidFill>
                  <a:srgbClr val="17243F"/>
                </a:solidFill>
                <a:latin typeface="Arial"/>
                <a:ea typeface="Arial"/>
                <a:cs typeface="Arial"/>
              </a:defRPr>
            </a:lvl5pPr>
            <a:lvl6pPr algn="ctr">
              <a:defRPr sz="1388" b="0">
                <a:solidFill>
                  <a:srgbClr val="17243F"/>
                </a:solidFill>
                <a:latin typeface="Arial"/>
                <a:ea typeface="Arial"/>
                <a:cs typeface="Arial"/>
              </a:defRPr>
            </a:lvl6pPr>
            <a:lvl7pPr algn="ctr">
              <a:defRPr sz="1388" b="0">
                <a:solidFill>
                  <a:srgbClr val="17243F"/>
                </a:solidFill>
                <a:latin typeface="Arial"/>
                <a:ea typeface="Arial"/>
                <a:cs typeface="Arial"/>
              </a:defRPr>
            </a:lvl7pPr>
            <a:lvl8pPr algn="ctr">
              <a:defRPr sz="1388" b="0">
                <a:solidFill>
                  <a:srgbClr val="17243F"/>
                </a:solidFill>
                <a:latin typeface="Arial"/>
                <a:ea typeface="Arial"/>
                <a:cs typeface="Arial"/>
              </a:defRPr>
            </a:lvl8pPr>
            <a:lvl9pPr algn="ctr">
              <a:defRPr sz="1388" b="0">
                <a:solidFill>
                  <a:srgbClr val="17243F"/>
                </a:solidFill>
                <a:latin typeface="Arial"/>
                <a:ea typeface="Arial"/>
                <a:cs typeface="Arial"/>
              </a:defRPr>
            </a:lvl9pPr>
          </a:lstStyle>
          <a:p xmlns:a="http://schemas.openxmlformats.org/drawingml/2006/main">
            <a:pPr algn="ctr">
              <a:defRPr sz="1388" b="0">
                <a:solidFill>
                  <a:srgbClr val="17243F"/>
                </a:solidFill>
                <a:latin typeface="Arial"/>
                <a:ea typeface="Arial"/>
                <a:cs typeface="Arial"/>
              </a:defRPr>
            </a:pPr>
            <a:r>
              <a:rPr sz="1388" b="0">
                <a:solidFill>
                  <a:srgbClr val="17243F"/>
                </a:solidFill>
                <a:latin typeface="Arial"/>
                <a:ea typeface="Arial"/>
                <a:cs typeface="Arial"/>
              </a:rPr>
              <a:t>Firebase</a:t>
            </a:r>
          </a:p>
          <a:p xmlns:a="http://schemas.openxmlformats.org/drawingml/2006/main">
            <a:pPr algn="ctr">
              <a:defRPr sz="1388" b="0">
                <a:solidFill>
                  <a:srgbClr val="17243F"/>
                </a:solidFill>
                <a:latin typeface="Arial"/>
                <a:ea typeface="Arial"/>
                <a:cs typeface="Arial"/>
              </a:defRPr>
            </a:pPr>
            <a:r>
              <a:rPr sz="1388" b="0">
                <a:solidFill>
                  <a:srgbClr val="17243F"/>
                </a:solidFill>
                <a:latin typeface="Arial"/>
                <a:ea typeface="Arial"/>
                <a:cs typeface="Arial"/>
              </a:rPr>
              <a:t>identity</a:t>
            </a:r>
          </a:p>
        </p:txBody>
      </p:sp>
      <p:sp>
        <p:nvSpPr>
          <p:cNvPr id="121" name="source">
            <a:extLst xmlns:a="http://schemas.openxmlformats.org/drawingml/2006/main">
              <a:ext uri="{FF2B5EF4-FFF2-40B4-BE49-F238E27FC236}">
                <a16:creationId xmlns:a16="http://schemas.microsoft.com/office/drawing/2014/main" id="{A6DD7CE7-5060-492F-B733-79810B2BE6FB}"/>
              </a:ext>
            </a:extLst>
          </p:cNvPr>
          <p:cNvSpPr>
            <a:spLocks xmlns:a="http://schemas.openxmlformats.org/drawingml/2006/main" noGrp="1"/>
          </p:cNvSpPr>
          <p:nvPr/>
        </p:nvSpPr>
        <p:spPr>
          <a:xfrm xmlns:a="http://schemas.openxmlformats.org/drawingml/2006/main">
            <a:off x="3960019" y="6410325"/>
            <a:ext cx="1352550" cy="438150"/>
          </a:xfrm>
          <a:prstGeom xmlns:a="http://schemas.openxmlformats.org/drawingml/2006/main" prst="rect">
            <a:avLst/>
          </a:prstGeom>
          <a:solidFill xmlns:a="http://schemas.openxmlformats.org/drawingml/2006/main">
            <a:srgbClr val="FFFFFF"/>
          </a:solidFill>
          <a:ln xmlns:a="http://schemas.openxmlformats.org/drawingml/2006/main" w="9525">
            <a:solidFill>
              <a:srgbClr val="A56A18"/>
            </a:solidFill>
            <a:prstDash val="solid"/>
          </a:ln>
        </p:spPr>
      </p:sp>
      <p:sp>
        <p:nvSpPr>
          <p:cNvPr id="122" name="source text">
            <a:extLst xmlns:a="http://schemas.openxmlformats.org/drawingml/2006/main">
              <a:ext uri="{FF2B5EF4-FFF2-40B4-BE49-F238E27FC236}">
                <a16:creationId xmlns:a16="http://schemas.microsoft.com/office/drawing/2014/main" id="{C1FE3C4E-CF24-42B3-8589-3458003B50FE}"/>
              </a:ext>
            </a:extLst>
          </p:cNvPr>
          <p:cNvSpPr>
            <a:spLocks xmlns:a="http://schemas.openxmlformats.org/drawingml/2006/main" noGrp="1"/>
          </p:cNvSpPr>
          <p:nvPr/>
        </p:nvSpPr>
        <p:spPr>
          <a:xfrm xmlns:a="http://schemas.openxmlformats.org/drawingml/2006/main">
            <a:off x="4007644" y="6438900"/>
            <a:ext cx="1257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388" b="0">
                <a:solidFill>
                  <a:srgbClr val="17243F"/>
                </a:solidFill>
                <a:latin typeface="Arial"/>
                <a:ea typeface="Arial"/>
                <a:cs typeface="Arial"/>
              </a:defRPr>
            </a:defPPr>
            <a:lvl1pPr algn="ctr">
              <a:defRPr sz="1388" b="0">
                <a:solidFill>
                  <a:srgbClr val="17243F"/>
                </a:solidFill>
                <a:latin typeface="Arial"/>
                <a:ea typeface="Arial"/>
                <a:cs typeface="Arial"/>
              </a:defRPr>
            </a:lvl1pPr>
            <a:lvl2pPr algn="ctr">
              <a:defRPr sz="1388" b="0">
                <a:solidFill>
                  <a:srgbClr val="17243F"/>
                </a:solidFill>
                <a:latin typeface="Arial"/>
                <a:ea typeface="Arial"/>
                <a:cs typeface="Arial"/>
              </a:defRPr>
            </a:lvl2pPr>
            <a:lvl3pPr algn="ctr">
              <a:defRPr sz="1388" b="0">
                <a:solidFill>
                  <a:srgbClr val="17243F"/>
                </a:solidFill>
                <a:latin typeface="Arial"/>
                <a:ea typeface="Arial"/>
                <a:cs typeface="Arial"/>
              </a:defRPr>
            </a:lvl3pPr>
            <a:lvl4pPr algn="ctr">
              <a:defRPr sz="1388" b="0">
                <a:solidFill>
                  <a:srgbClr val="17243F"/>
                </a:solidFill>
                <a:latin typeface="Arial"/>
                <a:ea typeface="Arial"/>
                <a:cs typeface="Arial"/>
              </a:defRPr>
            </a:lvl4pPr>
            <a:lvl5pPr algn="ctr">
              <a:defRPr sz="1388" b="0">
                <a:solidFill>
                  <a:srgbClr val="17243F"/>
                </a:solidFill>
                <a:latin typeface="Arial"/>
                <a:ea typeface="Arial"/>
                <a:cs typeface="Arial"/>
              </a:defRPr>
            </a:lvl5pPr>
            <a:lvl6pPr algn="ctr">
              <a:defRPr sz="1388" b="0">
                <a:solidFill>
                  <a:srgbClr val="17243F"/>
                </a:solidFill>
                <a:latin typeface="Arial"/>
                <a:ea typeface="Arial"/>
                <a:cs typeface="Arial"/>
              </a:defRPr>
            </a:lvl6pPr>
            <a:lvl7pPr algn="ctr">
              <a:defRPr sz="1388" b="0">
                <a:solidFill>
                  <a:srgbClr val="17243F"/>
                </a:solidFill>
                <a:latin typeface="Arial"/>
                <a:ea typeface="Arial"/>
                <a:cs typeface="Arial"/>
              </a:defRPr>
            </a:lvl7pPr>
            <a:lvl8pPr algn="ctr">
              <a:defRPr sz="1388" b="0">
                <a:solidFill>
                  <a:srgbClr val="17243F"/>
                </a:solidFill>
                <a:latin typeface="Arial"/>
                <a:ea typeface="Arial"/>
                <a:cs typeface="Arial"/>
              </a:defRPr>
            </a:lvl8pPr>
            <a:lvl9pPr algn="ctr">
              <a:defRPr sz="1388" b="0">
                <a:solidFill>
                  <a:srgbClr val="17243F"/>
                </a:solidFill>
                <a:latin typeface="Arial"/>
                <a:ea typeface="Arial"/>
                <a:cs typeface="Arial"/>
              </a:defRPr>
            </a:lvl9pPr>
          </a:lstStyle>
          <a:p xmlns:a="http://schemas.openxmlformats.org/drawingml/2006/main">
            <a:pPr algn="ctr">
              <a:defRPr sz="1388" b="0">
                <a:solidFill>
                  <a:srgbClr val="17243F"/>
                </a:solidFill>
                <a:latin typeface="Arial"/>
                <a:ea typeface="Arial"/>
                <a:cs typeface="Arial"/>
              </a:defRPr>
            </a:pPr>
            <a:r>
              <a:rPr sz="1388" b="0">
                <a:solidFill>
                  <a:srgbClr val="17243F"/>
                </a:solidFill>
                <a:latin typeface="Arial"/>
                <a:ea typeface="Arial"/>
                <a:cs typeface="Arial"/>
              </a:rPr>
              <a:t>Source / files</a:t>
            </a:r>
          </a:p>
          <a:p xmlns:a="http://schemas.openxmlformats.org/drawingml/2006/main">
            <a:pPr algn="ctr">
              <a:defRPr sz="1388" b="0">
                <a:solidFill>
                  <a:srgbClr val="17243F"/>
                </a:solidFill>
                <a:latin typeface="Arial"/>
                <a:ea typeface="Arial"/>
                <a:cs typeface="Arial"/>
              </a:defRPr>
            </a:pPr>
            <a:r>
              <a:rPr sz="1388" b="0">
                <a:solidFill>
                  <a:srgbClr val="17243F"/>
                </a:solidFill>
                <a:latin typeface="Arial"/>
                <a:ea typeface="Arial"/>
                <a:cs typeface="Arial"/>
              </a:rPr>
              <a:t>Synthetic / local</a:t>
            </a:r>
          </a:p>
        </p:txBody>
      </p:sp>
      <p:sp>
        <p:nvSpPr>
          <p:cNvPr id="123" name="target">
            <a:extLst xmlns:a="http://schemas.openxmlformats.org/drawingml/2006/main">
              <a:ext uri="{FF2B5EF4-FFF2-40B4-BE49-F238E27FC236}">
                <a16:creationId xmlns:a16="http://schemas.microsoft.com/office/drawing/2014/main" id="{FA464788-D9E1-464F-94E5-6AABFA688A40}"/>
              </a:ext>
            </a:extLst>
          </p:cNvPr>
          <p:cNvSpPr>
            <a:spLocks xmlns:a="http://schemas.openxmlformats.org/drawingml/2006/main" noGrp="1"/>
          </p:cNvSpPr>
          <p:nvPr/>
        </p:nvSpPr>
        <p:spPr>
          <a:xfrm xmlns:a="http://schemas.openxmlformats.org/drawingml/2006/main">
            <a:off x="7093744" y="6410325"/>
            <a:ext cx="1352550" cy="438150"/>
          </a:xfrm>
          <a:prstGeom xmlns:a="http://schemas.openxmlformats.org/drawingml/2006/main" prst="rect">
            <a:avLst/>
          </a:prstGeom>
          <a:solidFill xmlns:a="http://schemas.openxmlformats.org/drawingml/2006/main">
            <a:srgbClr val="FFFFFF"/>
          </a:solidFill>
          <a:ln xmlns:a="http://schemas.openxmlformats.org/drawingml/2006/main" w="9525">
            <a:solidFill>
              <a:srgbClr val="087F80"/>
            </a:solidFill>
            <a:prstDash val="solid"/>
          </a:ln>
        </p:spPr>
      </p:sp>
      <p:sp>
        <p:nvSpPr>
          <p:cNvPr id="124" name="target text">
            <a:extLst xmlns:a="http://schemas.openxmlformats.org/drawingml/2006/main">
              <a:ext uri="{FF2B5EF4-FFF2-40B4-BE49-F238E27FC236}">
                <a16:creationId xmlns:a16="http://schemas.microsoft.com/office/drawing/2014/main" id="{88258FFD-D034-4F25-9010-614F741C2728}"/>
              </a:ext>
            </a:extLst>
          </p:cNvPr>
          <p:cNvSpPr>
            <a:spLocks xmlns:a="http://schemas.openxmlformats.org/drawingml/2006/main" noGrp="1"/>
          </p:cNvSpPr>
          <p:nvPr/>
        </p:nvSpPr>
        <p:spPr>
          <a:xfrm xmlns:a="http://schemas.openxmlformats.org/drawingml/2006/main">
            <a:off x="7141369" y="6438900"/>
            <a:ext cx="1257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388" b="0">
                <a:solidFill>
                  <a:srgbClr val="17243F"/>
                </a:solidFill>
                <a:latin typeface="Arial"/>
                <a:ea typeface="Arial"/>
                <a:cs typeface="Arial"/>
              </a:defRPr>
            </a:defPPr>
            <a:lvl1pPr algn="ctr">
              <a:defRPr sz="1388" b="0">
                <a:solidFill>
                  <a:srgbClr val="17243F"/>
                </a:solidFill>
                <a:latin typeface="Arial"/>
                <a:ea typeface="Arial"/>
                <a:cs typeface="Arial"/>
              </a:defRPr>
            </a:lvl1pPr>
            <a:lvl2pPr algn="ctr">
              <a:defRPr sz="1388" b="0">
                <a:solidFill>
                  <a:srgbClr val="17243F"/>
                </a:solidFill>
                <a:latin typeface="Arial"/>
                <a:ea typeface="Arial"/>
                <a:cs typeface="Arial"/>
              </a:defRPr>
            </a:lvl2pPr>
            <a:lvl3pPr algn="ctr">
              <a:defRPr sz="1388" b="0">
                <a:solidFill>
                  <a:srgbClr val="17243F"/>
                </a:solidFill>
                <a:latin typeface="Arial"/>
                <a:ea typeface="Arial"/>
                <a:cs typeface="Arial"/>
              </a:defRPr>
            </a:lvl3pPr>
            <a:lvl4pPr algn="ctr">
              <a:defRPr sz="1388" b="0">
                <a:solidFill>
                  <a:srgbClr val="17243F"/>
                </a:solidFill>
                <a:latin typeface="Arial"/>
                <a:ea typeface="Arial"/>
                <a:cs typeface="Arial"/>
              </a:defRPr>
            </a:lvl4pPr>
            <a:lvl5pPr algn="ctr">
              <a:defRPr sz="1388" b="0">
                <a:solidFill>
                  <a:srgbClr val="17243F"/>
                </a:solidFill>
                <a:latin typeface="Arial"/>
                <a:ea typeface="Arial"/>
                <a:cs typeface="Arial"/>
              </a:defRPr>
            </a:lvl5pPr>
            <a:lvl6pPr algn="ctr">
              <a:defRPr sz="1388" b="0">
                <a:solidFill>
                  <a:srgbClr val="17243F"/>
                </a:solidFill>
                <a:latin typeface="Arial"/>
                <a:ea typeface="Arial"/>
                <a:cs typeface="Arial"/>
              </a:defRPr>
            </a:lvl6pPr>
            <a:lvl7pPr algn="ctr">
              <a:defRPr sz="1388" b="0">
                <a:solidFill>
                  <a:srgbClr val="17243F"/>
                </a:solidFill>
                <a:latin typeface="Arial"/>
                <a:ea typeface="Arial"/>
                <a:cs typeface="Arial"/>
              </a:defRPr>
            </a:lvl7pPr>
            <a:lvl8pPr algn="ctr">
              <a:defRPr sz="1388" b="0">
                <a:solidFill>
                  <a:srgbClr val="17243F"/>
                </a:solidFill>
                <a:latin typeface="Arial"/>
                <a:ea typeface="Arial"/>
                <a:cs typeface="Arial"/>
              </a:defRPr>
            </a:lvl8pPr>
            <a:lvl9pPr algn="ctr">
              <a:defRPr sz="1388" b="0">
                <a:solidFill>
                  <a:srgbClr val="17243F"/>
                </a:solidFill>
                <a:latin typeface="Arial"/>
                <a:ea typeface="Arial"/>
                <a:cs typeface="Arial"/>
              </a:defRPr>
            </a:lvl9pPr>
          </a:lstStyle>
          <a:p xmlns:a="http://schemas.openxmlformats.org/drawingml/2006/main">
            <a:pPr algn="ctr">
              <a:defRPr sz="1388" b="0">
                <a:solidFill>
                  <a:srgbClr val="17243F"/>
                </a:solidFill>
                <a:latin typeface="Arial"/>
                <a:ea typeface="Arial"/>
                <a:cs typeface="Arial"/>
              </a:defRPr>
            </a:pPr>
            <a:r>
              <a:rPr sz="1388" b="0">
                <a:solidFill>
                  <a:srgbClr val="17243F"/>
                </a:solidFill>
                <a:latin typeface="Arial"/>
                <a:ea typeface="Arial"/>
                <a:cs typeface="Arial"/>
              </a:rPr>
              <a:t>Synthetic target</a:t>
            </a:r>
          </a:p>
        </p:txBody>
      </p:sp>
      <p:sp>
        <p:nvSpPr>
          <p:cNvPr id="125" name="snapshots">
            <a:extLst xmlns:a="http://schemas.openxmlformats.org/drawingml/2006/main">
              <a:ext uri="{FF2B5EF4-FFF2-40B4-BE49-F238E27FC236}">
                <a16:creationId xmlns:a16="http://schemas.microsoft.com/office/drawing/2014/main" id="{F82DE574-8ED6-483B-8B15-164E718D991A}"/>
              </a:ext>
            </a:extLst>
          </p:cNvPr>
          <p:cNvSpPr>
            <a:spLocks xmlns:a="http://schemas.openxmlformats.org/drawingml/2006/main" noGrp="1"/>
          </p:cNvSpPr>
          <p:nvPr/>
        </p:nvSpPr>
        <p:spPr>
          <a:xfrm xmlns:a="http://schemas.openxmlformats.org/drawingml/2006/main">
            <a:off x="10227469" y="6410325"/>
            <a:ext cx="1352550" cy="438150"/>
          </a:xfrm>
          <a:prstGeom xmlns:a="http://schemas.openxmlformats.org/drawingml/2006/main" prst="rect">
            <a:avLst/>
          </a:prstGeom>
          <a:solidFill xmlns:a="http://schemas.openxmlformats.org/drawingml/2006/main">
            <a:srgbClr val="FFFFFF"/>
          </a:solidFill>
          <a:ln xmlns:a="http://schemas.openxmlformats.org/drawingml/2006/main" w="9525">
            <a:solidFill>
              <a:srgbClr val="087F80"/>
            </a:solidFill>
            <a:prstDash val="solid"/>
          </a:ln>
        </p:spPr>
      </p:sp>
      <p:sp>
        <p:nvSpPr>
          <p:cNvPr id="126" name="snapshots text">
            <a:extLst xmlns:a="http://schemas.openxmlformats.org/drawingml/2006/main">
              <a:ext uri="{FF2B5EF4-FFF2-40B4-BE49-F238E27FC236}">
                <a16:creationId xmlns:a16="http://schemas.microsoft.com/office/drawing/2014/main" id="{C0BB0DE7-A225-4FE8-899B-EBAEDF5021F4}"/>
              </a:ext>
            </a:extLst>
          </p:cNvPr>
          <p:cNvSpPr>
            <a:spLocks xmlns:a="http://schemas.openxmlformats.org/drawingml/2006/main" noGrp="1"/>
          </p:cNvSpPr>
          <p:nvPr/>
        </p:nvSpPr>
        <p:spPr>
          <a:xfrm xmlns:a="http://schemas.openxmlformats.org/drawingml/2006/main">
            <a:off x="10275094" y="6438900"/>
            <a:ext cx="1257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388" b="0">
                <a:solidFill>
                  <a:srgbClr val="17243F"/>
                </a:solidFill>
                <a:latin typeface="Arial"/>
                <a:ea typeface="Arial"/>
                <a:cs typeface="Arial"/>
              </a:defRPr>
            </a:defPPr>
            <a:lvl1pPr algn="ctr">
              <a:defRPr sz="1388" b="0">
                <a:solidFill>
                  <a:srgbClr val="17243F"/>
                </a:solidFill>
                <a:latin typeface="Arial"/>
                <a:ea typeface="Arial"/>
                <a:cs typeface="Arial"/>
              </a:defRPr>
            </a:lvl1pPr>
            <a:lvl2pPr algn="ctr">
              <a:defRPr sz="1388" b="0">
                <a:solidFill>
                  <a:srgbClr val="17243F"/>
                </a:solidFill>
                <a:latin typeface="Arial"/>
                <a:ea typeface="Arial"/>
                <a:cs typeface="Arial"/>
              </a:defRPr>
            </a:lvl2pPr>
            <a:lvl3pPr algn="ctr">
              <a:defRPr sz="1388" b="0">
                <a:solidFill>
                  <a:srgbClr val="17243F"/>
                </a:solidFill>
                <a:latin typeface="Arial"/>
                <a:ea typeface="Arial"/>
                <a:cs typeface="Arial"/>
              </a:defRPr>
            </a:lvl3pPr>
            <a:lvl4pPr algn="ctr">
              <a:defRPr sz="1388" b="0">
                <a:solidFill>
                  <a:srgbClr val="17243F"/>
                </a:solidFill>
                <a:latin typeface="Arial"/>
                <a:ea typeface="Arial"/>
                <a:cs typeface="Arial"/>
              </a:defRPr>
            </a:lvl4pPr>
            <a:lvl5pPr algn="ctr">
              <a:defRPr sz="1388" b="0">
                <a:solidFill>
                  <a:srgbClr val="17243F"/>
                </a:solidFill>
                <a:latin typeface="Arial"/>
                <a:ea typeface="Arial"/>
                <a:cs typeface="Arial"/>
              </a:defRPr>
            </a:lvl5pPr>
            <a:lvl6pPr algn="ctr">
              <a:defRPr sz="1388" b="0">
                <a:solidFill>
                  <a:srgbClr val="17243F"/>
                </a:solidFill>
                <a:latin typeface="Arial"/>
                <a:ea typeface="Arial"/>
                <a:cs typeface="Arial"/>
              </a:defRPr>
            </a:lvl6pPr>
            <a:lvl7pPr algn="ctr">
              <a:defRPr sz="1388" b="0">
                <a:solidFill>
                  <a:srgbClr val="17243F"/>
                </a:solidFill>
                <a:latin typeface="Arial"/>
                <a:ea typeface="Arial"/>
                <a:cs typeface="Arial"/>
              </a:defRPr>
            </a:lvl7pPr>
            <a:lvl8pPr algn="ctr">
              <a:defRPr sz="1388" b="0">
                <a:solidFill>
                  <a:srgbClr val="17243F"/>
                </a:solidFill>
                <a:latin typeface="Arial"/>
                <a:ea typeface="Arial"/>
                <a:cs typeface="Arial"/>
              </a:defRPr>
            </a:lvl8pPr>
            <a:lvl9pPr algn="ctr">
              <a:defRPr sz="1388" b="0">
                <a:solidFill>
                  <a:srgbClr val="17243F"/>
                </a:solidFill>
                <a:latin typeface="Arial"/>
                <a:ea typeface="Arial"/>
                <a:cs typeface="Arial"/>
              </a:defRPr>
            </a:lvl9pPr>
          </a:lstStyle>
          <a:p xmlns:a="http://schemas.openxmlformats.org/drawingml/2006/main">
            <a:pPr algn="ctr">
              <a:defRPr sz="1388" b="0">
                <a:solidFill>
                  <a:srgbClr val="17243F"/>
                </a:solidFill>
                <a:latin typeface="Arial"/>
                <a:ea typeface="Arial"/>
                <a:cs typeface="Arial"/>
              </a:defRPr>
            </a:pPr>
            <a:r>
              <a:rPr sz="1388" b="0">
                <a:solidFill>
                  <a:srgbClr val="17243F"/>
                </a:solidFill>
                <a:latin typeface="Arial"/>
                <a:ea typeface="Arial"/>
                <a:cs typeface="Arial"/>
              </a:rPr>
              <a:t>Source / target</a:t>
            </a:r>
          </a:p>
          <a:p xmlns:a="http://schemas.openxmlformats.org/drawingml/2006/main">
            <a:pPr algn="ctr">
              <a:defRPr sz="1388" b="0">
                <a:solidFill>
                  <a:srgbClr val="17243F"/>
                </a:solidFill>
                <a:latin typeface="Arial"/>
                <a:ea typeface="Arial"/>
                <a:cs typeface="Arial"/>
              </a:defRPr>
            </a:pPr>
            <a:r>
              <a:rPr sz="1388" b="0">
                <a:solidFill>
                  <a:srgbClr val="17243F"/>
                </a:solidFill>
                <a:latin typeface="Arial"/>
                <a:ea typeface="Arial"/>
                <a:cs typeface="Arial"/>
              </a:rPr>
              <a:t>Snapshots</a:t>
            </a:r>
          </a:p>
        </p:txBody>
      </p:sp>
      <p:sp>
        <p:nvSpPr>
          <p:cNvPr id="127" name="receipt">
            <a:extLst xmlns:a="http://schemas.openxmlformats.org/drawingml/2006/main">
              <a:ext uri="{FF2B5EF4-FFF2-40B4-BE49-F238E27FC236}">
                <a16:creationId xmlns:a16="http://schemas.microsoft.com/office/drawing/2014/main" id="{0A1D198D-2F76-45AB-B41D-7DDA47CB8F4C}"/>
              </a:ext>
            </a:extLst>
          </p:cNvPr>
          <p:cNvSpPr>
            <a:spLocks xmlns:a="http://schemas.openxmlformats.org/drawingml/2006/main" noGrp="1"/>
          </p:cNvSpPr>
          <p:nvPr/>
        </p:nvSpPr>
        <p:spPr>
          <a:xfrm xmlns:a="http://schemas.openxmlformats.org/drawingml/2006/main">
            <a:off x="13361194" y="6410325"/>
            <a:ext cx="1352550" cy="438150"/>
          </a:xfrm>
          <a:prstGeom xmlns:a="http://schemas.openxmlformats.org/drawingml/2006/main" prst="rect">
            <a:avLst/>
          </a:prstGeom>
          <a:solidFill xmlns:a="http://schemas.openxmlformats.org/drawingml/2006/main">
            <a:srgbClr val="FFFFFF"/>
          </a:solidFill>
          <a:ln xmlns:a="http://schemas.openxmlformats.org/drawingml/2006/main" w="9525">
            <a:solidFill>
              <a:srgbClr val="087F80"/>
            </a:solidFill>
            <a:prstDash val="solid"/>
          </a:ln>
        </p:spPr>
      </p:sp>
      <p:sp>
        <p:nvSpPr>
          <p:cNvPr id="128" name="receipt text">
            <a:extLst xmlns:a="http://schemas.openxmlformats.org/drawingml/2006/main">
              <a:ext uri="{FF2B5EF4-FFF2-40B4-BE49-F238E27FC236}">
                <a16:creationId xmlns:a16="http://schemas.microsoft.com/office/drawing/2014/main" id="{73C7EC3F-5887-40B3-AF74-FF495881EE6D}"/>
              </a:ext>
            </a:extLst>
          </p:cNvPr>
          <p:cNvSpPr>
            <a:spLocks xmlns:a="http://schemas.openxmlformats.org/drawingml/2006/main" noGrp="1"/>
          </p:cNvSpPr>
          <p:nvPr/>
        </p:nvSpPr>
        <p:spPr>
          <a:xfrm xmlns:a="http://schemas.openxmlformats.org/drawingml/2006/main">
            <a:off x="13408819" y="6438900"/>
            <a:ext cx="1257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388" b="0">
                <a:solidFill>
                  <a:srgbClr val="17243F"/>
                </a:solidFill>
                <a:latin typeface="Arial"/>
                <a:ea typeface="Arial"/>
                <a:cs typeface="Arial"/>
              </a:defRPr>
            </a:defPPr>
            <a:lvl1pPr algn="ctr">
              <a:defRPr sz="1388" b="0">
                <a:solidFill>
                  <a:srgbClr val="17243F"/>
                </a:solidFill>
                <a:latin typeface="Arial"/>
                <a:ea typeface="Arial"/>
                <a:cs typeface="Arial"/>
              </a:defRPr>
            </a:lvl1pPr>
            <a:lvl2pPr algn="ctr">
              <a:defRPr sz="1388" b="0">
                <a:solidFill>
                  <a:srgbClr val="17243F"/>
                </a:solidFill>
                <a:latin typeface="Arial"/>
                <a:ea typeface="Arial"/>
                <a:cs typeface="Arial"/>
              </a:defRPr>
            </a:lvl2pPr>
            <a:lvl3pPr algn="ctr">
              <a:defRPr sz="1388" b="0">
                <a:solidFill>
                  <a:srgbClr val="17243F"/>
                </a:solidFill>
                <a:latin typeface="Arial"/>
                <a:ea typeface="Arial"/>
                <a:cs typeface="Arial"/>
              </a:defRPr>
            </a:lvl3pPr>
            <a:lvl4pPr algn="ctr">
              <a:defRPr sz="1388" b="0">
                <a:solidFill>
                  <a:srgbClr val="17243F"/>
                </a:solidFill>
                <a:latin typeface="Arial"/>
                <a:ea typeface="Arial"/>
                <a:cs typeface="Arial"/>
              </a:defRPr>
            </a:lvl4pPr>
            <a:lvl5pPr algn="ctr">
              <a:defRPr sz="1388" b="0">
                <a:solidFill>
                  <a:srgbClr val="17243F"/>
                </a:solidFill>
                <a:latin typeface="Arial"/>
                <a:ea typeface="Arial"/>
                <a:cs typeface="Arial"/>
              </a:defRPr>
            </a:lvl5pPr>
            <a:lvl6pPr algn="ctr">
              <a:defRPr sz="1388" b="0">
                <a:solidFill>
                  <a:srgbClr val="17243F"/>
                </a:solidFill>
                <a:latin typeface="Arial"/>
                <a:ea typeface="Arial"/>
                <a:cs typeface="Arial"/>
              </a:defRPr>
            </a:lvl6pPr>
            <a:lvl7pPr algn="ctr">
              <a:defRPr sz="1388" b="0">
                <a:solidFill>
                  <a:srgbClr val="17243F"/>
                </a:solidFill>
                <a:latin typeface="Arial"/>
                <a:ea typeface="Arial"/>
                <a:cs typeface="Arial"/>
              </a:defRPr>
            </a:lvl7pPr>
            <a:lvl8pPr algn="ctr">
              <a:defRPr sz="1388" b="0">
                <a:solidFill>
                  <a:srgbClr val="17243F"/>
                </a:solidFill>
                <a:latin typeface="Arial"/>
                <a:ea typeface="Arial"/>
                <a:cs typeface="Arial"/>
              </a:defRPr>
            </a:lvl8pPr>
            <a:lvl9pPr algn="ctr">
              <a:defRPr sz="1388" b="0">
                <a:solidFill>
                  <a:srgbClr val="17243F"/>
                </a:solidFill>
                <a:latin typeface="Arial"/>
                <a:ea typeface="Arial"/>
                <a:cs typeface="Arial"/>
              </a:defRPr>
            </a:lvl9pPr>
          </a:lstStyle>
          <a:p xmlns:a="http://schemas.openxmlformats.org/drawingml/2006/main">
            <a:pPr algn="ctr">
              <a:defRPr sz="1388" b="0">
                <a:solidFill>
                  <a:srgbClr val="17243F"/>
                </a:solidFill>
                <a:latin typeface="Arial"/>
                <a:ea typeface="Arial"/>
                <a:cs typeface="Arial"/>
              </a:defRPr>
            </a:pPr>
            <a:r>
              <a:rPr sz="1388" b="0">
                <a:solidFill>
                  <a:srgbClr val="17243F"/>
                </a:solidFill>
                <a:latin typeface="Arial"/>
                <a:ea typeface="Arial"/>
                <a:cs typeface="Arial"/>
              </a:rPr>
              <a:t>Invoice posted</a:t>
            </a:r>
          </a:p>
          <a:p xmlns:a="http://schemas.openxmlformats.org/drawingml/2006/main">
            <a:pPr algn="ctr">
              <a:defRPr sz="1388" b="0">
                <a:solidFill>
                  <a:srgbClr val="17243F"/>
                </a:solidFill>
                <a:latin typeface="Arial"/>
                <a:ea typeface="Arial"/>
                <a:cs typeface="Arial"/>
              </a:defRPr>
            </a:pPr>
            <a:r>
              <a:rPr sz="1388" b="0">
                <a:solidFill>
                  <a:srgbClr val="17243F"/>
                </a:solidFill>
                <a:latin typeface="Arial"/>
                <a:ea typeface="Arial"/>
                <a:cs typeface="Arial"/>
              </a:rPr>
              <a:t>Receipt</a:t>
            </a:r>
          </a:p>
        </p:txBody>
      </p:sp>
      <p:cxnSp>
        <p:nvCxnSpPr>
          <p:cNvPr id="129" name="Guarded state progress 0">
            <a:extLst xmlns:a="http://schemas.openxmlformats.org/drawingml/2006/main">
              <a:ext uri="{FF2B5EF4-FFF2-40B4-BE49-F238E27FC236}">
                <a16:creationId xmlns:a16="http://schemas.microsoft.com/office/drawing/2014/main" id="{BF4107EF-CD2A-468A-B7D5-AECB976CB595}"/>
              </a:ext>
            </a:extLst>
          </p:cNvPr>
          <p:cNvCxnSpPr/>
          <p:nvPr/>
        </p:nvCxnSpPr>
        <p:spPr>
          <a:xfrm xmlns:a="http://schemas.openxmlformats.org/drawingml/2006/main" flipH="0" flipV="0">
            <a:off x="3745706" y="3505200"/>
            <a:ext cx="214313" cy="0"/>
          </a:xfrm>
          <a:prstGeom xmlns:a="http://schemas.openxmlformats.org/drawingml/2006/main" prst="straightConnector1">
            <a:avLst/>
          </a:prstGeom>
          <a:ln xmlns:a="http://schemas.openxmlformats.org/drawingml/2006/main" w="15240">
            <a:solidFill>
              <a:srgbClr val="087F80"/>
            </a:solidFill>
            <a:prstDash val="solid"/>
            <a:tailEnd type="triangle" w="sm" len="sm"/>
          </a:ln>
        </p:spPr>
      </p:cxnSp>
      <p:cxnSp>
        <p:nvCxnSpPr>
          <p:cNvPr id="130" name="Guarded state progress 1">
            <a:extLst xmlns:a="http://schemas.openxmlformats.org/drawingml/2006/main">
              <a:ext uri="{FF2B5EF4-FFF2-40B4-BE49-F238E27FC236}">
                <a16:creationId xmlns:a16="http://schemas.microsoft.com/office/drawing/2014/main" id="{4B137EBB-001B-4B23-B0BE-1E21BADB1868}"/>
              </a:ext>
            </a:extLst>
          </p:cNvPr>
          <p:cNvCxnSpPr/>
          <p:nvPr/>
        </p:nvCxnSpPr>
        <p:spPr>
          <a:xfrm xmlns:a="http://schemas.openxmlformats.org/drawingml/2006/main" flipH="0" flipV="0">
            <a:off x="5312569" y="3505200"/>
            <a:ext cx="214313" cy="0"/>
          </a:xfrm>
          <a:prstGeom xmlns:a="http://schemas.openxmlformats.org/drawingml/2006/main" prst="straightConnector1">
            <a:avLst/>
          </a:prstGeom>
          <a:ln xmlns:a="http://schemas.openxmlformats.org/drawingml/2006/main" w="15240">
            <a:solidFill>
              <a:srgbClr val="087F80"/>
            </a:solidFill>
            <a:prstDash val="solid"/>
            <a:tailEnd type="triangle" w="sm" len="sm"/>
          </a:ln>
        </p:spPr>
      </p:cxnSp>
      <p:cxnSp>
        <p:nvCxnSpPr>
          <p:cNvPr id="131" name="Guarded state progress 2">
            <a:extLst xmlns:a="http://schemas.openxmlformats.org/drawingml/2006/main">
              <a:ext uri="{FF2B5EF4-FFF2-40B4-BE49-F238E27FC236}">
                <a16:creationId xmlns:a16="http://schemas.microsoft.com/office/drawing/2014/main" id="{437C8182-5AD0-4F0D-9678-7ED399E1B0B6}"/>
              </a:ext>
            </a:extLst>
          </p:cNvPr>
          <p:cNvCxnSpPr/>
          <p:nvPr/>
        </p:nvCxnSpPr>
        <p:spPr>
          <a:xfrm xmlns:a="http://schemas.openxmlformats.org/drawingml/2006/main" flipH="0" flipV="0">
            <a:off x="6879431" y="3505200"/>
            <a:ext cx="214313" cy="0"/>
          </a:xfrm>
          <a:prstGeom xmlns:a="http://schemas.openxmlformats.org/drawingml/2006/main" prst="straightConnector1">
            <a:avLst/>
          </a:prstGeom>
          <a:ln xmlns:a="http://schemas.openxmlformats.org/drawingml/2006/main" w="15240">
            <a:solidFill>
              <a:srgbClr val="087F80"/>
            </a:solidFill>
            <a:prstDash val="solid"/>
            <a:tailEnd type="triangle" w="sm" len="sm"/>
          </a:ln>
        </p:spPr>
      </p:cxnSp>
      <p:cxnSp>
        <p:nvCxnSpPr>
          <p:cNvPr id="132" name="Guarded state progress 3">
            <a:extLst xmlns:a="http://schemas.openxmlformats.org/drawingml/2006/main">
              <a:ext uri="{FF2B5EF4-FFF2-40B4-BE49-F238E27FC236}">
                <a16:creationId xmlns:a16="http://schemas.microsoft.com/office/drawing/2014/main" id="{0F04C3DA-C301-4DCD-A36C-1AE41FE290AE}"/>
              </a:ext>
            </a:extLst>
          </p:cNvPr>
          <p:cNvCxnSpPr/>
          <p:nvPr/>
        </p:nvCxnSpPr>
        <p:spPr>
          <a:xfrm xmlns:a="http://schemas.openxmlformats.org/drawingml/2006/main" flipH="0" flipV="0">
            <a:off x="8446294" y="3505200"/>
            <a:ext cx="214313" cy="0"/>
          </a:xfrm>
          <a:prstGeom xmlns:a="http://schemas.openxmlformats.org/drawingml/2006/main" prst="straightConnector1">
            <a:avLst/>
          </a:prstGeom>
          <a:ln xmlns:a="http://schemas.openxmlformats.org/drawingml/2006/main" w="15240">
            <a:solidFill>
              <a:srgbClr val="087F80"/>
            </a:solidFill>
            <a:prstDash val="solid"/>
            <a:tailEnd type="triangle" w="sm" len="sm"/>
          </a:ln>
        </p:spPr>
      </p:cxnSp>
      <p:cxnSp>
        <p:nvCxnSpPr>
          <p:cNvPr id="133" name="Guarded state progress 4">
            <a:extLst xmlns:a="http://schemas.openxmlformats.org/drawingml/2006/main">
              <a:ext uri="{FF2B5EF4-FFF2-40B4-BE49-F238E27FC236}">
                <a16:creationId xmlns:a16="http://schemas.microsoft.com/office/drawing/2014/main" id="{A5180D7E-2C25-4F8C-AC20-435F1868A1C8}"/>
              </a:ext>
            </a:extLst>
          </p:cNvPr>
          <p:cNvCxnSpPr/>
          <p:nvPr/>
        </p:nvCxnSpPr>
        <p:spPr>
          <a:xfrm xmlns:a="http://schemas.openxmlformats.org/drawingml/2006/main" flipH="0" flipV="0">
            <a:off x="10013156" y="3505200"/>
            <a:ext cx="214313" cy="0"/>
          </a:xfrm>
          <a:prstGeom xmlns:a="http://schemas.openxmlformats.org/drawingml/2006/main" prst="straightConnector1">
            <a:avLst/>
          </a:prstGeom>
          <a:ln xmlns:a="http://schemas.openxmlformats.org/drawingml/2006/main" w="15240">
            <a:solidFill>
              <a:srgbClr val="087F80"/>
            </a:solidFill>
            <a:prstDash val="solid"/>
            <a:tailEnd type="triangle" w="sm" len="sm"/>
          </a:ln>
        </p:spPr>
      </p:cxnSp>
      <p:cxnSp>
        <p:nvCxnSpPr>
          <p:cNvPr id="134" name="Guarded state progress 5">
            <a:extLst xmlns:a="http://schemas.openxmlformats.org/drawingml/2006/main">
              <a:ext uri="{FF2B5EF4-FFF2-40B4-BE49-F238E27FC236}">
                <a16:creationId xmlns:a16="http://schemas.microsoft.com/office/drawing/2014/main" id="{8B415E37-6BED-4523-BE6D-2B89B85E1799}"/>
              </a:ext>
            </a:extLst>
          </p:cNvPr>
          <p:cNvCxnSpPr/>
          <p:nvPr/>
        </p:nvCxnSpPr>
        <p:spPr>
          <a:xfrm xmlns:a="http://schemas.openxmlformats.org/drawingml/2006/main" flipH="0" flipV="0">
            <a:off x="11580019" y="3505200"/>
            <a:ext cx="214313" cy="0"/>
          </a:xfrm>
          <a:prstGeom xmlns:a="http://schemas.openxmlformats.org/drawingml/2006/main" prst="straightConnector1">
            <a:avLst/>
          </a:prstGeom>
          <a:ln xmlns:a="http://schemas.openxmlformats.org/drawingml/2006/main" w="15240">
            <a:solidFill>
              <a:srgbClr val="087F80"/>
            </a:solidFill>
            <a:prstDash val="solid"/>
            <a:tailEnd type="triangle" w="sm" len="sm"/>
          </a:ln>
        </p:spPr>
      </p:cxnSp>
      <p:cxnSp>
        <p:nvCxnSpPr>
          <p:cNvPr id="135" name="Guarded state progress 6">
            <a:extLst xmlns:a="http://schemas.openxmlformats.org/drawingml/2006/main">
              <a:ext uri="{FF2B5EF4-FFF2-40B4-BE49-F238E27FC236}">
                <a16:creationId xmlns:a16="http://schemas.microsoft.com/office/drawing/2014/main" id="{5C7DE7ED-7CC2-4A49-A836-351F66B9A4B9}"/>
              </a:ext>
            </a:extLst>
          </p:cNvPr>
          <p:cNvCxnSpPr/>
          <p:nvPr/>
        </p:nvCxnSpPr>
        <p:spPr>
          <a:xfrm xmlns:a="http://schemas.openxmlformats.org/drawingml/2006/main" flipH="0" flipV="0">
            <a:off x="13146881" y="3505200"/>
            <a:ext cx="214313" cy="0"/>
          </a:xfrm>
          <a:prstGeom xmlns:a="http://schemas.openxmlformats.org/drawingml/2006/main" prst="straightConnector1">
            <a:avLst/>
          </a:prstGeom>
          <a:ln xmlns:a="http://schemas.openxmlformats.org/drawingml/2006/main" w="15240">
            <a:solidFill>
              <a:srgbClr val="087F80"/>
            </a:solidFill>
            <a:prstDash val="solid"/>
            <a:tailEnd type="triangle" w="sm" len="sm"/>
          </a:ln>
        </p:spPr>
      </p:cxnSp>
      <p:cxnSp>
        <p:nvCxnSpPr>
          <p:cNvPr id="136" name="start to state-0">
            <a:extLst xmlns:a="http://schemas.openxmlformats.org/drawingml/2006/main">
              <a:ext uri="{FF2B5EF4-FFF2-40B4-BE49-F238E27FC236}">
                <a16:creationId xmlns:a16="http://schemas.microsoft.com/office/drawing/2014/main" id="{830986F5-C042-4518-A094-1B3650ECF648}"/>
              </a:ext>
            </a:extLst>
          </p:cNvPr>
          <p:cNvCxnSpPr/>
          <p:nvPr/>
        </p:nvCxnSpPr>
        <p:spPr>
          <a:xfrm xmlns:a="http://schemas.openxmlformats.org/drawingml/2006/main" flipH="0" flipV="0">
            <a:off x="3069431" y="2943225"/>
            <a:ext cx="0" cy="342900"/>
          </a:xfrm>
          <a:prstGeom xmlns:a="http://schemas.openxmlformats.org/drawingml/2006/main" prst="straightConnector1">
            <a:avLst/>
          </a:prstGeom>
          <a:ln xmlns:a="http://schemas.openxmlformats.org/drawingml/2006/main" w="15240">
            <a:solidFill>
              <a:srgbClr val="17243F"/>
            </a:solidFill>
            <a:prstDash val="solid"/>
            <a:tailEnd type="triangle" w="sm" len="sm"/>
          </a:ln>
        </p:spPr>
      </p:cxnSp>
      <p:cxnSp>
        <p:nvCxnSpPr>
          <p:cNvPr id="137" name="approve-plan to state-2">
            <a:extLst xmlns:a="http://schemas.openxmlformats.org/drawingml/2006/main">
              <a:ext uri="{FF2B5EF4-FFF2-40B4-BE49-F238E27FC236}">
                <a16:creationId xmlns:a16="http://schemas.microsoft.com/office/drawing/2014/main" id="{A868E408-5EDB-4990-9441-7F8D89BF5CF2}"/>
              </a:ext>
            </a:extLst>
          </p:cNvPr>
          <p:cNvCxnSpPr/>
          <p:nvPr/>
        </p:nvCxnSpPr>
        <p:spPr>
          <a:xfrm xmlns:a="http://schemas.openxmlformats.org/drawingml/2006/main" flipH="0" flipV="0">
            <a:off x="6203156" y="2943225"/>
            <a:ext cx="0" cy="342900"/>
          </a:xfrm>
          <a:prstGeom xmlns:a="http://schemas.openxmlformats.org/drawingml/2006/main" prst="straightConnector1">
            <a:avLst/>
          </a:prstGeom>
          <a:ln xmlns:a="http://schemas.openxmlformats.org/drawingml/2006/main" w="22860">
            <a:solidFill>
              <a:srgbClr val="A56A18"/>
            </a:solidFill>
            <a:prstDash val="solid"/>
            <a:tailEnd type="triangle" w="sm" len="sm"/>
          </a:ln>
        </p:spPr>
      </p:cxnSp>
      <p:cxnSp>
        <p:nvCxnSpPr>
          <p:cNvPr id="138" name="approve-fix to state-4">
            <a:extLst xmlns:a="http://schemas.openxmlformats.org/drawingml/2006/main">
              <a:ext uri="{FF2B5EF4-FFF2-40B4-BE49-F238E27FC236}">
                <a16:creationId xmlns:a16="http://schemas.microsoft.com/office/drawing/2014/main" id="{25166E83-FF58-404A-BD75-2CCCD3EFB1B3}"/>
              </a:ext>
            </a:extLst>
          </p:cNvPr>
          <p:cNvCxnSpPr/>
          <p:nvPr/>
        </p:nvCxnSpPr>
        <p:spPr>
          <a:xfrm xmlns:a="http://schemas.openxmlformats.org/drawingml/2006/main" flipH="0" flipV="0">
            <a:off x="9336881" y="2943225"/>
            <a:ext cx="0" cy="342900"/>
          </a:xfrm>
          <a:prstGeom xmlns:a="http://schemas.openxmlformats.org/drawingml/2006/main" prst="straightConnector1">
            <a:avLst/>
          </a:prstGeom>
          <a:ln xmlns:a="http://schemas.openxmlformats.org/drawingml/2006/main" w="22860">
            <a:solidFill>
              <a:srgbClr val="A56A18"/>
            </a:solidFill>
            <a:prstDash val="solid"/>
            <a:tailEnd type="triangle" w="sm" len="sm"/>
          </a:ln>
        </p:spPr>
      </p:cxnSp>
      <p:cxnSp>
        <p:nvCxnSpPr>
          <p:cNvPr id="139" name="confirm to state-6">
            <a:extLst xmlns:a="http://schemas.openxmlformats.org/drawingml/2006/main">
              <a:ext uri="{FF2B5EF4-FFF2-40B4-BE49-F238E27FC236}">
                <a16:creationId xmlns:a16="http://schemas.microsoft.com/office/drawing/2014/main" id="{3082355D-9513-4DEF-80D2-54D1F55D9AA7}"/>
              </a:ext>
            </a:extLst>
          </p:cNvPr>
          <p:cNvCxnSpPr/>
          <p:nvPr/>
        </p:nvCxnSpPr>
        <p:spPr>
          <a:xfrm xmlns:a="http://schemas.openxmlformats.org/drawingml/2006/main" flipH="0" flipV="0">
            <a:off x="12470606" y="2943225"/>
            <a:ext cx="0" cy="342900"/>
          </a:xfrm>
          <a:prstGeom xmlns:a="http://schemas.openxmlformats.org/drawingml/2006/main" prst="straightConnector1">
            <a:avLst/>
          </a:prstGeom>
          <a:ln xmlns:a="http://schemas.openxmlformats.org/drawingml/2006/main" w="22860">
            <a:solidFill>
              <a:srgbClr val="A56A18"/>
            </a:solidFill>
            <a:prstDash val="solid"/>
            <a:tailEnd type="triangle" w="sm" len="sm"/>
          </a:ln>
        </p:spPr>
      </p:cxnSp>
      <p:cxnSp>
        <p:nvCxnSpPr>
          <p:cNvPr id="140" name="approve-invoice to state-7">
            <a:extLst xmlns:a="http://schemas.openxmlformats.org/drawingml/2006/main">
              <a:ext uri="{FF2B5EF4-FFF2-40B4-BE49-F238E27FC236}">
                <a16:creationId xmlns:a16="http://schemas.microsoft.com/office/drawing/2014/main" id="{CD3A851A-00DC-48E0-9D8C-473BEAB826AB}"/>
              </a:ext>
            </a:extLst>
          </p:cNvPr>
          <p:cNvCxnSpPr/>
          <p:nvPr/>
        </p:nvCxnSpPr>
        <p:spPr>
          <a:xfrm xmlns:a="http://schemas.openxmlformats.org/drawingml/2006/main" flipH="0" flipV="0">
            <a:off x="14037469" y="2943225"/>
            <a:ext cx="0" cy="342900"/>
          </a:xfrm>
          <a:prstGeom xmlns:a="http://schemas.openxmlformats.org/drawingml/2006/main" prst="straightConnector1">
            <a:avLst/>
          </a:prstGeom>
          <a:ln xmlns:a="http://schemas.openxmlformats.org/drawingml/2006/main" w="22860">
            <a:solidFill>
              <a:srgbClr val="A56A18"/>
            </a:solidFill>
            <a:prstDash val="solid"/>
            <a:tailEnd type="triangle" w="sm" len="sm"/>
          </a:ln>
        </p:spPr>
      </p:cxnSp>
      <p:cxnSp>
        <p:nvCxnSpPr>
          <p:cNvPr id="141" name="Discrepancy escalates to human">
            <a:extLst xmlns:a="http://schemas.openxmlformats.org/drawingml/2006/main">
              <a:ext uri="{FF2B5EF4-FFF2-40B4-BE49-F238E27FC236}">
                <a16:creationId xmlns:a16="http://schemas.microsoft.com/office/drawing/2014/main" id="{077A7DFB-CFA9-4DDF-8797-348192224359}"/>
              </a:ext>
            </a:extLst>
          </p:cNvPr>
          <p:cNvCxnSpPr/>
          <p:nvPr/>
        </p:nvCxnSpPr>
        <p:spPr>
          <a:xfrm xmlns:a="http://schemas.openxmlformats.org/drawingml/2006/main" flipH="0" flipV="1">
            <a:off x="10903744" y="2943225"/>
            <a:ext cx="0" cy="342900"/>
          </a:xfrm>
          <a:prstGeom xmlns:a="http://schemas.openxmlformats.org/drawingml/2006/main" prst="straightConnector1">
            <a:avLst/>
          </a:prstGeom>
          <a:ln xmlns:a="http://schemas.openxmlformats.org/drawingml/2006/main" w="17145">
            <a:solidFill>
              <a:srgbClr val="A56A18"/>
            </a:solidFill>
            <a:prstDash val="dash"/>
            <a:tailEnd type="triangle" w="sm" len="sm"/>
          </a:ln>
        </p:spPr>
      </p:cxnSp>
      <p:cxnSp>
        <p:nvCxnSpPr>
          <p:cNvPr id="142" name="Gaps require corrected source context">
            <a:extLst xmlns:a="http://schemas.openxmlformats.org/drawingml/2006/main">
              <a:ext uri="{FF2B5EF4-FFF2-40B4-BE49-F238E27FC236}">
                <a16:creationId xmlns:a16="http://schemas.microsoft.com/office/drawing/2014/main" id="{33575D98-9EB3-434A-891B-386E64D44455}"/>
              </a:ext>
            </a:extLst>
          </p:cNvPr>
          <p:cNvCxnSpPr/>
          <p:nvPr/>
        </p:nvCxnSpPr>
        <p:spPr>
          <a:xfrm xmlns:a="http://schemas.openxmlformats.org/drawingml/2006/main" flipH="1" flipV="0">
            <a:off x="3745706" y="2724150"/>
            <a:ext cx="214313" cy="0"/>
          </a:xfrm>
          <a:prstGeom xmlns:a="http://schemas.openxmlformats.org/drawingml/2006/main" prst="straightConnector1">
            <a:avLst/>
          </a:prstGeom>
          <a:ln xmlns:a="http://schemas.openxmlformats.org/drawingml/2006/main" w="17145">
            <a:solidFill>
              <a:srgbClr val="A56A18"/>
            </a:solidFill>
            <a:prstDash val="dash"/>
            <a:tailEnd type="triangle" w="sm" len="sm"/>
          </a:ln>
        </p:spPr>
      </p:cxnSp>
      <p:cxnSp>
        <p:nvCxnSpPr>
          <p:cNvPr id="143" name="Financial discrepancy returns to approved remediation">
            <a:extLst xmlns:a="http://schemas.openxmlformats.org/drawingml/2006/main">
              <a:ext uri="{FF2B5EF4-FFF2-40B4-BE49-F238E27FC236}">
                <a16:creationId xmlns:a16="http://schemas.microsoft.com/office/drawing/2014/main" id="{D769277F-593D-4B58-929B-7949A76FE235}"/>
              </a:ext>
            </a:extLst>
          </p:cNvPr>
          <p:cNvCxnSpPr/>
          <p:nvPr/>
        </p:nvCxnSpPr>
        <p:spPr>
          <a:xfrm xmlns:a="http://schemas.openxmlformats.org/drawingml/2006/main" flipH="1" flipV="0">
            <a:off x="10013156" y="2724150"/>
            <a:ext cx="214313" cy="0"/>
          </a:xfrm>
          <a:prstGeom xmlns:a="http://schemas.openxmlformats.org/drawingml/2006/main" prst="straightConnector1">
            <a:avLst/>
          </a:prstGeom>
          <a:ln xmlns:a="http://schemas.openxmlformats.org/drawingml/2006/main" w="17145">
            <a:solidFill>
              <a:srgbClr val="A56A18"/>
            </a:solidFill>
            <a:prstDash val="dash"/>
            <a:tailEnd type="triangle" w="sm" len="sm"/>
          </a:ln>
        </p:spPr>
      </p:cxnSp>
      <p:cxnSp>
        <p:nvCxnSpPr>
          <p:cNvPr id="144" name="state-1 to discover">
            <a:extLst xmlns:a="http://schemas.openxmlformats.org/drawingml/2006/main">
              <a:ext uri="{FF2B5EF4-FFF2-40B4-BE49-F238E27FC236}">
                <a16:creationId xmlns:a16="http://schemas.microsoft.com/office/drawing/2014/main" id="{1AA3670C-EF46-43FD-9519-7F777DC78D6C}"/>
              </a:ext>
            </a:extLst>
          </p:cNvPr>
          <p:cNvCxnSpPr/>
          <p:nvPr/>
        </p:nvCxnSpPr>
        <p:spPr>
          <a:xfrm xmlns:a="http://schemas.openxmlformats.org/drawingml/2006/main" flipH="0" flipV="0">
            <a:off x="4636294" y="3724275"/>
            <a:ext cx="0" cy="342900"/>
          </a:xfrm>
          <a:prstGeom xmlns:a="http://schemas.openxmlformats.org/drawingml/2006/main" prst="straightConnector1">
            <a:avLst/>
          </a:prstGeom>
          <a:ln xmlns:a="http://schemas.openxmlformats.org/drawingml/2006/main" w="15240">
            <a:solidFill>
              <a:srgbClr val="087F80"/>
            </a:solidFill>
            <a:prstDash val="solid"/>
            <a:tailEnd type="triangle" w="sm" len="sm"/>
          </a:ln>
        </p:spPr>
      </p:cxnSp>
      <p:cxnSp>
        <p:nvCxnSpPr>
          <p:cNvPr id="145" name="state-2 to plan">
            <a:extLst xmlns:a="http://schemas.openxmlformats.org/drawingml/2006/main">
              <a:ext uri="{FF2B5EF4-FFF2-40B4-BE49-F238E27FC236}">
                <a16:creationId xmlns:a16="http://schemas.microsoft.com/office/drawing/2014/main" id="{1C24719F-9952-4C19-8CD5-FCEF0092AD41}"/>
              </a:ext>
            </a:extLst>
          </p:cNvPr>
          <p:cNvCxnSpPr/>
          <p:nvPr/>
        </p:nvCxnSpPr>
        <p:spPr>
          <a:xfrm xmlns:a="http://schemas.openxmlformats.org/drawingml/2006/main" flipH="0" flipV="0">
            <a:off x="6203156" y="3724275"/>
            <a:ext cx="0" cy="342900"/>
          </a:xfrm>
          <a:prstGeom xmlns:a="http://schemas.openxmlformats.org/drawingml/2006/main" prst="straightConnector1">
            <a:avLst/>
          </a:prstGeom>
          <a:ln xmlns:a="http://schemas.openxmlformats.org/drawingml/2006/main" w="15240">
            <a:solidFill>
              <a:srgbClr val="087F80"/>
            </a:solidFill>
            <a:prstDash val="solid"/>
            <a:tailEnd type="triangle" w="sm" len="sm"/>
          </a:ln>
        </p:spPr>
      </p:cxnSp>
      <p:cxnSp>
        <p:nvCxnSpPr>
          <p:cNvPr id="146" name="state-3 to migrate">
            <a:extLst xmlns:a="http://schemas.openxmlformats.org/drawingml/2006/main">
              <a:ext uri="{FF2B5EF4-FFF2-40B4-BE49-F238E27FC236}">
                <a16:creationId xmlns:a16="http://schemas.microsoft.com/office/drawing/2014/main" id="{31261353-4CA6-4377-93F2-BBDF29D128FC}"/>
              </a:ext>
            </a:extLst>
          </p:cNvPr>
          <p:cNvCxnSpPr/>
          <p:nvPr/>
        </p:nvCxnSpPr>
        <p:spPr>
          <a:xfrm xmlns:a="http://schemas.openxmlformats.org/drawingml/2006/main" flipH="0" flipV="0">
            <a:off x="7770019" y="3724275"/>
            <a:ext cx="0" cy="342900"/>
          </a:xfrm>
          <a:prstGeom xmlns:a="http://schemas.openxmlformats.org/drawingml/2006/main" prst="straightConnector1">
            <a:avLst/>
          </a:prstGeom>
          <a:ln xmlns:a="http://schemas.openxmlformats.org/drawingml/2006/main" w="15240">
            <a:solidFill>
              <a:srgbClr val="087F80"/>
            </a:solidFill>
            <a:prstDash val="solid"/>
            <a:tailEnd type="triangle" w="sm" len="sm"/>
          </a:ln>
        </p:spPr>
      </p:cxnSp>
      <p:cxnSp>
        <p:nvCxnSpPr>
          <p:cNvPr id="147" name="state-4 to resolve">
            <a:extLst xmlns:a="http://schemas.openxmlformats.org/drawingml/2006/main">
              <a:ext uri="{FF2B5EF4-FFF2-40B4-BE49-F238E27FC236}">
                <a16:creationId xmlns:a16="http://schemas.microsoft.com/office/drawing/2014/main" id="{EED2EA11-0A43-4648-BFD4-9FDEAD4084B1}"/>
              </a:ext>
            </a:extLst>
          </p:cNvPr>
          <p:cNvCxnSpPr/>
          <p:nvPr/>
        </p:nvCxnSpPr>
        <p:spPr>
          <a:xfrm xmlns:a="http://schemas.openxmlformats.org/drawingml/2006/main" flipH="0" flipV="0">
            <a:off x="9336881" y="3724275"/>
            <a:ext cx="0" cy="342900"/>
          </a:xfrm>
          <a:prstGeom xmlns:a="http://schemas.openxmlformats.org/drawingml/2006/main" prst="straightConnector1">
            <a:avLst/>
          </a:prstGeom>
          <a:ln xmlns:a="http://schemas.openxmlformats.org/drawingml/2006/main" w="15240">
            <a:solidFill>
              <a:srgbClr val="087F80"/>
            </a:solidFill>
            <a:prstDash val="solid"/>
            <a:tailEnd type="triangle" w="sm" len="sm"/>
          </a:ln>
        </p:spPr>
      </p:cxnSp>
      <p:cxnSp>
        <p:nvCxnSpPr>
          <p:cNvPr id="148" name="state-5 to validate">
            <a:extLst xmlns:a="http://schemas.openxmlformats.org/drawingml/2006/main">
              <a:ext uri="{FF2B5EF4-FFF2-40B4-BE49-F238E27FC236}">
                <a16:creationId xmlns:a16="http://schemas.microsoft.com/office/drawing/2014/main" id="{A735FEB2-6426-41F4-8C00-9F5DFD995284}"/>
              </a:ext>
            </a:extLst>
          </p:cNvPr>
          <p:cNvCxnSpPr/>
          <p:nvPr/>
        </p:nvCxnSpPr>
        <p:spPr>
          <a:xfrm xmlns:a="http://schemas.openxmlformats.org/drawingml/2006/main" flipH="0" flipV="0">
            <a:off x="10903744" y="3724275"/>
            <a:ext cx="0" cy="342900"/>
          </a:xfrm>
          <a:prstGeom xmlns:a="http://schemas.openxmlformats.org/drawingml/2006/main" prst="straightConnector1">
            <a:avLst/>
          </a:prstGeom>
          <a:ln xmlns:a="http://schemas.openxmlformats.org/drawingml/2006/main" w="15240">
            <a:solidFill>
              <a:srgbClr val="087F80"/>
            </a:solidFill>
            <a:prstDash val="solid"/>
            <a:tailEnd type="triangle" w="sm" len="sm"/>
          </a:ln>
        </p:spPr>
      </p:cxnSp>
      <p:cxnSp>
        <p:nvCxnSpPr>
          <p:cNvPr id="149" name="state-6 to configure">
            <a:extLst xmlns:a="http://schemas.openxmlformats.org/drawingml/2006/main">
              <a:ext uri="{FF2B5EF4-FFF2-40B4-BE49-F238E27FC236}">
                <a16:creationId xmlns:a16="http://schemas.microsoft.com/office/drawing/2014/main" id="{487BE21E-DF9E-426D-9437-3EB3509A7423}"/>
              </a:ext>
            </a:extLst>
          </p:cNvPr>
          <p:cNvCxnSpPr/>
          <p:nvPr/>
        </p:nvCxnSpPr>
        <p:spPr>
          <a:xfrm xmlns:a="http://schemas.openxmlformats.org/drawingml/2006/main" flipH="0" flipV="0">
            <a:off x="12470606" y="3724275"/>
            <a:ext cx="0" cy="342900"/>
          </a:xfrm>
          <a:prstGeom xmlns:a="http://schemas.openxmlformats.org/drawingml/2006/main" prst="straightConnector1">
            <a:avLst/>
          </a:prstGeom>
          <a:ln xmlns:a="http://schemas.openxmlformats.org/drawingml/2006/main" w="15240">
            <a:solidFill>
              <a:srgbClr val="087F80"/>
            </a:solidFill>
            <a:prstDash val="solid"/>
            <a:tailEnd type="triangle" w="sm" len="sm"/>
          </a:ln>
        </p:spPr>
      </p:cxnSp>
      <p:cxnSp>
        <p:nvCxnSpPr>
          <p:cNvPr id="150" name="state-7 to fpu">
            <a:extLst xmlns:a="http://schemas.openxmlformats.org/drawingml/2006/main">
              <a:ext uri="{FF2B5EF4-FFF2-40B4-BE49-F238E27FC236}">
                <a16:creationId xmlns:a16="http://schemas.microsoft.com/office/drawing/2014/main" id="{3B2A2B86-6406-4117-BA7A-382A29FBBB0E}"/>
              </a:ext>
            </a:extLst>
          </p:cNvPr>
          <p:cNvCxnSpPr/>
          <p:nvPr/>
        </p:nvCxnSpPr>
        <p:spPr>
          <a:xfrm xmlns:a="http://schemas.openxmlformats.org/drawingml/2006/main" flipH="0" flipV="0">
            <a:off x="14037469" y="3724275"/>
            <a:ext cx="0" cy="342900"/>
          </a:xfrm>
          <a:prstGeom xmlns:a="http://schemas.openxmlformats.org/drawingml/2006/main" prst="straightConnector1">
            <a:avLst/>
          </a:prstGeom>
          <a:ln xmlns:a="http://schemas.openxmlformats.org/drawingml/2006/main" w="15240">
            <a:solidFill>
              <a:srgbClr val="087F80"/>
            </a:solidFill>
            <a:prstDash val="solid"/>
            <a:tailEnd type="triangle" w="sm" len="sm"/>
          </a:ln>
        </p:spPr>
      </p:cxnSp>
      <p:cxnSp>
        <p:nvCxnSpPr>
          <p:cNvPr id="151" name="discover scoped tool execution 0">
            <a:extLst xmlns:a="http://schemas.openxmlformats.org/drawingml/2006/main">
              <a:ext uri="{FF2B5EF4-FFF2-40B4-BE49-F238E27FC236}">
                <a16:creationId xmlns:a16="http://schemas.microsoft.com/office/drawing/2014/main" id="{6C65447F-4043-4A32-9CD8-66A81B28DA2A}"/>
              </a:ext>
            </a:extLst>
          </p:cNvPr>
          <p:cNvCxnSpPr/>
          <p:nvPr/>
        </p:nvCxnSpPr>
        <p:spPr>
          <a:xfrm xmlns:a="http://schemas.openxmlformats.org/drawingml/2006/main" flipH="0" flipV="0">
            <a:off x="5312569" y="4362450"/>
            <a:ext cx="21431" cy="0"/>
          </a:xfrm>
          <a:prstGeom xmlns:a="http://schemas.openxmlformats.org/drawingml/2006/main" prst="straightConnector1">
            <a:avLst/>
          </a:prstGeom>
          <a:ln xmlns:a="http://schemas.openxmlformats.org/drawingml/2006/main" w="21908">
            <a:solidFill>
              <a:srgbClr val="17243F"/>
            </a:solidFill>
            <a:prstDash val="solid"/>
            <a:tailEnd type="none" w="sm" len="sm"/>
          </a:ln>
        </p:spPr>
      </p:cxnSp>
      <p:cxnSp>
        <p:nvCxnSpPr>
          <p:cNvPr id="152" name="discover scoped tool execution 1">
            <a:extLst xmlns:a="http://schemas.openxmlformats.org/drawingml/2006/main">
              <a:ext uri="{FF2B5EF4-FFF2-40B4-BE49-F238E27FC236}">
                <a16:creationId xmlns:a16="http://schemas.microsoft.com/office/drawing/2014/main" id="{ACD62578-0623-4742-AB9A-67B34BB25F1F}"/>
              </a:ext>
            </a:extLst>
          </p:cNvPr>
          <p:cNvCxnSpPr/>
          <p:nvPr/>
        </p:nvCxnSpPr>
        <p:spPr>
          <a:xfrm xmlns:a="http://schemas.openxmlformats.org/drawingml/2006/main" flipH="0" flipV="0">
            <a:off x="5334000" y="4362450"/>
            <a:ext cx="0" cy="1562100"/>
          </a:xfrm>
          <a:prstGeom xmlns:a="http://schemas.openxmlformats.org/drawingml/2006/main" prst="straightConnector1">
            <a:avLst/>
          </a:prstGeom>
          <a:ln xmlns:a="http://schemas.openxmlformats.org/drawingml/2006/main" w="21908">
            <a:solidFill>
              <a:srgbClr val="17243F"/>
            </a:solidFill>
            <a:prstDash val="solid"/>
            <a:tailEnd type="none" w="sm" len="sm"/>
          </a:ln>
        </p:spPr>
      </p:cxnSp>
      <p:cxnSp>
        <p:nvCxnSpPr>
          <p:cNvPr id="153" name="discover scoped tool execution 2">
            <a:extLst xmlns:a="http://schemas.openxmlformats.org/drawingml/2006/main">
              <a:ext uri="{FF2B5EF4-FFF2-40B4-BE49-F238E27FC236}">
                <a16:creationId xmlns:a16="http://schemas.microsoft.com/office/drawing/2014/main" id="{1E4E9836-51F8-47AB-9D18-CA626C989E4B}"/>
              </a:ext>
            </a:extLst>
          </p:cNvPr>
          <p:cNvCxnSpPr/>
          <p:nvPr/>
        </p:nvCxnSpPr>
        <p:spPr>
          <a:xfrm xmlns:a="http://schemas.openxmlformats.org/drawingml/2006/main" flipH="1" flipV="0">
            <a:off x="5312569" y="5924550"/>
            <a:ext cx="21431" cy="0"/>
          </a:xfrm>
          <a:prstGeom xmlns:a="http://schemas.openxmlformats.org/drawingml/2006/main" prst="straightConnector1">
            <a:avLst/>
          </a:prstGeom>
          <a:ln xmlns:a="http://schemas.openxmlformats.org/drawingml/2006/main" w="21908">
            <a:solidFill>
              <a:srgbClr val="17243F"/>
            </a:solidFill>
            <a:prstDash val="solid"/>
            <a:tailEnd type="triangle" w="sm" len="sm"/>
          </a:ln>
        </p:spPr>
      </p:cxnSp>
      <p:cxnSp>
        <p:nvCxnSpPr>
          <p:cNvPr id="154" name="plan scoped tool execution 0">
            <a:extLst xmlns:a="http://schemas.openxmlformats.org/drawingml/2006/main">
              <a:ext uri="{FF2B5EF4-FFF2-40B4-BE49-F238E27FC236}">
                <a16:creationId xmlns:a16="http://schemas.microsoft.com/office/drawing/2014/main" id="{B1A8BDEF-E728-41CC-A75D-2126F6D6669E}"/>
              </a:ext>
            </a:extLst>
          </p:cNvPr>
          <p:cNvCxnSpPr/>
          <p:nvPr/>
        </p:nvCxnSpPr>
        <p:spPr>
          <a:xfrm xmlns:a="http://schemas.openxmlformats.org/drawingml/2006/main" flipH="0" flipV="0">
            <a:off x="6879431" y="4362450"/>
            <a:ext cx="21431" cy="0"/>
          </a:xfrm>
          <a:prstGeom xmlns:a="http://schemas.openxmlformats.org/drawingml/2006/main" prst="straightConnector1">
            <a:avLst/>
          </a:prstGeom>
          <a:ln xmlns:a="http://schemas.openxmlformats.org/drawingml/2006/main" w="21908">
            <a:solidFill>
              <a:srgbClr val="17243F"/>
            </a:solidFill>
            <a:prstDash val="solid"/>
            <a:tailEnd type="none" w="sm" len="sm"/>
          </a:ln>
        </p:spPr>
      </p:cxnSp>
      <p:cxnSp>
        <p:nvCxnSpPr>
          <p:cNvPr id="155" name="plan scoped tool execution 1">
            <a:extLst xmlns:a="http://schemas.openxmlformats.org/drawingml/2006/main">
              <a:ext uri="{FF2B5EF4-FFF2-40B4-BE49-F238E27FC236}">
                <a16:creationId xmlns:a16="http://schemas.microsoft.com/office/drawing/2014/main" id="{839E7B25-E4D5-459E-8E3E-15E80F693E40}"/>
              </a:ext>
            </a:extLst>
          </p:cNvPr>
          <p:cNvCxnSpPr/>
          <p:nvPr/>
        </p:nvCxnSpPr>
        <p:spPr>
          <a:xfrm xmlns:a="http://schemas.openxmlformats.org/drawingml/2006/main" flipH="0" flipV="0">
            <a:off x="6900863" y="4362450"/>
            <a:ext cx="0" cy="1562100"/>
          </a:xfrm>
          <a:prstGeom xmlns:a="http://schemas.openxmlformats.org/drawingml/2006/main" prst="straightConnector1">
            <a:avLst/>
          </a:prstGeom>
          <a:ln xmlns:a="http://schemas.openxmlformats.org/drawingml/2006/main" w="21908">
            <a:solidFill>
              <a:srgbClr val="17243F"/>
            </a:solidFill>
            <a:prstDash val="solid"/>
            <a:tailEnd type="none" w="sm" len="sm"/>
          </a:ln>
        </p:spPr>
      </p:cxnSp>
      <p:cxnSp>
        <p:nvCxnSpPr>
          <p:cNvPr id="156" name="plan scoped tool execution 2">
            <a:extLst xmlns:a="http://schemas.openxmlformats.org/drawingml/2006/main">
              <a:ext uri="{FF2B5EF4-FFF2-40B4-BE49-F238E27FC236}">
                <a16:creationId xmlns:a16="http://schemas.microsoft.com/office/drawing/2014/main" id="{DEF3A580-64FA-4D5D-8B2E-B9DEA402777A}"/>
              </a:ext>
            </a:extLst>
          </p:cNvPr>
          <p:cNvCxnSpPr/>
          <p:nvPr/>
        </p:nvCxnSpPr>
        <p:spPr>
          <a:xfrm xmlns:a="http://schemas.openxmlformats.org/drawingml/2006/main" flipH="1" flipV="0">
            <a:off x="6879431" y="5924550"/>
            <a:ext cx="21431" cy="0"/>
          </a:xfrm>
          <a:prstGeom xmlns:a="http://schemas.openxmlformats.org/drawingml/2006/main" prst="straightConnector1">
            <a:avLst/>
          </a:prstGeom>
          <a:ln xmlns:a="http://schemas.openxmlformats.org/drawingml/2006/main" w="21908">
            <a:solidFill>
              <a:srgbClr val="17243F"/>
            </a:solidFill>
            <a:prstDash val="solid"/>
            <a:tailEnd type="triangle" w="sm" len="sm"/>
          </a:ln>
        </p:spPr>
      </p:cxnSp>
      <p:cxnSp>
        <p:nvCxnSpPr>
          <p:cNvPr id="157" name="migrate scoped tool execution 0">
            <a:extLst xmlns:a="http://schemas.openxmlformats.org/drawingml/2006/main">
              <a:ext uri="{FF2B5EF4-FFF2-40B4-BE49-F238E27FC236}">
                <a16:creationId xmlns:a16="http://schemas.microsoft.com/office/drawing/2014/main" id="{8EFEAFCF-C49A-459F-8584-5C354F9100EE}"/>
              </a:ext>
            </a:extLst>
          </p:cNvPr>
          <p:cNvCxnSpPr/>
          <p:nvPr/>
        </p:nvCxnSpPr>
        <p:spPr>
          <a:xfrm xmlns:a="http://schemas.openxmlformats.org/drawingml/2006/main" flipH="0" flipV="0">
            <a:off x="8446294" y="4362450"/>
            <a:ext cx="21431" cy="0"/>
          </a:xfrm>
          <a:prstGeom xmlns:a="http://schemas.openxmlformats.org/drawingml/2006/main" prst="straightConnector1">
            <a:avLst/>
          </a:prstGeom>
          <a:ln xmlns:a="http://schemas.openxmlformats.org/drawingml/2006/main" w="21908">
            <a:solidFill>
              <a:srgbClr val="17243F"/>
            </a:solidFill>
            <a:prstDash val="solid"/>
            <a:tailEnd type="none" w="sm" len="sm"/>
          </a:ln>
        </p:spPr>
      </p:cxnSp>
      <p:cxnSp>
        <p:nvCxnSpPr>
          <p:cNvPr id="158" name="migrate scoped tool execution 1">
            <a:extLst xmlns:a="http://schemas.openxmlformats.org/drawingml/2006/main">
              <a:ext uri="{FF2B5EF4-FFF2-40B4-BE49-F238E27FC236}">
                <a16:creationId xmlns:a16="http://schemas.microsoft.com/office/drawing/2014/main" id="{2067764E-A88C-4B1E-A716-831A53F9B272}"/>
              </a:ext>
            </a:extLst>
          </p:cNvPr>
          <p:cNvCxnSpPr/>
          <p:nvPr/>
        </p:nvCxnSpPr>
        <p:spPr>
          <a:xfrm xmlns:a="http://schemas.openxmlformats.org/drawingml/2006/main" flipH="0" flipV="0">
            <a:off x="8467725" y="4362450"/>
            <a:ext cx="0" cy="1562100"/>
          </a:xfrm>
          <a:prstGeom xmlns:a="http://schemas.openxmlformats.org/drawingml/2006/main" prst="straightConnector1">
            <a:avLst/>
          </a:prstGeom>
          <a:ln xmlns:a="http://schemas.openxmlformats.org/drawingml/2006/main" w="21908">
            <a:solidFill>
              <a:srgbClr val="17243F"/>
            </a:solidFill>
            <a:prstDash val="solid"/>
            <a:tailEnd type="none" w="sm" len="sm"/>
          </a:ln>
        </p:spPr>
      </p:cxnSp>
      <p:cxnSp>
        <p:nvCxnSpPr>
          <p:cNvPr id="159" name="migrate scoped tool execution 2">
            <a:extLst xmlns:a="http://schemas.openxmlformats.org/drawingml/2006/main">
              <a:ext uri="{FF2B5EF4-FFF2-40B4-BE49-F238E27FC236}">
                <a16:creationId xmlns:a16="http://schemas.microsoft.com/office/drawing/2014/main" id="{43FF12BC-8FC8-4222-B338-8B10B4F21088}"/>
              </a:ext>
            </a:extLst>
          </p:cNvPr>
          <p:cNvCxnSpPr/>
          <p:nvPr/>
        </p:nvCxnSpPr>
        <p:spPr>
          <a:xfrm xmlns:a="http://schemas.openxmlformats.org/drawingml/2006/main" flipH="1" flipV="0">
            <a:off x="8446294" y="5924550"/>
            <a:ext cx="21431" cy="0"/>
          </a:xfrm>
          <a:prstGeom xmlns:a="http://schemas.openxmlformats.org/drawingml/2006/main" prst="straightConnector1">
            <a:avLst/>
          </a:prstGeom>
          <a:ln xmlns:a="http://schemas.openxmlformats.org/drawingml/2006/main" w="21908">
            <a:solidFill>
              <a:srgbClr val="17243F"/>
            </a:solidFill>
            <a:prstDash val="solid"/>
            <a:tailEnd type="triangle" w="sm" len="sm"/>
          </a:ln>
        </p:spPr>
      </p:cxnSp>
      <p:cxnSp>
        <p:nvCxnSpPr>
          <p:cNvPr id="160" name="resolve scoped tool execution 0">
            <a:extLst xmlns:a="http://schemas.openxmlformats.org/drawingml/2006/main">
              <a:ext uri="{FF2B5EF4-FFF2-40B4-BE49-F238E27FC236}">
                <a16:creationId xmlns:a16="http://schemas.microsoft.com/office/drawing/2014/main" id="{1D903816-A438-488F-B65A-E1BD4380D12B}"/>
              </a:ext>
            </a:extLst>
          </p:cNvPr>
          <p:cNvCxnSpPr/>
          <p:nvPr/>
        </p:nvCxnSpPr>
        <p:spPr>
          <a:xfrm xmlns:a="http://schemas.openxmlformats.org/drawingml/2006/main" flipH="0" flipV="0">
            <a:off x="10013156" y="4362450"/>
            <a:ext cx="21431" cy="0"/>
          </a:xfrm>
          <a:prstGeom xmlns:a="http://schemas.openxmlformats.org/drawingml/2006/main" prst="straightConnector1">
            <a:avLst/>
          </a:prstGeom>
          <a:ln xmlns:a="http://schemas.openxmlformats.org/drawingml/2006/main" w="21908">
            <a:solidFill>
              <a:srgbClr val="17243F"/>
            </a:solidFill>
            <a:prstDash val="solid"/>
            <a:tailEnd type="none" w="sm" len="sm"/>
          </a:ln>
        </p:spPr>
      </p:cxnSp>
      <p:cxnSp>
        <p:nvCxnSpPr>
          <p:cNvPr id="161" name="resolve scoped tool execution 1">
            <a:extLst xmlns:a="http://schemas.openxmlformats.org/drawingml/2006/main">
              <a:ext uri="{FF2B5EF4-FFF2-40B4-BE49-F238E27FC236}">
                <a16:creationId xmlns:a16="http://schemas.microsoft.com/office/drawing/2014/main" id="{67B00BFD-BC33-450E-BB65-4FE01FE507F8}"/>
              </a:ext>
            </a:extLst>
          </p:cNvPr>
          <p:cNvCxnSpPr/>
          <p:nvPr/>
        </p:nvCxnSpPr>
        <p:spPr>
          <a:xfrm xmlns:a="http://schemas.openxmlformats.org/drawingml/2006/main" flipH="0" flipV="0">
            <a:off x="10034588" y="4362450"/>
            <a:ext cx="0" cy="1562100"/>
          </a:xfrm>
          <a:prstGeom xmlns:a="http://schemas.openxmlformats.org/drawingml/2006/main" prst="straightConnector1">
            <a:avLst/>
          </a:prstGeom>
          <a:ln xmlns:a="http://schemas.openxmlformats.org/drawingml/2006/main" w="21908">
            <a:solidFill>
              <a:srgbClr val="17243F"/>
            </a:solidFill>
            <a:prstDash val="solid"/>
            <a:tailEnd type="none" w="sm" len="sm"/>
          </a:ln>
        </p:spPr>
      </p:cxnSp>
      <p:cxnSp>
        <p:nvCxnSpPr>
          <p:cNvPr id="162" name="resolve scoped tool execution 2">
            <a:extLst xmlns:a="http://schemas.openxmlformats.org/drawingml/2006/main">
              <a:ext uri="{FF2B5EF4-FFF2-40B4-BE49-F238E27FC236}">
                <a16:creationId xmlns:a16="http://schemas.microsoft.com/office/drawing/2014/main" id="{06BE0DE8-A4E1-4564-A4FD-CEBE2A82F76A}"/>
              </a:ext>
            </a:extLst>
          </p:cNvPr>
          <p:cNvCxnSpPr/>
          <p:nvPr/>
        </p:nvCxnSpPr>
        <p:spPr>
          <a:xfrm xmlns:a="http://schemas.openxmlformats.org/drawingml/2006/main" flipH="1" flipV="0">
            <a:off x="10013156" y="5924550"/>
            <a:ext cx="21431" cy="0"/>
          </a:xfrm>
          <a:prstGeom xmlns:a="http://schemas.openxmlformats.org/drawingml/2006/main" prst="straightConnector1">
            <a:avLst/>
          </a:prstGeom>
          <a:ln xmlns:a="http://schemas.openxmlformats.org/drawingml/2006/main" w="21908">
            <a:solidFill>
              <a:srgbClr val="17243F"/>
            </a:solidFill>
            <a:prstDash val="solid"/>
            <a:tailEnd type="triangle" w="sm" len="sm"/>
          </a:ln>
        </p:spPr>
      </p:cxnSp>
      <p:cxnSp>
        <p:nvCxnSpPr>
          <p:cNvPr id="163" name="validate scoped tool execution 0">
            <a:extLst xmlns:a="http://schemas.openxmlformats.org/drawingml/2006/main">
              <a:ext uri="{FF2B5EF4-FFF2-40B4-BE49-F238E27FC236}">
                <a16:creationId xmlns:a16="http://schemas.microsoft.com/office/drawing/2014/main" id="{89DA2BB1-D6D0-43C4-913B-B1BD164E3891}"/>
              </a:ext>
            </a:extLst>
          </p:cNvPr>
          <p:cNvCxnSpPr/>
          <p:nvPr/>
        </p:nvCxnSpPr>
        <p:spPr>
          <a:xfrm xmlns:a="http://schemas.openxmlformats.org/drawingml/2006/main" flipH="0" flipV="0">
            <a:off x="11580019" y="4362450"/>
            <a:ext cx="21431" cy="0"/>
          </a:xfrm>
          <a:prstGeom xmlns:a="http://schemas.openxmlformats.org/drawingml/2006/main" prst="straightConnector1">
            <a:avLst/>
          </a:prstGeom>
          <a:ln xmlns:a="http://schemas.openxmlformats.org/drawingml/2006/main" w="21908">
            <a:solidFill>
              <a:srgbClr val="17243F"/>
            </a:solidFill>
            <a:prstDash val="solid"/>
            <a:tailEnd type="none" w="sm" len="sm"/>
          </a:ln>
        </p:spPr>
      </p:cxnSp>
      <p:cxnSp>
        <p:nvCxnSpPr>
          <p:cNvPr id="164" name="validate scoped tool execution 1">
            <a:extLst xmlns:a="http://schemas.openxmlformats.org/drawingml/2006/main">
              <a:ext uri="{FF2B5EF4-FFF2-40B4-BE49-F238E27FC236}">
                <a16:creationId xmlns:a16="http://schemas.microsoft.com/office/drawing/2014/main" id="{5C639DE9-A57C-4497-8D28-CC81FB059C97}"/>
              </a:ext>
            </a:extLst>
          </p:cNvPr>
          <p:cNvCxnSpPr/>
          <p:nvPr/>
        </p:nvCxnSpPr>
        <p:spPr>
          <a:xfrm xmlns:a="http://schemas.openxmlformats.org/drawingml/2006/main" flipH="0" flipV="0">
            <a:off x="11601450" y="4362450"/>
            <a:ext cx="0" cy="1562100"/>
          </a:xfrm>
          <a:prstGeom xmlns:a="http://schemas.openxmlformats.org/drawingml/2006/main" prst="straightConnector1">
            <a:avLst/>
          </a:prstGeom>
          <a:ln xmlns:a="http://schemas.openxmlformats.org/drawingml/2006/main" w="21908">
            <a:solidFill>
              <a:srgbClr val="17243F"/>
            </a:solidFill>
            <a:prstDash val="solid"/>
            <a:tailEnd type="none" w="sm" len="sm"/>
          </a:ln>
        </p:spPr>
      </p:cxnSp>
      <p:cxnSp>
        <p:nvCxnSpPr>
          <p:cNvPr id="165" name="validate scoped tool execution 2">
            <a:extLst xmlns:a="http://schemas.openxmlformats.org/drawingml/2006/main">
              <a:ext uri="{FF2B5EF4-FFF2-40B4-BE49-F238E27FC236}">
                <a16:creationId xmlns:a16="http://schemas.microsoft.com/office/drawing/2014/main" id="{F5C39946-0609-48F3-9FD7-90ADF783887F}"/>
              </a:ext>
            </a:extLst>
          </p:cNvPr>
          <p:cNvCxnSpPr/>
          <p:nvPr/>
        </p:nvCxnSpPr>
        <p:spPr>
          <a:xfrm xmlns:a="http://schemas.openxmlformats.org/drawingml/2006/main" flipH="1" flipV="0">
            <a:off x="11580019" y="5924550"/>
            <a:ext cx="21431" cy="0"/>
          </a:xfrm>
          <a:prstGeom xmlns:a="http://schemas.openxmlformats.org/drawingml/2006/main" prst="straightConnector1">
            <a:avLst/>
          </a:prstGeom>
          <a:ln xmlns:a="http://schemas.openxmlformats.org/drawingml/2006/main" w="21908">
            <a:solidFill>
              <a:srgbClr val="17243F"/>
            </a:solidFill>
            <a:prstDash val="solid"/>
            <a:tailEnd type="triangle" w="sm" len="sm"/>
          </a:ln>
        </p:spPr>
      </p:cxnSp>
      <p:cxnSp>
        <p:nvCxnSpPr>
          <p:cNvPr id="166" name="configure scoped tool execution 0">
            <a:extLst xmlns:a="http://schemas.openxmlformats.org/drawingml/2006/main">
              <a:ext uri="{FF2B5EF4-FFF2-40B4-BE49-F238E27FC236}">
                <a16:creationId xmlns:a16="http://schemas.microsoft.com/office/drawing/2014/main" id="{6316F231-9A28-482B-B8F0-945FC031B539}"/>
              </a:ext>
            </a:extLst>
          </p:cNvPr>
          <p:cNvCxnSpPr/>
          <p:nvPr/>
        </p:nvCxnSpPr>
        <p:spPr>
          <a:xfrm xmlns:a="http://schemas.openxmlformats.org/drawingml/2006/main" flipH="0" flipV="0">
            <a:off x="13146881" y="4362450"/>
            <a:ext cx="21431" cy="0"/>
          </a:xfrm>
          <a:prstGeom xmlns:a="http://schemas.openxmlformats.org/drawingml/2006/main" prst="straightConnector1">
            <a:avLst/>
          </a:prstGeom>
          <a:ln xmlns:a="http://schemas.openxmlformats.org/drawingml/2006/main" w="21908">
            <a:solidFill>
              <a:srgbClr val="17243F"/>
            </a:solidFill>
            <a:prstDash val="solid"/>
            <a:tailEnd type="none" w="sm" len="sm"/>
          </a:ln>
        </p:spPr>
      </p:cxnSp>
      <p:cxnSp>
        <p:nvCxnSpPr>
          <p:cNvPr id="167" name="configure scoped tool execution 1">
            <a:extLst xmlns:a="http://schemas.openxmlformats.org/drawingml/2006/main">
              <a:ext uri="{FF2B5EF4-FFF2-40B4-BE49-F238E27FC236}">
                <a16:creationId xmlns:a16="http://schemas.microsoft.com/office/drawing/2014/main" id="{2D0AE90A-8351-46F2-8EA8-3CC54BFA9680}"/>
              </a:ext>
            </a:extLst>
          </p:cNvPr>
          <p:cNvCxnSpPr/>
          <p:nvPr/>
        </p:nvCxnSpPr>
        <p:spPr>
          <a:xfrm xmlns:a="http://schemas.openxmlformats.org/drawingml/2006/main" flipH="0" flipV="0">
            <a:off x="13168313" y="4362450"/>
            <a:ext cx="0" cy="1562100"/>
          </a:xfrm>
          <a:prstGeom xmlns:a="http://schemas.openxmlformats.org/drawingml/2006/main" prst="straightConnector1">
            <a:avLst/>
          </a:prstGeom>
          <a:ln xmlns:a="http://schemas.openxmlformats.org/drawingml/2006/main" w="21908">
            <a:solidFill>
              <a:srgbClr val="17243F"/>
            </a:solidFill>
            <a:prstDash val="solid"/>
            <a:tailEnd type="none" w="sm" len="sm"/>
          </a:ln>
        </p:spPr>
      </p:cxnSp>
      <p:cxnSp>
        <p:nvCxnSpPr>
          <p:cNvPr id="168" name="configure scoped tool execution 2">
            <a:extLst xmlns:a="http://schemas.openxmlformats.org/drawingml/2006/main">
              <a:ext uri="{FF2B5EF4-FFF2-40B4-BE49-F238E27FC236}">
                <a16:creationId xmlns:a16="http://schemas.microsoft.com/office/drawing/2014/main" id="{FEA46985-25A9-4825-AF8A-64DA67B5F351}"/>
              </a:ext>
            </a:extLst>
          </p:cNvPr>
          <p:cNvCxnSpPr/>
          <p:nvPr/>
        </p:nvCxnSpPr>
        <p:spPr>
          <a:xfrm xmlns:a="http://schemas.openxmlformats.org/drawingml/2006/main" flipH="1" flipV="0">
            <a:off x="13146881" y="5924550"/>
            <a:ext cx="21431" cy="0"/>
          </a:xfrm>
          <a:prstGeom xmlns:a="http://schemas.openxmlformats.org/drawingml/2006/main" prst="straightConnector1">
            <a:avLst/>
          </a:prstGeom>
          <a:ln xmlns:a="http://schemas.openxmlformats.org/drawingml/2006/main" w="21908">
            <a:solidFill>
              <a:srgbClr val="17243F"/>
            </a:solidFill>
            <a:prstDash val="solid"/>
            <a:tailEnd type="triangle" w="sm" len="sm"/>
          </a:ln>
        </p:spPr>
      </p:cxnSp>
      <p:cxnSp>
        <p:nvCxnSpPr>
          <p:cNvPr id="169" name="fpu scoped tool execution 0">
            <a:extLst xmlns:a="http://schemas.openxmlformats.org/drawingml/2006/main">
              <a:ext uri="{FF2B5EF4-FFF2-40B4-BE49-F238E27FC236}">
                <a16:creationId xmlns:a16="http://schemas.microsoft.com/office/drawing/2014/main" id="{9151AB72-ECD5-459F-A61D-4AB83A6DF01C}"/>
              </a:ext>
            </a:extLst>
          </p:cNvPr>
          <p:cNvCxnSpPr/>
          <p:nvPr/>
        </p:nvCxnSpPr>
        <p:spPr>
          <a:xfrm xmlns:a="http://schemas.openxmlformats.org/drawingml/2006/main" flipH="0" flipV="0">
            <a:off x="14713744" y="4362450"/>
            <a:ext cx="21431" cy="0"/>
          </a:xfrm>
          <a:prstGeom xmlns:a="http://schemas.openxmlformats.org/drawingml/2006/main" prst="straightConnector1">
            <a:avLst/>
          </a:prstGeom>
          <a:ln xmlns:a="http://schemas.openxmlformats.org/drawingml/2006/main" w="21908">
            <a:solidFill>
              <a:srgbClr val="17243F"/>
            </a:solidFill>
            <a:prstDash val="solid"/>
            <a:tailEnd type="none" w="sm" len="sm"/>
          </a:ln>
        </p:spPr>
      </p:cxnSp>
      <p:cxnSp>
        <p:nvCxnSpPr>
          <p:cNvPr id="170" name="fpu scoped tool execution 1">
            <a:extLst xmlns:a="http://schemas.openxmlformats.org/drawingml/2006/main">
              <a:ext uri="{FF2B5EF4-FFF2-40B4-BE49-F238E27FC236}">
                <a16:creationId xmlns:a16="http://schemas.microsoft.com/office/drawing/2014/main" id="{86738791-0ABF-4754-BE11-410A610EA1E5}"/>
              </a:ext>
            </a:extLst>
          </p:cNvPr>
          <p:cNvCxnSpPr/>
          <p:nvPr/>
        </p:nvCxnSpPr>
        <p:spPr>
          <a:xfrm xmlns:a="http://schemas.openxmlformats.org/drawingml/2006/main" flipH="0" flipV="0">
            <a:off x="14735175" y="4362450"/>
            <a:ext cx="0" cy="1562100"/>
          </a:xfrm>
          <a:prstGeom xmlns:a="http://schemas.openxmlformats.org/drawingml/2006/main" prst="straightConnector1">
            <a:avLst/>
          </a:prstGeom>
          <a:ln xmlns:a="http://schemas.openxmlformats.org/drawingml/2006/main" w="21908">
            <a:solidFill>
              <a:srgbClr val="17243F"/>
            </a:solidFill>
            <a:prstDash val="solid"/>
            <a:tailEnd type="none" w="sm" len="sm"/>
          </a:ln>
        </p:spPr>
      </p:cxnSp>
      <p:cxnSp>
        <p:nvCxnSpPr>
          <p:cNvPr id="171" name="fpu scoped tool execution 2">
            <a:extLst xmlns:a="http://schemas.openxmlformats.org/drawingml/2006/main">
              <a:ext uri="{FF2B5EF4-FFF2-40B4-BE49-F238E27FC236}">
                <a16:creationId xmlns:a16="http://schemas.microsoft.com/office/drawing/2014/main" id="{568E4F6D-6CCE-4127-A668-B0AFDB857725}"/>
              </a:ext>
            </a:extLst>
          </p:cNvPr>
          <p:cNvCxnSpPr/>
          <p:nvPr/>
        </p:nvCxnSpPr>
        <p:spPr>
          <a:xfrm xmlns:a="http://schemas.openxmlformats.org/drawingml/2006/main" flipH="1" flipV="0">
            <a:off x="14713744" y="5924550"/>
            <a:ext cx="21431" cy="0"/>
          </a:xfrm>
          <a:prstGeom xmlns:a="http://schemas.openxmlformats.org/drawingml/2006/main" prst="straightConnector1">
            <a:avLst/>
          </a:prstGeom>
          <a:ln xmlns:a="http://schemas.openxmlformats.org/drawingml/2006/main" w="21908">
            <a:solidFill>
              <a:srgbClr val="17243F"/>
            </a:solidFill>
            <a:prstDash val="solid"/>
            <a:tailEnd type="triangle" w="sm" len="sm"/>
          </a:ln>
        </p:spPr>
      </p:cxnSp>
      <p:cxnSp>
        <p:nvCxnSpPr>
          <p:cNvPr id="172" name="tool-1 evidence response 0">
            <a:extLst xmlns:a="http://schemas.openxmlformats.org/drawingml/2006/main">
              <a:ext uri="{FF2B5EF4-FFF2-40B4-BE49-F238E27FC236}">
                <a16:creationId xmlns:a16="http://schemas.microsoft.com/office/drawing/2014/main" id="{5146C1F9-6EBA-41B6-8E90-8AC501D4FC86}"/>
              </a:ext>
            </a:extLst>
          </p:cNvPr>
          <p:cNvCxnSpPr/>
          <p:nvPr/>
        </p:nvCxnSpPr>
        <p:spPr>
          <a:xfrm xmlns:a="http://schemas.openxmlformats.org/drawingml/2006/main" flipH="1" flipV="0">
            <a:off x="3881438" y="5772150"/>
            <a:ext cx="78581" cy="0"/>
          </a:xfrm>
          <a:prstGeom xmlns:a="http://schemas.openxmlformats.org/drawingml/2006/main" prst="straightConnector1">
            <a:avLst/>
          </a:prstGeom>
          <a:ln xmlns:a="http://schemas.openxmlformats.org/drawingml/2006/main" w="14288">
            <a:solidFill>
              <a:srgbClr val="138AAB"/>
            </a:solidFill>
            <a:prstDash val="dash"/>
            <a:tailEnd type="none" w="sm" len="sm"/>
          </a:ln>
        </p:spPr>
      </p:cxnSp>
      <p:cxnSp>
        <p:nvCxnSpPr>
          <p:cNvPr id="173" name="tool-1 evidence response 1">
            <a:extLst xmlns:a="http://schemas.openxmlformats.org/drawingml/2006/main">
              <a:ext uri="{FF2B5EF4-FFF2-40B4-BE49-F238E27FC236}">
                <a16:creationId xmlns:a16="http://schemas.microsoft.com/office/drawing/2014/main" id="{B908C5EE-7DA9-4A41-B4D5-263A28C7EDEC}"/>
              </a:ext>
            </a:extLst>
          </p:cNvPr>
          <p:cNvCxnSpPr/>
          <p:nvPr/>
        </p:nvCxnSpPr>
        <p:spPr>
          <a:xfrm xmlns:a="http://schemas.openxmlformats.org/drawingml/2006/main" flipH="0" flipV="1">
            <a:off x="3881438" y="3429000"/>
            <a:ext cx="0" cy="2343150"/>
          </a:xfrm>
          <a:prstGeom xmlns:a="http://schemas.openxmlformats.org/drawingml/2006/main" prst="straightConnector1">
            <a:avLst/>
          </a:prstGeom>
          <a:ln xmlns:a="http://schemas.openxmlformats.org/drawingml/2006/main" w="14288">
            <a:solidFill>
              <a:srgbClr val="138AAB"/>
            </a:solidFill>
            <a:prstDash val="dash"/>
            <a:tailEnd type="none" w="sm" len="sm"/>
          </a:ln>
        </p:spPr>
      </p:cxnSp>
      <p:cxnSp>
        <p:nvCxnSpPr>
          <p:cNvPr id="174" name="tool-1 evidence response 2">
            <a:extLst xmlns:a="http://schemas.openxmlformats.org/drawingml/2006/main">
              <a:ext uri="{FF2B5EF4-FFF2-40B4-BE49-F238E27FC236}">
                <a16:creationId xmlns:a16="http://schemas.microsoft.com/office/drawing/2014/main" id="{AE568351-E55B-4F20-8955-DC8031AF3B1B}"/>
              </a:ext>
            </a:extLst>
          </p:cNvPr>
          <p:cNvCxnSpPr/>
          <p:nvPr/>
        </p:nvCxnSpPr>
        <p:spPr>
          <a:xfrm xmlns:a="http://schemas.openxmlformats.org/drawingml/2006/main" flipH="0" flipV="0">
            <a:off x="3881438" y="3429000"/>
            <a:ext cx="78581" cy="0"/>
          </a:xfrm>
          <a:prstGeom xmlns:a="http://schemas.openxmlformats.org/drawingml/2006/main" prst="straightConnector1">
            <a:avLst/>
          </a:prstGeom>
          <a:ln xmlns:a="http://schemas.openxmlformats.org/drawingml/2006/main" w="14288">
            <a:solidFill>
              <a:srgbClr val="138AAB"/>
            </a:solidFill>
            <a:prstDash val="dash"/>
            <a:tailEnd type="triangle" w="sm" len="sm"/>
          </a:ln>
        </p:spPr>
      </p:cxnSp>
      <p:cxnSp>
        <p:nvCxnSpPr>
          <p:cNvPr id="175" name="tool-3 evidence response 0">
            <a:extLst xmlns:a="http://schemas.openxmlformats.org/drawingml/2006/main">
              <a:ext uri="{FF2B5EF4-FFF2-40B4-BE49-F238E27FC236}">
                <a16:creationId xmlns:a16="http://schemas.microsoft.com/office/drawing/2014/main" id="{2411575A-7718-42DF-88D9-02A129960D79}"/>
              </a:ext>
            </a:extLst>
          </p:cNvPr>
          <p:cNvCxnSpPr/>
          <p:nvPr/>
        </p:nvCxnSpPr>
        <p:spPr>
          <a:xfrm xmlns:a="http://schemas.openxmlformats.org/drawingml/2006/main" flipH="1" flipV="0">
            <a:off x="7015163" y="5772150"/>
            <a:ext cx="78581" cy="0"/>
          </a:xfrm>
          <a:prstGeom xmlns:a="http://schemas.openxmlformats.org/drawingml/2006/main" prst="straightConnector1">
            <a:avLst/>
          </a:prstGeom>
          <a:ln xmlns:a="http://schemas.openxmlformats.org/drawingml/2006/main" w="14288">
            <a:solidFill>
              <a:srgbClr val="138AAB"/>
            </a:solidFill>
            <a:prstDash val="dash"/>
            <a:tailEnd type="none" w="sm" len="sm"/>
          </a:ln>
        </p:spPr>
      </p:cxnSp>
      <p:cxnSp>
        <p:nvCxnSpPr>
          <p:cNvPr id="176" name="tool-3 evidence response 1">
            <a:extLst xmlns:a="http://schemas.openxmlformats.org/drawingml/2006/main">
              <a:ext uri="{FF2B5EF4-FFF2-40B4-BE49-F238E27FC236}">
                <a16:creationId xmlns:a16="http://schemas.microsoft.com/office/drawing/2014/main" id="{1CEA77CE-A224-4992-A76C-637844120D66}"/>
              </a:ext>
            </a:extLst>
          </p:cNvPr>
          <p:cNvCxnSpPr/>
          <p:nvPr/>
        </p:nvCxnSpPr>
        <p:spPr>
          <a:xfrm xmlns:a="http://schemas.openxmlformats.org/drawingml/2006/main" flipH="0" flipV="1">
            <a:off x="7015163" y="3429000"/>
            <a:ext cx="0" cy="2343150"/>
          </a:xfrm>
          <a:prstGeom xmlns:a="http://schemas.openxmlformats.org/drawingml/2006/main" prst="straightConnector1">
            <a:avLst/>
          </a:prstGeom>
          <a:ln xmlns:a="http://schemas.openxmlformats.org/drawingml/2006/main" w="14288">
            <a:solidFill>
              <a:srgbClr val="138AAB"/>
            </a:solidFill>
            <a:prstDash val="dash"/>
            <a:tailEnd type="none" w="sm" len="sm"/>
          </a:ln>
        </p:spPr>
      </p:cxnSp>
      <p:cxnSp>
        <p:nvCxnSpPr>
          <p:cNvPr id="177" name="tool-3 evidence response 2">
            <a:extLst xmlns:a="http://schemas.openxmlformats.org/drawingml/2006/main">
              <a:ext uri="{FF2B5EF4-FFF2-40B4-BE49-F238E27FC236}">
                <a16:creationId xmlns:a16="http://schemas.microsoft.com/office/drawing/2014/main" id="{96BAACD4-97CA-4B11-B634-B2A375B8A3B2}"/>
              </a:ext>
            </a:extLst>
          </p:cNvPr>
          <p:cNvCxnSpPr/>
          <p:nvPr/>
        </p:nvCxnSpPr>
        <p:spPr>
          <a:xfrm xmlns:a="http://schemas.openxmlformats.org/drawingml/2006/main" flipH="0" flipV="0">
            <a:off x="7015163" y="3429000"/>
            <a:ext cx="78581" cy="0"/>
          </a:xfrm>
          <a:prstGeom xmlns:a="http://schemas.openxmlformats.org/drawingml/2006/main" prst="straightConnector1">
            <a:avLst/>
          </a:prstGeom>
          <a:ln xmlns:a="http://schemas.openxmlformats.org/drawingml/2006/main" w="14288">
            <a:solidFill>
              <a:srgbClr val="138AAB"/>
            </a:solidFill>
            <a:prstDash val="dash"/>
            <a:tailEnd type="triangle" w="sm" len="sm"/>
          </a:ln>
        </p:spPr>
      </p:cxnSp>
      <p:cxnSp>
        <p:nvCxnSpPr>
          <p:cNvPr id="178" name="tool-4 evidence response 0">
            <a:extLst xmlns:a="http://schemas.openxmlformats.org/drawingml/2006/main">
              <a:ext uri="{FF2B5EF4-FFF2-40B4-BE49-F238E27FC236}">
                <a16:creationId xmlns:a16="http://schemas.microsoft.com/office/drawing/2014/main" id="{AD5DD13A-FFBD-4D31-8E64-BF4664D48285}"/>
              </a:ext>
            </a:extLst>
          </p:cNvPr>
          <p:cNvCxnSpPr/>
          <p:nvPr/>
        </p:nvCxnSpPr>
        <p:spPr>
          <a:xfrm xmlns:a="http://schemas.openxmlformats.org/drawingml/2006/main" flipH="1" flipV="0">
            <a:off x="8582025" y="5772150"/>
            <a:ext cx="78581" cy="0"/>
          </a:xfrm>
          <a:prstGeom xmlns:a="http://schemas.openxmlformats.org/drawingml/2006/main" prst="straightConnector1">
            <a:avLst/>
          </a:prstGeom>
          <a:ln xmlns:a="http://schemas.openxmlformats.org/drawingml/2006/main" w="14288">
            <a:solidFill>
              <a:srgbClr val="138AAB"/>
            </a:solidFill>
            <a:prstDash val="dash"/>
            <a:tailEnd type="none" w="sm" len="sm"/>
          </a:ln>
        </p:spPr>
      </p:cxnSp>
      <p:cxnSp>
        <p:nvCxnSpPr>
          <p:cNvPr id="179" name="tool-4 evidence response 1">
            <a:extLst xmlns:a="http://schemas.openxmlformats.org/drawingml/2006/main">
              <a:ext uri="{FF2B5EF4-FFF2-40B4-BE49-F238E27FC236}">
                <a16:creationId xmlns:a16="http://schemas.microsoft.com/office/drawing/2014/main" id="{D6309B86-EAC4-49DB-8DC3-0A413F591E71}"/>
              </a:ext>
            </a:extLst>
          </p:cNvPr>
          <p:cNvCxnSpPr/>
          <p:nvPr/>
        </p:nvCxnSpPr>
        <p:spPr>
          <a:xfrm xmlns:a="http://schemas.openxmlformats.org/drawingml/2006/main" flipH="0" flipV="1">
            <a:off x="8582025" y="3429000"/>
            <a:ext cx="0" cy="2343150"/>
          </a:xfrm>
          <a:prstGeom xmlns:a="http://schemas.openxmlformats.org/drawingml/2006/main" prst="straightConnector1">
            <a:avLst/>
          </a:prstGeom>
          <a:ln xmlns:a="http://schemas.openxmlformats.org/drawingml/2006/main" w="14288">
            <a:solidFill>
              <a:srgbClr val="138AAB"/>
            </a:solidFill>
            <a:prstDash val="dash"/>
            <a:tailEnd type="none" w="sm" len="sm"/>
          </a:ln>
        </p:spPr>
      </p:cxnSp>
      <p:cxnSp>
        <p:nvCxnSpPr>
          <p:cNvPr id="180" name="tool-4 evidence response 2">
            <a:extLst xmlns:a="http://schemas.openxmlformats.org/drawingml/2006/main">
              <a:ext uri="{FF2B5EF4-FFF2-40B4-BE49-F238E27FC236}">
                <a16:creationId xmlns:a16="http://schemas.microsoft.com/office/drawing/2014/main" id="{8239063A-FA62-4A8F-A9A7-A8965185D7EC}"/>
              </a:ext>
            </a:extLst>
          </p:cNvPr>
          <p:cNvCxnSpPr/>
          <p:nvPr/>
        </p:nvCxnSpPr>
        <p:spPr>
          <a:xfrm xmlns:a="http://schemas.openxmlformats.org/drawingml/2006/main" flipH="0" flipV="0">
            <a:off x="8582025" y="3429000"/>
            <a:ext cx="78581" cy="0"/>
          </a:xfrm>
          <a:prstGeom xmlns:a="http://schemas.openxmlformats.org/drawingml/2006/main" prst="straightConnector1">
            <a:avLst/>
          </a:prstGeom>
          <a:ln xmlns:a="http://schemas.openxmlformats.org/drawingml/2006/main" w="14288">
            <a:solidFill>
              <a:srgbClr val="138AAB"/>
            </a:solidFill>
            <a:prstDash val="dash"/>
            <a:tailEnd type="triangle" w="sm" len="sm"/>
          </a:ln>
        </p:spPr>
      </p:cxnSp>
      <p:cxnSp>
        <p:nvCxnSpPr>
          <p:cNvPr id="181" name="tool-5 evidence response 0">
            <a:extLst xmlns:a="http://schemas.openxmlformats.org/drawingml/2006/main">
              <a:ext uri="{FF2B5EF4-FFF2-40B4-BE49-F238E27FC236}">
                <a16:creationId xmlns:a16="http://schemas.microsoft.com/office/drawing/2014/main" id="{470D4368-3FC9-44BD-82E0-8C3F50C30098}"/>
              </a:ext>
            </a:extLst>
          </p:cNvPr>
          <p:cNvCxnSpPr/>
          <p:nvPr/>
        </p:nvCxnSpPr>
        <p:spPr>
          <a:xfrm xmlns:a="http://schemas.openxmlformats.org/drawingml/2006/main" flipH="1" flipV="0">
            <a:off x="10148888" y="5772150"/>
            <a:ext cx="78581" cy="0"/>
          </a:xfrm>
          <a:prstGeom xmlns:a="http://schemas.openxmlformats.org/drawingml/2006/main" prst="straightConnector1">
            <a:avLst/>
          </a:prstGeom>
          <a:ln xmlns:a="http://schemas.openxmlformats.org/drawingml/2006/main" w="14288">
            <a:solidFill>
              <a:srgbClr val="138AAB"/>
            </a:solidFill>
            <a:prstDash val="dash"/>
            <a:tailEnd type="none" w="sm" len="sm"/>
          </a:ln>
        </p:spPr>
      </p:cxnSp>
      <p:cxnSp>
        <p:nvCxnSpPr>
          <p:cNvPr id="182" name="tool-5 evidence response 1">
            <a:extLst xmlns:a="http://schemas.openxmlformats.org/drawingml/2006/main">
              <a:ext uri="{FF2B5EF4-FFF2-40B4-BE49-F238E27FC236}">
                <a16:creationId xmlns:a16="http://schemas.microsoft.com/office/drawing/2014/main" id="{9E453DA3-4879-4344-B4A0-D0E4A13ABE14}"/>
              </a:ext>
            </a:extLst>
          </p:cNvPr>
          <p:cNvCxnSpPr/>
          <p:nvPr/>
        </p:nvCxnSpPr>
        <p:spPr>
          <a:xfrm xmlns:a="http://schemas.openxmlformats.org/drawingml/2006/main" flipH="0" flipV="1">
            <a:off x="10148888" y="3429000"/>
            <a:ext cx="0" cy="2343150"/>
          </a:xfrm>
          <a:prstGeom xmlns:a="http://schemas.openxmlformats.org/drawingml/2006/main" prst="straightConnector1">
            <a:avLst/>
          </a:prstGeom>
          <a:ln xmlns:a="http://schemas.openxmlformats.org/drawingml/2006/main" w="14288">
            <a:solidFill>
              <a:srgbClr val="138AAB"/>
            </a:solidFill>
            <a:prstDash val="dash"/>
            <a:tailEnd type="none" w="sm" len="sm"/>
          </a:ln>
        </p:spPr>
      </p:cxnSp>
      <p:cxnSp>
        <p:nvCxnSpPr>
          <p:cNvPr id="183" name="tool-5 evidence response 2">
            <a:extLst xmlns:a="http://schemas.openxmlformats.org/drawingml/2006/main">
              <a:ext uri="{FF2B5EF4-FFF2-40B4-BE49-F238E27FC236}">
                <a16:creationId xmlns:a16="http://schemas.microsoft.com/office/drawing/2014/main" id="{C7864D6B-1EA4-4BDD-8E0A-7BED8DB17CBE}"/>
              </a:ext>
            </a:extLst>
          </p:cNvPr>
          <p:cNvCxnSpPr/>
          <p:nvPr/>
        </p:nvCxnSpPr>
        <p:spPr>
          <a:xfrm xmlns:a="http://schemas.openxmlformats.org/drawingml/2006/main" flipH="0" flipV="0">
            <a:off x="10148888" y="3429000"/>
            <a:ext cx="78581" cy="0"/>
          </a:xfrm>
          <a:prstGeom xmlns:a="http://schemas.openxmlformats.org/drawingml/2006/main" prst="straightConnector1">
            <a:avLst/>
          </a:prstGeom>
          <a:ln xmlns:a="http://schemas.openxmlformats.org/drawingml/2006/main" w="14288">
            <a:solidFill>
              <a:srgbClr val="138AAB"/>
            </a:solidFill>
            <a:prstDash val="dash"/>
            <a:tailEnd type="triangle" w="sm" len="sm"/>
          </a:ln>
        </p:spPr>
      </p:cxnSp>
      <p:cxnSp>
        <p:nvCxnSpPr>
          <p:cNvPr id="184" name="tool-6 evidence response 0">
            <a:extLst xmlns:a="http://schemas.openxmlformats.org/drawingml/2006/main">
              <a:ext uri="{FF2B5EF4-FFF2-40B4-BE49-F238E27FC236}">
                <a16:creationId xmlns:a16="http://schemas.microsoft.com/office/drawing/2014/main" id="{CB634451-8A0D-4AAD-936D-679209100C4E}"/>
              </a:ext>
            </a:extLst>
          </p:cNvPr>
          <p:cNvCxnSpPr/>
          <p:nvPr/>
        </p:nvCxnSpPr>
        <p:spPr>
          <a:xfrm xmlns:a="http://schemas.openxmlformats.org/drawingml/2006/main" flipH="1" flipV="0">
            <a:off x="11715750" y="5772150"/>
            <a:ext cx="78581" cy="0"/>
          </a:xfrm>
          <a:prstGeom xmlns:a="http://schemas.openxmlformats.org/drawingml/2006/main" prst="straightConnector1">
            <a:avLst/>
          </a:prstGeom>
          <a:ln xmlns:a="http://schemas.openxmlformats.org/drawingml/2006/main" w="14288">
            <a:solidFill>
              <a:srgbClr val="138AAB"/>
            </a:solidFill>
            <a:prstDash val="dash"/>
            <a:tailEnd type="none" w="sm" len="sm"/>
          </a:ln>
        </p:spPr>
      </p:cxnSp>
      <p:cxnSp>
        <p:nvCxnSpPr>
          <p:cNvPr id="185" name="tool-6 evidence response 1">
            <a:extLst xmlns:a="http://schemas.openxmlformats.org/drawingml/2006/main">
              <a:ext uri="{FF2B5EF4-FFF2-40B4-BE49-F238E27FC236}">
                <a16:creationId xmlns:a16="http://schemas.microsoft.com/office/drawing/2014/main" id="{DD0609E0-41D9-4ABB-9ADD-FAC9C410B52E}"/>
              </a:ext>
            </a:extLst>
          </p:cNvPr>
          <p:cNvCxnSpPr/>
          <p:nvPr/>
        </p:nvCxnSpPr>
        <p:spPr>
          <a:xfrm xmlns:a="http://schemas.openxmlformats.org/drawingml/2006/main" flipH="0" flipV="1">
            <a:off x="11715750" y="3429000"/>
            <a:ext cx="0" cy="2343150"/>
          </a:xfrm>
          <a:prstGeom xmlns:a="http://schemas.openxmlformats.org/drawingml/2006/main" prst="straightConnector1">
            <a:avLst/>
          </a:prstGeom>
          <a:ln xmlns:a="http://schemas.openxmlformats.org/drawingml/2006/main" w="14288">
            <a:solidFill>
              <a:srgbClr val="138AAB"/>
            </a:solidFill>
            <a:prstDash val="dash"/>
            <a:tailEnd type="none" w="sm" len="sm"/>
          </a:ln>
        </p:spPr>
      </p:cxnSp>
      <p:cxnSp>
        <p:nvCxnSpPr>
          <p:cNvPr id="186" name="tool-6 evidence response 2">
            <a:extLst xmlns:a="http://schemas.openxmlformats.org/drawingml/2006/main">
              <a:ext uri="{FF2B5EF4-FFF2-40B4-BE49-F238E27FC236}">
                <a16:creationId xmlns:a16="http://schemas.microsoft.com/office/drawing/2014/main" id="{074C35B7-054F-4D76-87AE-723339AEB676}"/>
              </a:ext>
            </a:extLst>
          </p:cNvPr>
          <p:cNvCxnSpPr/>
          <p:nvPr/>
        </p:nvCxnSpPr>
        <p:spPr>
          <a:xfrm xmlns:a="http://schemas.openxmlformats.org/drawingml/2006/main" flipH="0" flipV="0">
            <a:off x="11715750" y="3429000"/>
            <a:ext cx="78581" cy="0"/>
          </a:xfrm>
          <a:prstGeom xmlns:a="http://schemas.openxmlformats.org/drawingml/2006/main" prst="straightConnector1">
            <a:avLst/>
          </a:prstGeom>
          <a:ln xmlns:a="http://schemas.openxmlformats.org/drawingml/2006/main" w="14288">
            <a:solidFill>
              <a:srgbClr val="138AAB"/>
            </a:solidFill>
            <a:prstDash val="dash"/>
            <a:tailEnd type="triangle" w="sm" len="sm"/>
          </a:ln>
        </p:spPr>
      </p:cxnSp>
      <p:cxnSp>
        <p:nvCxnSpPr>
          <p:cNvPr id="187" name="tool-7 evidence response 0">
            <a:extLst xmlns:a="http://schemas.openxmlformats.org/drawingml/2006/main">
              <a:ext uri="{FF2B5EF4-FFF2-40B4-BE49-F238E27FC236}">
                <a16:creationId xmlns:a16="http://schemas.microsoft.com/office/drawing/2014/main" id="{F1188FC1-53C9-4E02-A533-7508B25780FE}"/>
              </a:ext>
            </a:extLst>
          </p:cNvPr>
          <p:cNvCxnSpPr/>
          <p:nvPr/>
        </p:nvCxnSpPr>
        <p:spPr>
          <a:xfrm xmlns:a="http://schemas.openxmlformats.org/drawingml/2006/main" flipH="1" flipV="0">
            <a:off x="13282613" y="5772150"/>
            <a:ext cx="78581" cy="0"/>
          </a:xfrm>
          <a:prstGeom xmlns:a="http://schemas.openxmlformats.org/drawingml/2006/main" prst="straightConnector1">
            <a:avLst/>
          </a:prstGeom>
          <a:ln xmlns:a="http://schemas.openxmlformats.org/drawingml/2006/main" w="14288">
            <a:solidFill>
              <a:srgbClr val="138AAB"/>
            </a:solidFill>
            <a:prstDash val="dash"/>
            <a:tailEnd type="none" w="sm" len="sm"/>
          </a:ln>
        </p:spPr>
      </p:cxnSp>
      <p:cxnSp>
        <p:nvCxnSpPr>
          <p:cNvPr id="188" name="tool-7 evidence response 1">
            <a:extLst xmlns:a="http://schemas.openxmlformats.org/drawingml/2006/main">
              <a:ext uri="{FF2B5EF4-FFF2-40B4-BE49-F238E27FC236}">
                <a16:creationId xmlns:a16="http://schemas.microsoft.com/office/drawing/2014/main" id="{81BB4252-43C0-4DFF-877E-A2EEE641DDEE}"/>
              </a:ext>
            </a:extLst>
          </p:cNvPr>
          <p:cNvCxnSpPr/>
          <p:nvPr/>
        </p:nvCxnSpPr>
        <p:spPr>
          <a:xfrm xmlns:a="http://schemas.openxmlformats.org/drawingml/2006/main" flipH="0" flipV="1">
            <a:off x="13282613" y="3429000"/>
            <a:ext cx="0" cy="2343150"/>
          </a:xfrm>
          <a:prstGeom xmlns:a="http://schemas.openxmlformats.org/drawingml/2006/main" prst="straightConnector1">
            <a:avLst/>
          </a:prstGeom>
          <a:ln xmlns:a="http://schemas.openxmlformats.org/drawingml/2006/main" w="14288">
            <a:solidFill>
              <a:srgbClr val="138AAB"/>
            </a:solidFill>
            <a:prstDash val="dash"/>
            <a:tailEnd type="none" w="sm" len="sm"/>
          </a:ln>
        </p:spPr>
      </p:cxnSp>
      <p:cxnSp>
        <p:nvCxnSpPr>
          <p:cNvPr id="189" name="tool-7 evidence response 2">
            <a:extLst xmlns:a="http://schemas.openxmlformats.org/drawingml/2006/main">
              <a:ext uri="{FF2B5EF4-FFF2-40B4-BE49-F238E27FC236}">
                <a16:creationId xmlns:a16="http://schemas.microsoft.com/office/drawing/2014/main" id="{AE2391C9-3EA8-4F98-B288-268750F37934}"/>
              </a:ext>
            </a:extLst>
          </p:cNvPr>
          <p:cNvCxnSpPr/>
          <p:nvPr/>
        </p:nvCxnSpPr>
        <p:spPr>
          <a:xfrm xmlns:a="http://schemas.openxmlformats.org/drawingml/2006/main" flipH="0" flipV="0">
            <a:off x="13282613" y="3429000"/>
            <a:ext cx="78581" cy="0"/>
          </a:xfrm>
          <a:prstGeom xmlns:a="http://schemas.openxmlformats.org/drawingml/2006/main" prst="straightConnector1">
            <a:avLst/>
          </a:prstGeom>
          <a:ln xmlns:a="http://schemas.openxmlformats.org/drawingml/2006/main" w="14288">
            <a:solidFill>
              <a:srgbClr val="138AAB"/>
            </a:solidFill>
            <a:prstDash val="dash"/>
            <a:tailEnd type="triangle" w="sm" len="sm"/>
          </a:ln>
        </p:spPr>
      </p:cxnSp>
      <p:cxnSp>
        <p:nvCxnSpPr>
          <p:cNvPr id="190" name="state-0 scoped tool execution 0">
            <a:extLst xmlns:a="http://schemas.openxmlformats.org/drawingml/2006/main">
              <a:ext uri="{FF2B5EF4-FFF2-40B4-BE49-F238E27FC236}">
                <a16:creationId xmlns:a16="http://schemas.microsoft.com/office/drawing/2014/main" id="{67C39575-9FD4-4DDA-A56F-B7FD0DC82C60}"/>
              </a:ext>
            </a:extLst>
          </p:cNvPr>
          <p:cNvCxnSpPr/>
          <p:nvPr/>
        </p:nvCxnSpPr>
        <p:spPr>
          <a:xfrm xmlns:a="http://schemas.openxmlformats.org/drawingml/2006/main" flipH="0" flipV="0">
            <a:off x="3745706" y="3581400"/>
            <a:ext cx="21431" cy="0"/>
          </a:xfrm>
          <a:prstGeom xmlns:a="http://schemas.openxmlformats.org/drawingml/2006/main" prst="straightConnector1">
            <a:avLst/>
          </a:prstGeom>
          <a:ln xmlns:a="http://schemas.openxmlformats.org/drawingml/2006/main" w="21908">
            <a:solidFill>
              <a:srgbClr val="17243F"/>
            </a:solidFill>
            <a:prstDash val="solid"/>
            <a:tailEnd type="none" w="sm" len="sm"/>
          </a:ln>
        </p:spPr>
      </p:cxnSp>
      <p:cxnSp>
        <p:nvCxnSpPr>
          <p:cNvPr id="191" name="state-0 scoped tool execution 1">
            <a:extLst xmlns:a="http://schemas.openxmlformats.org/drawingml/2006/main">
              <a:ext uri="{FF2B5EF4-FFF2-40B4-BE49-F238E27FC236}">
                <a16:creationId xmlns:a16="http://schemas.microsoft.com/office/drawing/2014/main" id="{75FB2203-2CAF-4C16-B2EF-9495A4B454FF}"/>
              </a:ext>
            </a:extLst>
          </p:cNvPr>
          <p:cNvCxnSpPr/>
          <p:nvPr/>
        </p:nvCxnSpPr>
        <p:spPr>
          <a:xfrm xmlns:a="http://schemas.openxmlformats.org/drawingml/2006/main" flipH="0" flipV="0">
            <a:off x="3767138" y="3581400"/>
            <a:ext cx="0" cy="2343150"/>
          </a:xfrm>
          <a:prstGeom xmlns:a="http://schemas.openxmlformats.org/drawingml/2006/main" prst="straightConnector1">
            <a:avLst/>
          </a:prstGeom>
          <a:ln xmlns:a="http://schemas.openxmlformats.org/drawingml/2006/main" w="21908">
            <a:solidFill>
              <a:srgbClr val="17243F"/>
            </a:solidFill>
            <a:prstDash val="solid"/>
            <a:tailEnd type="none" w="sm" len="sm"/>
          </a:ln>
        </p:spPr>
      </p:cxnSp>
      <p:cxnSp>
        <p:nvCxnSpPr>
          <p:cNvPr id="192" name="state-0 scoped tool execution 2">
            <a:extLst xmlns:a="http://schemas.openxmlformats.org/drawingml/2006/main">
              <a:ext uri="{FF2B5EF4-FFF2-40B4-BE49-F238E27FC236}">
                <a16:creationId xmlns:a16="http://schemas.microsoft.com/office/drawing/2014/main" id="{E9D76438-708A-4EF5-B906-EDE4CBF8E560}"/>
              </a:ext>
            </a:extLst>
          </p:cNvPr>
          <p:cNvCxnSpPr/>
          <p:nvPr/>
        </p:nvCxnSpPr>
        <p:spPr>
          <a:xfrm xmlns:a="http://schemas.openxmlformats.org/drawingml/2006/main" flipH="1" flipV="0">
            <a:off x="3745706" y="5924550"/>
            <a:ext cx="21431" cy="0"/>
          </a:xfrm>
          <a:prstGeom xmlns:a="http://schemas.openxmlformats.org/drawingml/2006/main" prst="straightConnector1">
            <a:avLst/>
          </a:prstGeom>
          <a:ln xmlns:a="http://schemas.openxmlformats.org/drawingml/2006/main" w="21908">
            <a:solidFill>
              <a:srgbClr val="17243F"/>
            </a:solidFill>
            <a:prstDash val="solid"/>
            <a:tailEnd type="triangle" w="sm" len="sm"/>
          </a:ln>
        </p:spPr>
      </p:cxnSp>
      <p:cxnSp>
        <p:nvCxnSpPr>
          <p:cNvPr id="193" name="tool-0 evidence response 0">
            <a:extLst xmlns:a="http://schemas.openxmlformats.org/drawingml/2006/main">
              <a:ext uri="{FF2B5EF4-FFF2-40B4-BE49-F238E27FC236}">
                <a16:creationId xmlns:a16="http://schemas.microsoft.com/office/drawing/2014/main" id="{5B382FC1-490C-417F-952A-EF808542E70D}"/>
              </a:ext>
            </a:extLst>
          </p:cNvPr>
          <p:cNvCxnSpPr/>
          <p:nvPr/>
        </p:nvCxnSpPr>
        <p:spPr>
          <a:xfrm xmlns:a="http://schemas.openxmlformats.org/drawingml/2006/main" flipH="1" flipV="0">
            <a:off x="2314575" y="5772150"/>
            <a:ext cx="78581" cy="0"/>
          </a:xfrm>
          <a:prstGeom xmlns:a="http://schemas.openxmlformats.org/drawingml/2006/main" prst="straightConnector1">
            <a:avLst/>
          </a:prstGeom>
          <a:ln xmlns:a="http://schemas.openxmlformats.org/drawingml/2006/main" w="14288">
            <a:solidFill>
              <a:srgbClr val="138AAB"/>
            </a:solidFill>
            <a:prstDash val="dash"/>
            <a:tailEnd type="none" w="sm" len="sm"/>
          </a:ln>
        </p:spPr>
      </p:cxnSp>
      <p:cxnSp>
        <p:nvCxnSpPr>
          <p:cNvPr id="194" name="tool-0 evidence response 1">
            <a:extLst xmlns:a="http://schemas.openxmlformats.org/drawingml/2006/main">
              <a:ext uri="{FF2B5EF4-FFF2-40B4-BE49-F238E27FC236}">
                <a16:creationId xmlns:a16="http://schemas.microsoft.com/office/drawing/2014/main" id="{C6C85E7A-7459-4899-A946-92687226087C}"/>
              </a:ext>
            </a:extLst>
          </p:cNvPr>
          <p:cNvCxnSpPr/>
          <p:nvPr/>
        </p:nvCxnSpPr>
        <p:spPr>
          <a:xfrm xmlns:a="http://schemas.openxmlformats.org/drawingml/2006/main" flipH="0" flipV="1">
            <a:off x="2314575" y="3429000"/>
            <a:ext cx="0" cy="2343150"/>
          </a:xfrm>
          <a:prstGeom xmlns:a="http://schemas.openxmlformats.org/drawingml/2006/main" prst="straightConnector1">
            <a:avLst/>
          </a:prstGeom>
          <a:ln xmlns:a="http://schemas.openxmlformats.org/drawingml/2006/main" w="14288">
            <a:solidFill>
              <a:srgbClr val="138AAB"/>
            </a:solidFill>
            <a:prstDash val="dash"/>
            <a:tailEnd type="none" w="sm" len="sm"/>
          </a:ln>
        </p:spPr>
      </p:cxnSp>
      <p:cxnSp>
        <p:nvCxnSpPr>
          <p:cNvPr id="195" name="tool-0 evidence response 2">
            <a:extLst xmlns:a="http://schemas.openxmlformats.org/drawingml/2006/main">
              <a:ext uri="{FF2B5EF4-FFF2-40B4-BE49-F238E27FC236}">
                <a16:creationId xmlns:a16="http://schemas.microsoft.com/office/drawing/2014/main" id="{2958BA2D-B6D1-43AF-9FD2-3DFFA417D694}"/>
              </a:ext>
            </a:extLst>
          </p:cNvPr>
          <p:cNvCxnSpPr/>
          <p:nvPr/>
        </p:nvCxnSpPr>
        <p:spPr>
          <a:xfrm xmlns:a="http://schemas.openxmlformats.org/drawingml/2006/main" flipH="0" flipV="0">
            <a:off x="2314575" y="3429000"/>
            <a:ext cx="78581" cy="0"/>
          </a:xfrm>
          <a:prstGeom xmlns:a="http://schemas.openxmlformats.org/drawingml/2006/main" prst="straightConnector1">
            <a:avLst/>
          </a:prstGeom>
          <a:ln xmlns:a="http://schemas.openxmlformats.org/drawingml/2006/main" w="14288">
            <a:solidFill>
              <a:srgbClr val="138AAB"/>
            </a:solidFill>
            <a:prstDash val="dash"/>
            <a:tailEnd type="triangle" w="sm" len="sm"/>
          </a:ln>
        </p:spPr>
      </p:cxnSp>
      <p:cxnSp>
        <p:nvCxnSpPr>
          <p:cNvPr id="196" name="tool-0 to identity">
            <a:extLst xmlns:a="http://schemas.openxmlformats.org/drawingml/2006/main">
              <a:ext uri="{FF2B5EF4-FFF2-40B4-BE49-F238E27FC236}">
                <a16:creationId xmlns:a16="http://schemas.microsoft.com/office/drawing/2014/main" id="{B93C176A-EA4E-491F-8975-6647F4457749}"/>
              </a:ext>
            </a:extLst>
          </p:cNvPr>
          <p:cNvCxnSpPr/>
          <p:nvPr/>
        </p:nvCxnSpPr>
        <p:spPr>
          <a:xfrm xmlns:a="http://schemas.openxmlformats.org/drawingml/2006/main" flipH="0" flipV="0">
            <a:off x="3069431" y="6067425"/>
            <a:ext cx="0" cy="342900"/>
          </a:xfrm>
          <a:prstGeom xmlns:a="http://schemas.openxmlformats.org/drawingml/2006/main" prst="straightConnector1">
            <a:avLst/>
          </a:prstGeom>
          <a:ln xmlns:a="http://schemas.openxmlformats.org/drawingml/2006/main" w="21908">
            <a:solidFill>
              <a:srgbClr val="17243F"/>
            </a:solidFill>
            <a:prstDash val="solid"/>
            <a:tailEnd type="triangle" w="sm" len="sm"/>
          </a:ln>
        </p:spPr>
      </p:cxnSp>
      <p:cxnSp>
        <p:nvCxnSpPr>
          <p:cNvPr id="197" name="tool-1 external call">
            <a:extLst xmlns:a="http://schemas.openxmlformats.org/drawingml/2006/main">
              <a:ext uri="{FF2B5EF4-FFF2-40B4-BE49-F238E27FC236}">
                <a16:creationId xmlns:a16="http://schemas.microsoft.com/office/drawing/2014/main" id="{B2940DF9-FD03-4C80-BA3E-7C4475A984C6}"/>
              </a:ext>
            </a:extLst>
          </p:cNvPr>
          <p:cNvCxnSpPr/>
          <p:nvPr/>
        </p:nvCxnSpPr>
        <p:spPr>
          <a:xfrm xmlns:a="http://schemas.openxmlformats.org/drawingml/2006/main" flipH="0" flipV="0">
            <a:off x="4483894" y="6067425"/>
            <a:ext cx="0" cy="342900"/>
          </a:xfrm>
          <a:prstGeom xmlns:a="http://schemas.openxmlformats.org/drawingml/2006/main" prst="straightConnector1">
            <a:avLst/>
          </a:prstGeom>
          <a:ln xmlns:a="http://schemas.openxmlformats.org/drawingml/2006/main" w="21908">
            <a:solidFill>
              <a:srgbClr val="17243F"/>
            </a:solidFill>
            <a:prstDash val="solid"/>
            <a:tailEnd type="triangle" w="sm" len="sm"/>
          </a:ln>
        </p:spPr>
      </p:cxnSp>
      <p:cxnSp>
        <p:nvCxnSpPr>
          <p:cNvPr id="198" name="source returned evidence">
            <a:extLst xmlns:a="http://schemas.openxmlformats.org/drawingml/2006/main">
              <a:ext uri="{FF2B5EF4-FFF2-40B4-BE49-F238E27FC236}">
                <a16:creationId xmlns:a16="http://schemas.microsoft.com/office/drawing/2014/main" id="{2AC2E446-21D0-4DDB-B9BA-08DF1ECA391F}"/>
              </a:ext>
            </a:extLst>
          </p:cNvPr>
          <p:cNvCxnSpPr/>
          <p:nvPr/>
        </p:nvCxnSpPr>
        <p:spPr>
          <a:xfrm xmlns:a="http://schemas.openxmlformats.org/drawingml/2006/main" flipH="0" flipV="1">
            <a:off x="4788694" y="6067425"/>
            <a:ext cx="0" cy="342900"/>
          </a:xfrm>
          <a:prstGeom xmlns:a="http://schemas.openxmlformats.org/drawingml/2006/main" prst="straightConnector1">
            <a:avLst/>
          </a:prstGeom>
          <a:ln xmlns:a="http://schemas.openxmlformats.org/drawingml/2006/main" w="14288">
            <a:solidFill>
              <a:srgbClr val="138AAB"/>
            </a:solidFill>
            <a:prstDash val="dash"/>
            <a:tailEnd type="triangle" w="sm" len="sm"/>
          </a:ln>
        </p:spPr>
      </p:cxnSp>
      <p:cxnSp>
        <p:nvCxnSpPr>
          <p:cNvPr id="199" name="tool-3 external call">
            <a:extLst xmlns:a="http://schemas.openxmlformats.org/drawingml/2006/main">
              <a:ext uri="{FF2B5EF4-FFF2-40B4-BE49-F238E27FC236}">
                <a16:creationId xmlns:a16="http://schemas.microsoft.com/office/drawing/2014/main" id="{E4C9DE5A-3AE1-4137-BD3C-B471AA21385B}"/>
              </a:ext>
            </a:extLst>
          </p:cNvPr>
          <p:cNvCxnSpPr/>
          <p:nvPr/>
        </p:nvCxnSpPr>
        <p:spPr>
          <a:xfrm xmlns:a="http://schemas.openxmlformats.org/drawingml/2006/main" flipH="0" flipV="0">
            <a:off x="7617619" y="6067425"/>
            <a:ext cx="0" cy="342900"/>
          </a:xfrm>
          <a:prstGeom xmlns:a="http://schemas.openxmlformats.org/drawingml/2006/main" prst="straightConnector1">
            <a:avLst/>
          </a:prstGeom>
          <a:ln xmlns:a="http://schemas.openxmlformats.org/drawingml/2006/main" w="21908">
            <a:solidFill>
              <a:srgbClr val="17243F"/>
            </a:solidFill>
            <a:prstDash val="solid"/>
            <a:tailEnd type="triangle" w="sm" len="sm"/>
          </a:ln>
        </p:spPr>
      </p:cxnSp>
      <p:cxnSp>
        <p:nvCxnSpPr>
          <p:cNvPr id="200" name="target returned evidence">
            <a:extLst xmlns:a="http://schemas.openxmlformats.org/drawingml/2006/main">
              <a:ext uri="{FF2B5EF4-FFF2-40B4-BE49-F238E27FC236}">
                <a16:creationId xmlns:a16="http://schemas.microsoft.com/office/drawing/2014/main" id="{A8CEFB27-E785-4638-9B33-0543A82A4FB5}"/>
              </a:ext>
            </a:extLst>
          </p:cNvPr>
          <p:cNvCxnSpPr/>
          <p:nvPr/>
        </p:nvCxnSpPr>
        <p:spPr>
          <a:xfrm xmlns:a="http://schemas.openxmlformats.org/drawingml/2006/main" flipH="0" flipV="1">
            <a:off x="7922419" y="6067425"/>
            <a:ext cx="0" cy="342900"/>
          </a:xfrm>
          <a:prstGeom xmlns:a="http://schemas.openxmlformats.org/drawingml/2006/main" prst="straightConnector1">
            <a:avLst/>
          </a:prstGeom>
          <a:ln xmlns:a="http://schemas.openxmlformats.org/drawingml/2006/main" w="14288">
            <a:solidFill>
              <a:srgbClr val="138AAB"/>
            </a:solidFill>
            <a:prstDash val="dash"/>
            <a:tailEnd type="triangle" w="sm" len="sm"/>
          </a:ln>
        </p:spPr>
      </p:cxnSp>
      <p:cxnSp>
        <p:nvCxnSpPr>
          <p:cNvPr id="201" name="tool-5 external call">
            <a:extLst xmlns:a="http://schemas.openxmlformats.org/drawingml/2006/main">
              <a:ext uri="{FF2B5EF4-FFF2-40B4-BE49-F238E27FC236}">
                <a16:creationId xmlns:a16="http://schemas.microsoft.com/office/drawing/2014/main" id="{FB32B781-CA0E-4E26-993F-312E00426F6E}"/>
              </a:ext>
            </a:extLst>
          </p:cNvPr>
          <p:cNvCxnSpPr/>
          <p:nvPr/>
        </p:nvCxnSpPr>
        <p:spPr>
          <a:xfrm xmlns:a="http://schemas.openxmlformats.org/drawingml/2006/main" flipH="0" flipV="0">
            <a:off x="10751344" y="6067425"/>
            <a:ext cx="0" cy="342900"/>
          </a:xfrm>
          <a:prstGeom xmlns:a="http://schemas.openxmlformats.org/drawingml/2006/main" prst="straightConnector1">
            <a:avLst/>
          </a:prstGeom>
          <a:ln xmlns:a="http://schemas.openxmlformats.org/drawingml/2006/main" w="21908">
            <a:solidFill>
              <a:srgbClr val="17243F"/>
            </a:solidFill>
            <a:prstDash val="solid"/>
            <a:tailEnd type="triangle" w="sm" len="sm"/>
          </a:ln>
        </p:spPr>
      </p:cxnSp>
      <p:cxnSp>
        <p:nvCxnSpPr>
          <p:cNvPr id="202" name="snapshots returned evidence">
            <a:extLst xmlns:a="http://schemas.openxmlformats.org/drawingml/2006/main">
              <a:ext uri="{FF2B5EF4-FFF2-40B4-BE49-F238E27FC236}">
                <a16:creationId xmlns:a16="http://schemas.microsoft.com/office/drawing/2014/main" id="{DB07997B-2BA7-4240-9AD4-825AE433DE79}"/>
              </a:ext>
            </a:extLst>
          </p:cNvPr>
          <p:cNvCxnSpPr/>
          <p:nvPr/>
        </p:nvCxnSpPr>
        <p:spPr>
          <a:xfrm xmlns:a="http://schemas.openxmlformats.org/drawingml/2006/main" flipH="0" flipV="1">
            <a:off x="11056144" y="6067425"/>
            <a:ext cx="0" cy="342900"/>
          </a:xfrm>
          <a:prstGeom xmlns:a="http://schemas.openxmlformats.org/drawingml/2006/main" prst="straightConnector1">
            <a:avLst/>
          </a:prstGeom>
          <a:ln xmlns:a="http://schemas.openxmlformats.org/drawingml/2006/main" w="14288">
            <a:solidFill>
              <a:srgbClr val="138AAB"/>
            </a:solidFill>
            <a:prstDash val="dash"/>
            <a:tailEnd type="triangle" w="sm" len="sm"/>
          </a:ln>
        </p:spPr>
      </p:cxnSp>
      <p:cxnSp>
        <p:nvCxnSpPr>
          <p:cNvPr id="203" name="tool-7 external call">
            <a:extLst xmlns:a="http://schemas.openxmlformats.org/drawingml/2006/main">
              <a:ext uri="{FF2B5EF4-FFF2-40B4-BE49-F238E27FC236}">
                <a16:creationId xmlns:a16="http://schemas.microsoft.com/office/drawing/2014/main" id="{6F3978DA-79AA-4707-8FC2-EE7FEAEF8911}"/>
              </a:ext>
            </a:extLst>
          </p:cNvPr>
          <p:cNvCxnSpPr/>
          <p:nvPr/>
        </p:nvCxnSpPr>
        <p:spPr>
          <a:xfrm xmlns:a="http://schemas.openxmlformats.org/drawingml/2006/main" flipH="0" flipV="0">
            <a:off x="13885069" y="6067425"/>
            <a:ext cx="0" cy="342900"/>
          </a:xfrm>
          <a:prstGeom xmlns:a="http://schemas.openxmlformats.org/drawingml/2006/main" prst="straightConnector1">
            <a:avLst/>
          </a:prstGeom>
          <a:ln xmlns:a="http://schemas.openxmlformats.org/drawingml/2006/main" w="21908">
            <a:solidFill>
              <a:srgbClr val="17243F"/>
            </a:solidFill>
            <a:prstDash val="solid"/>
            <a:tailEnd type="triangle" w="sm" len="sm"/>
          </a:ln>
        </p:spPr>
      </p:cxnSp>
      <p:cxnSp>
        <p:nvCxnSpPr>
          <p:cNvPr id="204" name="receipt returned evidence">
            <a:extLst xmlns:a="http://schemas.openxmlformats.org/drawingml/2006/main">
              <a:ext uri="{FF2B5EF4-FFF2-40B4-BE49-F238E27FC236}">
                <a16:creationId xmlns:a16="http://schemas.microsoft.com/office/drawing/2014/main" id="{08E3070D-AEDB-4AE8-9BA0-BCAD98D020BE}"/>
              </a:ext>
            </a:extLst>
          </p:cNvPr>
          <p:cNvCxnSpPr/>
          <p:nvPr/>
        </p:nvCxnSpPr>
        <p:spPr>
          <a:xfrm xmlns:a="http://schemas.openxmlformats.org/drawingml/2006/main" flipH="0" flipV="1">
            <a:off x="14189869" y="6067425"/>
            <a:ext cx="0" cy="342900"/>
          </a:xfrm>
          <a:prstGeom xmlns:a="http://schemas.openxmlformats.org/drawingml/2006/main" prst="straightConnector1">
            <a:avLst/>
          </a:prstGeom>
          <a:ln xmlns:a="http://schemas.openxmlformats.org/drawingml/2006/main" w="14288">
            <a:solidFill>
              <a:srgbClr val="138AAB"/>
            </a:solidFill>
            <a:prstDash val="dash"/>
            <a:tailEnd type="triangle" w="sm" len="sm"/>
          </a:ln>
        </p:spPr>
      </p:cxnSp>
      <p:cxnSp>
        <p:nvCxnSpPr>
          <p:cNvPr id="205" name="plan to mapping-review">
            <a:extLst xmlns:a="http://schemas.openxmlformats.org/drawingml/2006/main">
              <a:ext uri="{FF2B5EF4-FFF2-40B4-BE49-F238E27FC236}">
                <a16:creationId xmlns:a16="http://schemas.microsoft.com/office/drawing/2014/main" id="{0D9E9B66-FD8C-4B36-9CC4-AC1381B8C426}"/>
              </a:ext>
            </a:extLst>
          </p:cNvPr>
          <p:cNvCxnSpPr/>
          <p:nvPr/>
        </p:nvCxnSpPr>
        <p:spPr>
          <a:xfrm xmlns:a="http://schemas.openxmlformats.org/drawingml/2006/main" flipH="0" flipV="0">
            <a:off x="6203156" y="4505325"/>
            <a:ext cx="0" cy="342900"/>
          </a:xfrm>
          <a:prstGeom xmlns:a="http://schemas.openxmlformats.org/drawingml/2006/main" prst="straightConnector1">
            <a:avLst/>
          </a:prstGeom>
          <a:ln xmlns:a="http://schemas.openxmlformats.org/drawingml/2006/main" w="15240">
            <a:solidFill>
              <a:srgbClr val="087F80"/>
            </a:solidFill>
            <a:prstDash val="solid"/>
            <a:tailEnd type="triangle" w="sm" len="sm"/>
          </a:ln>
        </p:spPr>
      </p:cxnSp>
      <p:cxnSp>
        <p:nvCxnSpPr>
          <p:cNvPr id="206" name="mapping-review returns to human 0">
            <a:extLst xmlns:a="http://schemas.openxmlformats.org/drawingml/2006/main">
              <a:ext uri="{FF2B5EF4-FFF2-40B4-BE49-F238E27FC236}">
                <a16:creationId xmlns:a16="http://schemas.microsoft.com/office/drawing/2014/main" id="{90D034CB-F342-4941-B8D2-FAE583D8331D}"/>
              </a:ext>
            </a:extLst>
          </p:cNvPr>
          <p:cNvCxnSpPr/>
          <p:nvPr/>
        </p:nvCxnSpPr>
        <p:spPr>
          <a:xfrm xmlns:a="http://schemas.openxmlformats.org/drawingml/2006/main" flipH="0" flipV="0">
            <a:off x="6879431" y="4981575"/>
            <a:ext cx="97631" cy="0"/>
          </a:xfrm>
          <a:prstGeom xmlns:a="http://schemas.openxmlformats.org/drawingml/2006/main" prst="straightConnector1">
            <a:avLst/>
          </a:prstGeom>
          <a:ln xmlns:a="http://schemas.openxmlformats.org/drawingml/2006/main" w="17145">
            <a:solidFill>
              <a:srgbClr val="A56A18"/>
            </a:solidFill>
            <a:prstDash val="dash"/>
            <a:tailEnd type="none" w="sm" len="sm"/>
          </a:ln>
        </p:spPr>
      </p:cxnSp>
      <p:cxnSp>
        <p:nvCxnSpPr>
          <p:cNvPr id="207" name="mapping-review returns to human 1">
            <a:extLst xmlns:a="http://schemas.openxmlformats.org/drawingml/2006/main">
              <a:ext uri="{FF2B5EF4-FFF2-40B4-BE49-F238E27FC236}">
                <a16:creationId xmlns:a16="http://schemas.microsoft.com/office/drawing/2014/main" id="{0309A796-D129-4844-A0F2-1F050FD6B9D2}"/>
              </a:ext>
            </a:extLst>
          </p:cNvPr>
          <p:cNvCxnSpPr/>
          <p:nvPr/>
        </p:nvCxnSpPr>
        <p:spPr>
          <a:xfrm xmlns:a="http://schemas.openxmlformats.org/drawingml/2006/main" flipH="0" flipV="1">
            <a:off x="6977063" y="2819400"/>
            <a:ext cx="0" cy="2162175"/>
          </a:xfrm>
          <a:prstGeom xmlns:a="http://schemas.openxmlformats.org/drawingml/2006/main" prst="straightConnector1">
            <a:avLst/>
          </a:prstGeom>
          <a:ln xmlns:a="http://schemas.openxmlformats.org/drawingml/2006/main" w="17145">
            <a:solidFill>
              <a:srgbClr val="A56A18"/>
            </a:solidFill>
            <a:prstDash val="dash"/>
            <a:tailEnd type="none" w="sm" len="sm"/>
          </a:ln>
        </p:spPr>
      </p:cxnSp>
      <p:cxnSp>
        <p:nvCxnSpPr>
          <p:cNvPr id="208" name="mapping-review returns to human 2">
            <a:extLst xmlns:a="http://schemas.openxmlformats.org/drawingml/2006/main">
              <a:ext uri="{FF2B5EF4-FFF2-40B4-BE49-F238E27FC236}">
                <a16:creationId xmlns:a16="http://schemas.microsoft.com/office/drawing/2014/main" id="{9C33FD7F-11B0-4118-97C3-81182A810366}"/>
              </a:ext>
            </a:extLst>
          </p:cNvPr>
          <p:cNvCxnSpPr/>
          <p:nvPr/>
        </p:nvCxnSpPr>
        <p:spPr>
          <a:xfrm xmlns:a="http://schemas.openxmlformats.org/drawingml/2006/main" flipH="1" flipV="0">
            <a:off x="6879431" y="2819400"/>
            <a:ext cx="97631" cy="0"/>
          </a:xfrm>
          <a:prstGeom xmlns:a="http://schemas.openxmlformats.org/drawingml/2006/main" prst="straightConnector1">
            <a:avLst/>
          </a:prstGeom>
          <a:ln xmlns:a="http://schemas.openxmlformats.org/drawingml/2006/main" w="17145">
            <a:solidFill>
              <a:srgbClr val="A56A18"/>
            </a:solidFill>
            <a:prstDash val="dash"/>
            <a:tailEnd type="triangle" w="sm" len="sm"/>
          </a:ln>
        </p:spPr>
      </p:cxnSp>
      <p:cxnSp>
        <p:nvCxnSpPr>
          <p:cNvPr id="209" name="discover to readiness-review">
            <a:extLst xmlns:a="http://schemas.openxmlformats.org/drawingml/2006/main">
              <a:ext uri="{FF2B5EF4-FFF2-40B4-BE49-F238E27FC236}">
                <a16:creationId xmlns:a16="http://schemas.microsoft.com/office/drawing/2014/main" id="{894410D5-AC87-4706-96BA-06C26238B460}"/>
              </a:ext>
            </a:extLst>
          </p:cNvPr>
          <p:cNvCxnSpPr/>
          <p:nvPr/>
        </p:nvCxnSpPr>
        <p:spPr>
          <a:xfrm xmlns:a="http://schemas.openxmlformats.org/drawingml/2006/main" flipH="0" flipV="0">
            <a:off x="4636294" y="4505325"/>
            <a:ext cx="0" cy="342900"/>
          </a:xfrm>
          <a:prstGeom xmlns:a="http://schemas.openxmlformats.org/drawingml/2006/main" prst="straightConnector1">
            <a:avLst/>
          </a:prstGeom>
          <a:ln xmlns:a="http://schemas.openxmlformats.org/drawingml/2006/main" w="14288">
            <a:solidFill>
              <a:srgbClr val="8793A4"/>
            </a:solidFill>
            <a:prstDash val="dash"/>
            <a:tailEnd type="triangle" w="sm" len="sm"/>
          </a:ln>
        </p:spPr>
      </p:cxnSp>
      <p:cxnSp>
        <p:nvCxnSpPr>
          <p:cNvPr id="210" name="readiness-review returns to human 0">
            <a:extLst xmlns:a="http://schemas.openxmlformats.org/drawingml/2006/main">
              <a:ext uri="{FF2B5EF4-FFF2-40B4-BE49-F238E27FC236}">
                <a16:creationId xmlns:a16="http://schemas.microsoft.com/office/drawing/2014/main" id="{61B2FFA8-7EF5-4757-BEFF-A19B4088AB31}"/>
              </a:ext>
            </a:extLst>
          </p:cNvPr>
          <p:cNvCxnSpPr/>
          <p:nvPr/>
        </p:nvCxnSpPr>
        <p:spPr>
          <a:xfrm xmlns:a="http://schemas.openxmlformats.org/drawingml/2006/main" flipH="0" flipV="0">
            <a:off x="5312569" y="4981575"/>
            <a:ext cx="97631" cy="0"/>
          </a:xfrm>
          <a:prstGeom xmlns:a="http://schemas.openxmlformats.org/drawingml/2006/main" prst="straightConnector1">
            <a:avLst/>
          </a:prstGeom>
          <a:ln xmlns:a="http://schemas.openxmlformats.org/drawingml/2006/main" w="17145">
            <a:solidFill>
              <a:srgbClr val="A56A18"/>
            </a:solidFill>
            <a:prstDash val="dash"/>
            <a:tailEnd type="none" w="sm" len="sm"/>
          </a:ln>
        </p:spPr>
      </p:cxnSp>
      <p:cxnSp>
        <p:nvCxnSpPr>
          <p:cNvPr id="211" name="readiness-review returns to human 1">
            <a:extLst xmlns:a="http://schemas.openxmlformats.org/drawingml/2006/main">
              <a:ext uri="{FF2B5EF4-FFF2-40B4-BE49-F238E27FC236}">
                <a16:creationId xmlns:a16="http://schemas.microsoft.com/office/drawing/2014/main" id="{031D6E26-BF1D-4714-82D1-D528ECA474DE}"/>
              </a:ext>
            </a:extLst>
          </p:cNvPr>
          <p:cNvCxnSpPr/>
          <p:nvPr/>
        </p:nvCxnSpPr>
        <p:spPr>
          <a:xfrm xmlns:a="http://schemas.openxmlformats.org/drawingml/2006/main" flipH="0" flipV="1">
            <a:off x="5410200" y="2819400"/>
            <a:ext cx="0" cy="2162175"/>
          </a:xfrm>
          <a:prstGeom xmlns:a="http://schemas.openxmlformats.org/drawingml/2006/main" prst="straightConnector1">
            <a:avLst/>
          </a:prstGeom>
          <a:ln xmlns:a="http://schemas.openxmlformats.org/drawingml/2006/main" w="17145">
            <a:solidFill>
              <a:srgbClr val="A56A18"/>
            </a:solidFill>
            <a:prstDash val="dash"/>
            <a:tailEnd type="none" w="sm" len="sm"/>
          </a:ln>
        </p:spPr>
      </p:cxnSp>
      <p:cxnSp>
        <p:nvCxnSpPr>
          <p:cNvPr id="212" name="readiness-review returns to human 2">
            <a:extLst xmlns:a="http://schemas.openxmlformats.org/drawingml/2006/main">
              <a:ext uri="{FF2B5EF4-FFF2-40B4-BE49-F238E27FC236}">
                <a16:creationId xmlns:a16="http://schemas.microsoft.com/office/drawing/2014/main" id="{F595570F-BAF7-41D8-AA26-ACBE31B3DB70}"/>
              </a:ext>
            </a:extLst>
          </p:cNvPr>
          <p:cNvCxnSpPr/>
          <p:nvPr/>
        </p:nvCxnSpPr>
        <p:spPr>
          <a:xfrm xmlns:a="http://schemas.openxmlformats.org/drawingml/2006/main" flipH="1" flipV="0">
            <a:off x="5312569" y="2819400"/>
            <a:ext cx="97631" cy="0"/>
          </a:xfrm>
          <a:prstGeom xmlns:a="http://schemas.openxmlformats.org/drawingml/2006/main" prst="straightConnector1">
            <a:avLst/>
          </a:prstGeom>
          <a:ln xmlns:a="http://schemas.openxmlformats.org/drawingml/2006/main" w="17145">
            <a:solidFill>
              <a:srgbClr val="A56A18"/>
            </a:solidFill>
            <a:prstDash val="dash"/>
            <a:tailEnd type="triangle" w="sm" len="sm"/>
          </a:ln>
        </p:spPr>
      </p:cxnSp>
      <p:cxnSp>
        <p:nvCxnSpPr>
          <p:cNvPr id="213" name="resolve to policy-review">
            <a:extLst xmlns:a="http://schemas.openxmlformats.org/drawingml/2006/main">
              <a:ext uri="{FF2B5EF4-FFF2-40B4-BE49-F238E27FC236}">
                <a16:creationId xmlns:a16="http://schemas.microsoft.com/office/drawing/2014/main" id="{AD50173C-0C24-49E5-B5C4-A496FCAF95CB}"/>
              </a:ext>
            </a:extLst>
          </p:cNvPr>
          <p:cNvCxnSpPr/>
          <p:nvPr/>
        </p:nvCxnSpPr>
        <p:spPr>
          <a:xfrm xmlns:a="http://schemas.openxmlformats.org/drawingml/2006/main" flipH="0" flipV="0">
            <a:off x="9336881" y="4505325"/>
            <a:ext cx="0" cy="342900"/>
          </a:xfrm>
          <a:prstGeom xmlns:a="http://schemas.openxmlformats.org/drawingml/2006/main" prst="straightConnector1">
            <a:avLst/>
          </a:prstGeom>
          <a:ln xmlns:a="http://schemas.openxmlformats.org/drawingml/2006/main" w="14288">
            <a:solidFill>
              <a:srgbClr val="8793A4"/>
            </a:solidFill>
            <a:prstDash val="dash"/>
            <a:tailEnd type="triangle" w="sm" len="sm"/>
          </a:ln>
        </p:spPr>
      </p:cxnSp>
      <p:cxnSp>
        <p:nvCxnSpPr>
          <p:cNvPr id="214" name="policy-review returns to human 0">
            <a:extLst xmlns:a="http://schemas.openxmlformats.org/drawingml/2006/main">
              <a:ext uri="{FF2B5EF4-FFF2-40B4-BE49-F238E27FC236}">
                <a16:creationId xmlns:a16="http://schemas.microsoft.com/office/drawing/2014/main" id="{619CAFA1-1848-4171-BE57-FC20B20B205B}"/>
              </a:ext>
            </a:extLst>
          </p:cNvPr>
          <p:cNvCxnSpPr/>
          <p:nvPr/>
        </p:nvCxnSpPr>
        <p:spPr>
          <a:xfrm xmlns:a="http://schemas.openxmlformats.org/drawingml/2006/main" flipH="0" flipV="0">
            <a:off x="10013156" y="4981575"/>
            <a:ext cx="97631" cy="0"/>
          </a:xfrm>
          <a:prstGeom xmlns:a="http://schemas.openxmlformats.org/drawingml/2006/main" prst="straightConnector1">
            <a:avLst/>
          </a:prstGeom>
          <a:ln xmlns:a="http://schemas.openxmlformats.org/drawingml/2006/main" w="17145">
            <a:solidFill>
              <a:srgbClr val="A56A18"/>
            </a:solidFill>
            <a:prstDash val="dash"/>
            <a:tailEnd type="none" w="sm" len="sm"/>
          </a:ln>
        </p:spPr>
      </p:cxnSp>
      <p:cxnSp>
        <p:nvCxnSpPr>
          <p:cNvPr id="215" name="policy-review returns to human 1">
            <a:extLst xmlns:a="http://schemas.openxmlformats.org/drawingml/2006/main">
              <a:ext uri="{FF2B5EF4-FFF2-40B4-BE49-F238E27FC236}">
                <a16:creationId xmlns:a16="http://schemas.microsoft.com/office/drawing/2014/main" id="{403E92C0-32C0-49A6-833B-27E0C3DBD1F7}"/>
              </a:ext>
            </a:extLst>
          </p:cNvPr>
          <p:cNvCxnSpPr/>
          <p:nvPr/>
        </p:nvCxnSpPr>
        <p:spPr>
          <a:xfrm xmlns:a="http://schemas.openxmlformats.org/drawingml/2006/main" flipH="0" flipV="1">
            <a:off x="10110788" y="2819400"/>
            <a:ext cx="0" cy="2162175"/>
          </a:xfrm>
          <a:prstGeom xmlns:a="http://schemas.openxmlformats.org/drawingml/2006/main" prst="straightConnector1">
            <a:avLst/>
          </a:prstGeom>
          <a:ln xmlns:a="http://schemas.openxmlformats.org/drawingml/2006/main" w="17145">
            <a:solidFill>
              <a:srgbClr val="A56A18"/>
            </a:solidFill>
            <a:prstDash val="dash"/>
            <a:tailEnd type="none" w="sm" len="sm"/>
          </a:ln>
        </p:spPr>
      </p:cxnSp>
      <p:cxnSp>
        <p:nvCxnSpPr>
          <p:cNvPr id="216" name="policy-review returns to human 2">
            <a:extLst xmlns:a="http://schemas.openxmlformats.org/drawingml/2006/main">
              <a:ext uri="{FF2B5EF4-FFF2-40B4-BE49-F238E27FC236}">
                <a16:creationId xmlns:a16="http://schemas.microsoft.com/office/drawing/2014/main" id="{ABB4C7B4-5A2A-4E88-88C1-61D5CC7AAB18}"/>
              </a:ext>
            </a:extLst>
          </p:cNvPr>
          <p:cNvCxnSpPr/>
          <p:nvPr/>
        </p:nvCxnSpPr>
        <p:spPr>
          <a:xfrm xmlns:a="http://schemas.openxmlformats.org/drawingml/2006/main" flipH="1" flipV="0">
            <a:off x="10013156" y="2819400"/>
            <a:ext cx="97631" cy="0"/>
          </a:xfrm>
          <a:prstGeom xmlns:a="http://schemas.openxmlformats.org/drawingml/2006/main" prst="straightConnector1">
            <a:avLst/>
          </a:prstGeom>
          <a:ln xmlns:a="http://schemas.openxmlformats.org/drawingml/2006/main" w="17145">
            <a:solidFill>
              <a:srgbClr val="A56A18"/>
            </a:solidFill>
            <a:prstDash val="dash"/>
            <a:tailEnd type="triangle" w="sm" len="sm"/>
          </a:ln>
        </p:spPr>
      </p:cxnSp>
      <p:cxnSp>
        <p:nvCxnSpPr>
          <p:cNvPr id="217" name="configure to final-review">
            <a:extLst xmlns:a="http://schemas.openxmlformats.org/drawingml/2006/main">
              <a:ext uri="{FF2B5EF4-FFF2-40B4-BE49-F238E27FC236}">
                <a16:creationId xmlns:a16="http://schemas.microsoft.com/office/drawing/2014/main" id="{03E98B2D-2C08-41FD-B504-81B9286E78B2}"/>
              </a:ext>
            </a:extLst>
          </p:cNvPr>
          <p:cNvCxnSpPr/>
          <p:nvPr/>
        </p:nvCxnSpPr>
        <p:spPr>
          <a:xfrm xmlns:a="http://schemas.openxmlformats.org/drawingml/2006/main" flipH="0" flipV="0">
            <a:off x="12470606" y="4505325"/>
            <a:ext cx="0" cy="342900"/>
          </a:xfrm>
          <a:prstGeom xmlns:a="http://schemas.openxmlformats.org/drawingml/2006/main" prst="straightConnector1">
            <a:avLst/>
          </a:prstGeom>
          <a:ln xmlns:a="http://schemas.openxmlformats.org/drawingml/2006/main" w="14288">
            <a:solidFill>
              <a:srgbClr val="8793A4"/>
            </a:solidFill>
            <a:prstDash val="dash"/>
            <a:tailEnd type="triangle" w="sm" len="sm"/>
          </a:ln>
        </p:spPr>
      </p:cxnSp>
      <p:cxnSp>
        <p:nvCxnSpPr>
          <p:cNvPr id="218" name="final-review returns to human 0">
            <a:extLst xmlns:a="http://schemas.openxmlformats.org/drawingml/2006/main">
              <a:ext uri="{FF2B5EF4-FFF2-40B4-BE49-F238E27FC236}">
                <a16:creationId xmlns:a16="http://schemas.microsoft.com/office/drawing/2014/main" id="{E7A74004-7386-4DEF-A0B2-5B9965B2013C}"/>
              </a:ext>
            </a:extLst>
          </p:cNvPr>
          <p:cNvCxnSpPr/>
          <p:nvPr/>
        </p:nvCxnSpPr>
        <p:spPr>
          <a:xfrm xmlns:a="http://schemas.openxmlformats.org/drawingml/2006/main" flipH="0" flipV="0">
            <a:off x="13146881" y="4981575"/>
            <a:ext cx="97631" cy="0"/>
          </a:xfrm>
          <a:prstGeom xmlns:a="http://schemas.openxmlformats.org/drawingml/2006/main" prst="straightConnector1">
            <a:avLst/>
          </a:prstGeom>
          <a:ln xmlns:a="http://schemas.openxmlformats.org/drawingml/2006/main" w="17145">
            <a:solidFill>
              <a:srgbClr val="A56A18"/>
            </a:solidFill>
            <a:prstDash val="dash"/>
            <a:tailEnd type="none" w="sm" len="sm"/>
          </a:ln>
        </p:spPr>
      </p:cxnSp>
      <p:cxnSp>
        <p:nvCxnSpPr>
          <p:cNvPr id="219" name="final-review returns to human 1">
            <a:extLst xmlns:a="http://schemas.openxmlformats.org/drawingml/2006/main">
              <a:ext uri="{FF2B5EF4-FFF2-40B4-BE49-F238E27FC236}">
                <a16:creationId xmlns:a16="http://schemas.microsoft.com/office/drawing/2014/main" id="{57FF42FB-F3BD-4ACF-9B86-78731599AF04}"/>
              </a:ext>
            </a:extLst>
          </p:cNvPr>
          <p:cNvCxnSpPr/>
          <p:nvPr/>
        </p:nvCxnSpPr>
        <p:spPr>
          <a:xfrm xmlns:a="http://schemas.openxmlformats.org/drawingml/2006/main" flipH="0" flipV="1">
            <a:off x="13244513" y="2819400"/>
            <a:ext cx="0" cy="2162175"/>
          </a:xfrm>
          <a:prstGeom xmlns:a="http://schemas.openxmlformats.org/drawingml/2006/main" prst="straightConnector1">
            <a:avLst/>
          </a:prstGeom>
          <a:ln xmlns:a="http://schemas.openxmlformats.org/drawingml/2006/main" w="17145">
            <a:solidFill>
              <a:srgbClr val="A56A18"/>
            </a:solidFill>
            <a:prstDash val="dash"/>
            <a:tailEnd type="none" w="sm" len="sm"/>
          </a:ln>
        </p:spPr>
      </p:cxnSp>
      <p:cxnSp>
        <p:nvCxnSpPr>
          <p:cNvPr id="220" name="final-review returns to human 2">
            <a:extLst xmlns:a="http://schemas.openxmlformats.org/drawingml/2006/main">
              <a:ext uri="{FF2B5EF4-FFF2-40B4-BE49-F238E27FC236}">
                <a16:creationId xmlns:a16="http://schemas.microsoft.com/office/drawing/2014/main" id="{4EF00DD5-F554-481A-9A79-AE9EF263CAE3}"/>
              </a:ext>
            </a:extLst>
          </p:cNvPr>
          <p:cNvCxnSpPr/>
          <p:nvPr/>
        </p:nvCxnSpPr>
        <p:spPr>
          <a:xfrm xmlns:a="http://schemas.openxmlformats.org/drawingml/2006/main" flipH="1" flipV="0">
            <a:off x="13146881" y="2819400"/>
            <a:ext cx="97631" cy="0"/>
          </a:xfrm>
          <a:prstGeom xmlns:a="http://schemas.openxmlformats.org/drawingml/2006/main" prst="straightConnector1">
            <a:avLst/>
          </a:prstGeom>
          <a:ln xmlns:a="http://schemas.openxmlformats.org/drawingml/2006/main" w="17145">
            <a:solidFill>
              <a:srgbClr val="A56A18"/>
            </a:solidFill>
            <a:prstDash val="dash"/>
            <a:tailEnd type="triangle" w="sm" len="sm"/>
          </a:ln>
        </p:spPr>
      </p:cxnSp>
      <p:sp>
        <p:nvSpPr>
          <p:cNvPr id="221" name="Scope and runtime disclosure">
            <a:extLst xmlns:a="http://schemas.openxmlformats.org/drawingml/2006/main">
              <a:ext uri="{FF2B5EF4-FFF2-40B4-BE49-F238E27FC236}">
                <a16:creationId xmlns:a16="http://schemas.microsoft.com/office/drawing/2014/main" id="{C52662E0-5D9D-4BE1-96D5-8249238258C0}"/>
              </a:ext>
            </a:extLst>
          </p:cNvPr>
          <p:cNvSpPr>
            <a:spLocks xmlns:a="http://schemas.openxmlformats.org/drawingml/2006/main" noGrp="1"/>
          </p:cNvSpPr>
          <p:nvPr/>
        </p:nvSpPr>
        <p:spPr>
          <a:xfrm xmlns:a="http://schemas.openxmlformats.org/drawingml/2006/main">
            <a:off x="419100" y="7181850"/>
            <a:ext cx="14401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9657A"/>
                </a:solidFill>
                <a:latin typeface="Arial"/>
                <a:ea typeface="Arial"/>
                <a:cs typeface="Arial"/>
              </a:defRPr>
            </a:defPPr>
            <a:lvl1pPr algn="l">
              <a:defRPr sz="1350" b="0">
                <a:solidFill>
                  <a:srgbClr val="59657A"/>
                </a:solidFill>
                <a:latin typeface="Arial"/>
                <a:ea typeface="Arial"/>
                <a:cs typeface="Arial"/>
              </a:defRPr>
            </a:lvl1pPr>
            <a:lvl2pPr algn="l">
              <a:defRPr sz="1350" b="0">
                <a:solidFill>
                  <a:srgbClr val="59657A"/>
                </a:solidFill>
                <a:latin typeface="Arial"/>
                <a:ea typeface="Arial"/>
                <a:cs typeface="Arial"/>
              </a:defRPr>
            </a:lvl2pPr>
            <a:lvl3pPr algn="l">
              <a:defRPr sz="1350" b="0">
                <a:solidFill>
                  <a:srgbClr val="59657A"/>
                </a:solidFill>
                <a:latin typeface="Arial"/>
                <a:ea typeface="Arial"/>
                <a:cs typeface="Arial"/>
              </a:defRPr>
            </a:lvl3pPr>
            <a:lvl4pPr algn="l">
              <a:defRPr sz="1350" b="0">
                <a:solidFill>
                  <a:srgbClr val="59657A"/>
                </a:solidFill>
                <a:latin typeface="Arial"/>
                <a:ea typeface="Arial"/>
                <a:cs typeface="Arial"/>
              </a:defRPr>
            </a:lvl4pPr>
            <a:lvl5pPr algn="l">
              <a:defRPr sz="1350" b="0">
                <a:solidFill>
                  <a:srgbClr val="59657A"/>
                </a:solidFill>
                <a:latin typeface="Arial"/>
                <a:ea typeface="Arial"/>
                <a:cs typeface="Arial"/>
              </a:defRPr>
            </a:lvl5pPr>
            <a:lvl6pPr algn="l">
              <a:defRPr sz="1350" b="0">
                <a:solidFill>
                  <a:srgbClr val="59657A"/>
                </a:solidFill>
                <a:latin typeface="Arial"/>
                <a:ea typeface="Arial"/>
                <a:cs typeface="Arial"/>
              </a:defRPr>
            </a:lvl6pPr>
            <a:lvl7pPr algn="l">
              <a:defRPr sz="1350" b="0">
                <a:solidFill>
                  <a:srgbClr val="59657A"/>
                </a:solidFill>
                <a:latin typeface="Arial"/>
                <a:ea typeface="Arial"/>
                <a:cs typeface="Arial"/>
              </a:defRPr>
            </a:lvl7pPr>
            <a:lvl8pPr algn="l">
              <a:defRPr sz="1350" b="0">
                <a:solidFill>
                  <a:srgbClr val="59657A"/>
                </a:solidFill>
                <a:latin typeface="Arial"/>
                <a:ea typeface="Arial"/>
                <a:cs typeface="Arial"/>
              </a:defRPr>
            </a:lvl8pPr>
            <a:lvl9pPr algn="l">
              <a:defRPr sz="1350" b="0">
                <a:solidFill>
                  <a:srgbClr val="59657A"/>
                </a:solidFill>
                <a:latin typeface="Arial"/>
                <a:ea typeface="Arial"/>
                <a:cs typeface="Arial"/>
              </a:defRPr>
            </a:lvl9pPr>
          </a:lstStyle>
          <a:p xmlns:a="http://schemas.openxmlformats.org/drawingml/2006/main">
            <a:pPr algn="l">
              <a:defRPr sz="1350" b="0">
                <a:solidFill>
                  <a:srgbClr val="59657A"/>
                </a:solidFill>
                <a:latin typeface="Arial"/>
                <a:ea typeface="Arial"/>
                <a:cs typeface="Arial"/>
              </a:defRPr>
            </a:pPr>
            <a:r>
              <a:rPr sz="1350" b="0">
                <a:solidFill>
                  <a:srgbClr val="59657A"/>
                </a:solidFill>
                <a:latin typeface="Arial"/>
                <a:ea typeface="Arial"/>
                <a:cs typeface="Arial"/>
              </a:rPr>
              <a:t>Live Gemini verification pending. Advisor / mapping Reviewer stay read-only. Production connectors and model-led delegation are Target State.</a:t>
            </a:r>
          </a:p>
        </p:txBody>
      </p:sp>
      <p:sp>
        <p:nvSpPr>
          <p:cNvPr id="222" name="Takeaway">
            <a:extLst xmlns:a="http://schemas.openxmlformats.org/drawingml/2006/main">
              <a:ext uri="{FF2B5EF4-FFF2-40B4-BE49-F238E27FC236}">
                <a16:creationId xmlns:a16="http://schemas.microsoft.com/office/drawing/2014/main" id="{999D0D05-0DD5-4EBF-A4DC-B0423BF17ECD}"/>
              </a:ext>
            </a:extLst>
          </p:cNvPr>
          <p:cNvSpPr>
            <a:spLocks xmlns:a="http://schemas.openxmlformats.org/drawingml/2006/main" noGrp="1"/>
          </p:cNvSpPr>
          <p:nvPr/>
        </p:nvSpPr>
        <p:spPr>
          <a:xfrm xmlns:a="http://schemas.openxmlformats.org/drawingml/2006/main">
            <a:off x="419100" y="7581900"/>
            <a:ext cx="144018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7243F"/>
                </a:solidFill>
                <a:latin typeface="Arial"/>
                <a:ea typeface="Arial"/>
                <a:cs typeface="Arial"/>
              </a:defRPr>
            </a:defPPr>
            <a:lvl1pPr algn="l">
              <a:defRPr sz="1800" b="1">
                <a:solidFill>
                  <a:srgbClr val="17243F"/>
                </a:solidFill>
                <a:latin typeface="Arial"/>
                <a:ea typeface="Arial"/>
                <a:cs typeface="Arial"/>
              </a:defRPr>
            </a:lvl1pPr>
            <a:lvl2pPr algn="l">
              <a:defRPr sz="1800" b="1">
                <a:solidFill>
                  <a:srgbClr val="17243F"/>
                </a:solidFill>
                <a:latin typeface="Arial"/>
                <a:ea typeface="Arial"/>
                <a:cs typeface="Arial"/>
              </a:defRPr>
            </a:lvl2pPr>
            <a:lvl3pPr algn="l">
              <a:defRPr sz="1800" b="1">
                <a:solidFill>
                  <a:srgbClr val="17243F"/>
                </a:solidFill>
                <a:latin typeface="Arial"/>
                <a:ea typeface="Arial"/>
                <a:cs typeface="Arial"/>
              </a:defRPr>
            </a:lvl3pPr>
            <a:lvl4pPr algn="l">
              <a:defRPr sz="1800" b="1">
                <a:solidFill>
                  <a:srgbClr val="17243F"/>
                </a:solidFill>
                <a:latin typeface="Arial"/>
                <a:ea typeface="Arial"/>
                <a:cs typeface="Arial"/>
              </a:defRPr>
            </a:lvl4pPr>
            <a:lvl5pPr algn="l">
              <a:defRPr sz="1800" b="1">
                <a:solidFill>
                  <a:srgbClr val="17243F"/>
                </a:solidFill>
                <a:latin typeface="Arial"/>
                <a:ea typeface="Arial"/>
                <a:cs typeface="Arial"/>
              </a:defRPr>
            </a:lvl5pPr>
            <a:lvl6pPr algn="l">
              <a:defRPr sz="1800" b="1">
                <a:solidFill>
                  <a:srgbClr val="17243F"/>
                </a:solidFill>
                <a:latin typeface="Arial"/>
                <a:ea typeface="Arial"/>
                <a:cs typeface="Arial"/>
              </a:defRPr>
            </a:lvl6pPr>
            <a:lvl7pPr algn="l">
              <a:defRPr sz="1800" b="1">
                <a:solidFill>
                  <a:srgbClr val="17243F"/>
                </a:solidFill>
                <a:latin typeface="Arial"/>
                <a:ea typeface="Arial"/>
                <a:cs typeface="Arial"/>
              </a:defRPr>
            </a:lvl7pPr>
            <a:lvl8pPr algn="l">
              <a:defRPr sz="1800" b="1">
                <a:solidFill>
                  <a:srgbClr val="17243F"/>
                </a:solidFill>
                <a:latin typeface="Arial"/>
                <a:ea typeface="Arial"/>
                <a:cs typeface="Arial"/>
              </a:defRPr>
            </a:lvl8pPr>
            <a:lvl9pPr algn="l">
              <a:defRPr sz="1800" b="1">
                <a:solidFill>
                  <a:srgbClr val="17243F"/>
                </a:solidFill>
                <a:latin typeface="Arial"/>
                <a:ea typeface="Arial"/>
                <a:cs typeface="Arial"/>
              </a:defRPr>
            </a:lvl9pPr>
          </a:lstStyle>
          <a:p xmlns:a="http://schemas.openxmlformats.org/drawingml/2006/main">
            <a:pPr algn="l">
              <a:defRPr sz="1800" b="1">
                <a:solidFill>
                  <a:srgbClr val="17243F"/>
                </a:solidFill>
                <a:latin typeface="Arial"/>
                <a:ea typeface="Arial"/>
                <a:cs typeface="Arial"/>
              </a:defRPr>
            </a:pPr>
            <a:r>
              <a:rPr sz="1800" b="1">
                <a:solidFill>
                  <a:srgbClr val="17243F"/>
                </a:solidFill>
                <a:latin typeface="Arial"/>
                <a:ea typeface="Arial"/>
                <a:cs typeface="Arial"/>
              </a:rPr>
              <a:t>AI can challenge the plan. Humans authorize consequences. Deterministic evidence proves the financial outcome.</a:t>
            </a:r>
          </a:p>
        </p:txBody>
      </p:sp>
      <p:cxnSp>
        <p:nvCxnSpPr>
          <p:cNvPr id="223" name="Arrow legend user">
            <a:extLst xmlns:a="http://schemas.openxmlformats.org/drawingml/2006/main">
              <a:ext uri="{FF2B5EF4-FFF2-40B4-BE49-F238E27FC236}">
                <a16:creationId xmlns:a16="http://schemas.microsoft.com/office/drawing/2014/main" id="{70F76141-4CA1-44F5-BAB7-F96D1505E91D}"/>
              </a:ext>
            </a:extLst>
          </p:cNvPr>
          <p:cNvCxnSpPr/>
          <p:nvPr/>
        </p:nvCxnSpPr>
        <p:spPr>
          <a:xfrm xmlns:a="http://schemas.openxmlformats.org/drawingml/2006/main" flipH="0" flipV="0">
            <a:off x="419100" y="8239125"/>
            <a:ext cx="371475" cy="0"/>
          </a:xfrm>
          <a:prstGeom xmlns:a="http://schemas.openxmlformats.org/drawingml/2006/main" prst="straightConnector1">
            <a:avLst/>
          </a:prstGeom>
          <a:ln xmlns:a="http://schemas.openxmlformats.org/drawingml/2006/main" w="15240">
            <a:solidFill>
              <a:srgbClr val="17243F"/>
            </a:solidFill>
            <a:prstDash val="solid"/>
            <a:tailEnd type="triangle" w="sm" len="sm"/>
          </a:ln>
        </p:spPr>
      </p:cxnSp>
      <p:sp>
        <p:nvSpPr>
          <p:cNvPr id="224" name="Arrow legend label user">
            <a:extLst xmlns:a="http://schemas.openxmlformats.org/drawingml/2006/main">
              <a:ext uri="{FF2B5EF4-FFF2-40B4-BE49-F238E27FC236}">
                <a16:creationId xmlns:a16="http://schemas.microsoft.com/office/drawing/2014/main" id="{26CD4282-5114-4E46-A53B-2908AE8D42C7}"/>
              </a:ext>
            </a:extLst>
          </p:cNvPr>
          <p:cNvSpPr>
            <a:spLocks xmlns:a="http://schemas.openxmlformats.org/drawingml/2006/main" noGrp="1"/>
          </p:cNvSpPr>
          <p:nvPr/>
        </p:nvSpPr>
        <p:spPr>
          <a:xfrm xmlns:a="http://schemas.openxmlformats.org/drawingml/2006/main">
            <a:off x="885825" y="8124825"/>
            <a:ext cx="1885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59657A"/>
                </a:solidFill>
                <a:latin typeface="Arial"/>
                <a:ea typeface="Arial"/>
                <a:cs typeface="Arial"/>
              </a:defRPr>
            </a:defPPr>
            <a:lvl1pPr algn="l">
              <a:defRPr sz="1275" b="0">
                <a:solidFill>
                  <a:srgbClr val="59657A"/>
                </a:solidFill>
                <a:latin typeface="Arial"/>
                <a:ea typeface="Arial"/>
                <a:cs typeface="Arial"/>
              </a:defRPr>
            </a:lvl1pPr>
            <a:lvl2pPr algn="l">
              <a:defRPr sz="1275" b="0">
                <a:solidFill>
                  <a:srgbClr val="59657A"/>
                </a:solidFill>
                <a:latin typeface="Arial"/>
                <a:ea typeface="Arial"/>
                <a:cs typeface="Arial"/>
              </a:defRPr>
            </a:lvl2pPr>
            <a:lvl3pPr algn="l">
              <a:defRPr sz="1275" b="0">
                <a:solidFill>
                  <a:srgbClr val="59657A"/>
                </a:solidFill>
                <a:latin typeface="Arial"/>
                <a:ea typeface="Arial"/>
                <a:cs typeface="Arial"/>
              </a:defRPr>
            </a:lvl3pPr>
            <a:lvl4pPr algn="l">
              <a:defRPr sz="1275" b="0">
                <a:solidFill>
                  <a:srgbClr val="59657A"/>
                </a:solidFill>
                <a:latin typeface="Arial"/>
                <a:ea typeface="Arial"/>
                <a:cs typeface="Arial"/>
              </a:defRPr>
            </a:lvl4pPr>
            <a:lvl5pPr algn="l">
              <a:defRPr sz="1275" b="0">
                <a:solidFill>
                  <a:srgbClr val="59657A"/>
                </a:solidFill>
                <a:latin typeface="Arial"/>
                <a:ea typeface="Arial"/>
                <a:cs typeface="Arial"/>
              </a:defRPr>
            </a:lvl5pPr>
            <a:lvl6pPr algn="l">
              <a:defRPr sz="1275" b="0">
                <a:solidFill>
                  <a:srgbClr val="59657A"/>
                </a:solidFill>
                <a:latin typeface="Arial"/>
                <a:ea typeface="Arial"/>
                <a:cs typeface="Arial"/>
              </a:defRPr>
            </a:lvl6pPr>
            <a:lvl7pPr algn="l">
              <a:defRPr sz="1275" b="0">
                <a:solidFill>
                  <a:srgbClr val="59657A"/>
                </a:solidFill>
                <a:latin typeface="Arial"/>
                <a:ea typeface="Arial"/>
                <a:cs typeface="Arial"/>
              </a:defRPr>
            </a:lvl7pPr>
            <a:lvl8pPr algn="l">
              <a:defRPr sz="1275" b="0">
                <a:solidFill>
                  <a:srgbClr val="59657A"/>
                </a:solidFill>
                <a:latin typeface="Arial"/>
                <a:ea typeface="Arial"/>
                <a:cs typeface="Arial"/>
              </a:defRPr>
            </a:lvl8pPr>
            <a:lvl9pPr algn="l">
              <a:defRPr sz="1275" b="0">
                <a:solidFill>
                  <a:srgbClr val="59657A"/>
                </a:solidFill>
                <a:latin typeface="Arial"/>
                <a:ea typeface="Arial"/>
                <a:cs typeface="Arial"/>
              </a:defRPr>
            </a:lvl9pPr>
          </a:lstStyle>
          <a:p xmlns:a="http://schemas.openxmlformats.org/drawingml/2006/main">
            <a:pPr algn="l">
              <a:defRPr sz="1275" b="0">
                <a:solidFill>
                  <a:srgbClr val="59657A"/>
                </a:solidFill>
                <a:latin typeface="Arial"/>
                <a:ea typeface="Arial"/>
                <a:cs typeface="Arial"/>
              </a:defRPr>
            </a:pPr>
            <a:r>
              <a:rPr sz="1275" b="0">
                <a:solidFill>
                  <a:srgbClr val="59657A"/>
                </a:solidFill>
                <a:latin typeface="Arial"/>
                <a:ea typeface="Arial"/>
                <a:cs typeface="Arial"/>
              </a:rPr>
              <a:t>User action</a:t>
            </a:r>
          </a:p>
        </p:txBody>
      </p:sp>
      <p:cxnSp>
        <p:nvCxnSpPr>
          <p:cNvPr id="225" name="Arrow legend request">
            <a:extLst xmlns:a="http://schemas.openxmlformats.org/drawingml/2006/main">
              <a:ext uri="{FF2B5EF4-FFF2-40B4-BE49-F238E27FC236}">
                <a16:creationId xmlns:a16="http://schemas.microsoft.com/office/drawing/2014/main" id="{BE890BF7-AD7E-4AD2-996C-A37E170FE0D7}"/>
              </a:ext>
            </a:extLst>
          </p:cNvPr>
          <p:cNvCxnSpPr/>
          <p:nvPr/>
        </p:nvCxnSpPr>
        <p:spPr>
          <a:xfrm xmlns:a="http://schemas.openxmlformats.org/drawingml/2006/main" flipH="0" flipV="0">
            <a:off x="2819400" y="8239125"/>
            <a:ext cx="371475" cy="0"/>
          </a:xfrm>
          <a:prstGeom xmlns:a="http://schemas.openxmlformats.org/drawingml/2006/main" prst="straightConnector1">
            <a:avLst/>
          </a:prstGeom>
          <a:ln xmlns:a="http://schemas.openxmlformats.org/drawingml/2006/main" w="15240">
            <a:solidFill>
              <a:srgbClr val="087F80"/>
            </a:solidFill>
            <a:prstDash val="solid"/>
            <a:tailEnd type="triangle" w="sm" len="sm"/>
          </a:ln>
        </p:spPr>
      </p:cxnSp>
      <p:sp>
        <p:nvSpPr>
          <p:cNvPr id="226" name="Arrow legend label request">
            <a:extLst xmlns:a="http://schemas.openxmlformats.org/drawingml/2006/main">
              <a:ext uri="{FF2B5EF4-FFF2-40B4-BE49-F238E27FC236}">
                <a16:creationId xmlns:a16="http://schemas.microsoft.com/office/drawing/2014/main" id="{4456D804-5C42-4492-B923-65A6EE3434AD}"/>
              </a:ext>
            </a:extLst>
          </p:cNvPr>
          <p:cNvSpPr>
            <a:spLocks xmlns:a="http://schemas.openxmlformats.org/drawingml/2006/main" noGrp="1"/>
          </p:cNvSpPr>
          <p:nvPr/>
        </p:nvSpPr>
        <p:spPr>
          <a:xfrm xmlns:a="http://schemas.openxmlformats.org/drawingml/2006/main">
            <a:off x="3286125" y="8124825"/>
            <a:ext cx="1885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59657A"/>
                </a:solidFill>
                <a:latin typeface="Arial"/>
                <a:ea typeface="Arial"/>
                <a:cs typeface="Arial"/>
              </a:defRPr>
            </a:defPPr>
            <a:lvl1pPr algn="l">
              <a:defRPr sz="1275" b="0">
                <a:solidFill>
                  <a:srgbClr val="59657A"/>
                </a:solidFill>
                <a:latin typeface="Arial"/>
                <a:ea typeface="Arial"/>
                <a:cs typeface="Arial"/>
              </a:defRPr>
            </a:lvl1pPr>
            <a:lvl2pPr algn="l">
              <a:defRPr sz="1275" b="0">
                <a:solidFill>
                  <a:srgbClr val="59657A"/>
                </a:solidFill>
                <a:latin typeface="Arial"/>
                <a:ea typeface="Arial"/>
                <a:cs typeface="Arial"/>
              </a:defRPr>
            </a:lvl2pPr>
            <a:lvl3pPr algn="l">
              <a:defRPr sz="1275" b="0">
                <a:solidFill>
                  <a:srgbClr val="59657A"/>
                </a:solidFill>
                <a:latin typeface="Arial"/>
                <a:ea typeface="Arial"/>
                <a:cs typeface="Arial"/>
              </a:defRPr>
            </a:lvl3pPr>
            <a:lvl4pPr algn="l">
              <a:defRPr sz="1275" b="0">
                <a:solidFill>
                  <a:srgbClr val="59657A"/>
                </a:solidFill>
                <a:latin typeface="Arial"/>
                <a:ea typeface="Arial"/>
                <a:cs typeface="Arial"/>
              </a:defRPr>
            </a:lvl4pPr>
            <a:lvl5pPr algn="l">
              <a:defRPr sz="1275" b="0">
                <a:solidFill>
                  <a:srgbClr val="59657A"/>
                </a:solidFill>
                <a:latin typeface="Arial"/>
                <a:ea typeface="Arial"/>
                <a:cs typeface="Arial"/>
              </a:defRPr>
            </a:lvl5pPr>
            <a:lvl6pPr algn="l">
              <a:defRPr sz="1275" b="0">
                <a:solidFill>
                  <a:srgbClr val="59657A"/>
                </a:solidFill>
                <a:latin typeface="Arial"/>
                <a:ea typeface="Arial"/>
                <a:cs typeface="Arial"/>
              </a:defRPr>
            </a:lvl6pPr>
            <a:lvl7pPr algn="l">
              <a:defRPr sz="1275" b="0">
                <a:solidFill>
                  <a:srgbClr val="59657A"/>
                </a:solidFill>
                <a:latin typeface="Arial"/>
                <a:ea typeface="Arial"/>
                <a:cs typeface="Arial"/>
              </a:defRPr>
            </a:lvl7pPr>
            <a:lvl8pPr algn="l">
              <a:defRPr sz="1275" b="0">
                <a:solidFill>
                  <a:srgbClr val="59657A"/>
                </a:solidFill>
                <a:latin typeface="Arial"/>
                <a:ea typeface="Arial"/>
                <a:cs typeface="Arial"/>
              </a:defRPr>
            </a:lvl8pPr>
            <a:lvl9pPr algn="l">
              <a:defRPr sz="1275" b="0">
                <a:solidFill>
                  <a:srgbClr val="59657A"/>
                </a:solidFill>
                <a:latin typeface="Arial"/>
                <a:ea typeface="Arial"/>
                <a:cs typeface="Arial"/>
              </a:defRPr>
            </a:lvl9pPr>
          </a:lstStyle>
          <a:p xmlns:a="http://schemas.openxmlformats.org/drawingml/2006/main">
            <a:pPr algn="l">
              <a:defRPr sz="1275" b="0">
                <a:solidFill>
                  <a:srgbClr val="59657A"/>
                </a:solidFill>
                <a:latin typeface="Arial"/>
                <a:ea typeface="Arial"/>
                <a:cs typeface="Arial"/>
              </a:defRPr>
            </a:pPr>
            <a:r>
              <a:rPr sz="1275" b="0">
                <a:solidFill>
                  <a:srgbClr val="59657A"/>
                </a:solidFill>
                <a:latin typeface="Arial"/>
                <a:ea typeface="Arial"/>
                <a:cs typeface="Arial"/>
              </a:rPr>
              <a:t>Task request</a:t>
            </a:r>
          </a:p>
        </p:txBody>
      </p:sp>
      <p:cxnSp>
        <p:nvCxnSpPr>
          <p:cNvPr id="227" name="Arrow legend execute">
            <a:extLst xmlns:a="http://schemas.openxmlformats.org/drawingml/2006/main">
              <a:ext uri="{FF2B5EF4-FFF2-40B4-BE49-F238E27FC236}">
                <a16:creationId xmlns:a16="http://schemas.microsoft.com/office/drawing/2014/main" id="{5E56C837-CDF5-423D-831A-86CA2277C7E9}"/>
              </a:ext>
            </a:extLst>
          </p:cNvPr>
          <p:cNvCxnSpPr/>
          <p:nvPr/>
        </p:nvCxnSpPr>
        <p:spPr>
          <a:xfrm xmlns:a="http://schemas.openxmlformats.org/drawingml/2006/main" flipH="0" flipV="0">
            <a:off x="5219700" y="8239125"/>
            <a:ext cx="371475" cy="0"/>
          </a:xfrm>
          <a:prstGeom xmlns:a="http://schemas.openxmlformats.org/drawingml/2006/main" prst="straightConnector1">
            <a:avLst/>
          </a:prstGeom>
          <a:ln xmlns:a="http://schemas.openxmlformats.org/drawingml/2006/main" w="21908">
            <a:solidFill>
              <a:srgbClr val="17243F"/>
            </a:solidFill>
            <a:prstDash val="solid"/>
            <a:tailEnd type="triangle" w="sm" len="sm"/>
          </a:ln>
        </p:spPr>
      </p:cxnSp>
      <p:sp>
        <p:nvSpPr>
          <p:cNvPr id="228" name="Arrow legend label execute">
            <a:extLst xmlns:a="http://schemas.openxmlformats.org/drawingml/2006/main">
              <a:ext uri="{FF2B5EF4-FFF2-40B4-BE49-F238E27FC236}">
                <a16:creationId xmlns:a16="http://schemas.microsoft.com/office/drawing/2014/main" id="{B3A495D9-298E-4865-B805-4F0E11384E97}"/>
              </a:ext>
            </a:extLst>
          </p:cNvPr>
          <p:cNvSpPr>
            <a:spLocks xmlns:a="http://schemas.openxmlformats.org/drawingml/2006/main" noGrp="1"/>
          </p:cNvSpPr>
          <p:nvPr/>
        </p:nvSpPr>
        <p:spPr>
          <a:xfrm xmlns:a="http://schemas.openxmlformats.org/drawingml/2006/main">
            <a:off x="5686425" y="8124825"/>
            <a:ext cx="1885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59657A"/>
                </a:solidFill>
                <a:latin typeface="Arial"/>
                <a:ea typeface="Arial"/>
                <a:cs typeface="Arial"/>
              </a:defRPr>
            </a:defPPr>
            <a:lvl1pPr algn="l">
              <a:defRPr sz="1275" b="0">
                <a:solidFill>
                  <a:srgbClr val="59657A"/>
                </a:solidFill>
                <a:latin typeface="Arial"/>
                <a:ea typeface="Arial"/>
                <a:cs typeface="Arial"/>
              </a:defRPr>
            </a:lvl1pPr>
            <a:lvl2pPr algn="l">
              <a:defRPr sz="1275" b="0">
                <a:solidFill>
                  <a:srgbClr val="59657A"/>
                </a:solidFill>
                <a:latin typeface="Arial"/>
                <a:ea typeface="Arial"/>
                <a:cs typeface="Arial"/>
              </a:defRPr>
            </a:lvl2pPr>
            <a:lvl3pPr algn="l">
              <a:defRPr sz="1275" b="0">
                <a:solidFill>
                  <a:srgbClr val="59657A"/>
                </a:solidFill>
                <a:latin typeface="Arial"/>
                <a:ea typeface="Arial"/>
                <a:cs typeface="Arial"/>
              </a:defRPr>
            </a:lvl3pPr>
            <a:lvl4pPr algn="l">
              <a:defRPr sz="1275" b="0">
                <a:solidFill>
                  <a:srgbClr val="59657A"/>
                </a:solidFill>
                <a:latin typeface="Arial"/>
                <a:ea typeface="Arial"/>
                <a:cs typeface="Arial"/>
              </a:defRPr>
            </a:lvl4pPr>
            <a:lvl5pPr algn="l">
              <a:defRPr sz="1275" b="0">
                <a:solidFill>
                  <a:srgbClr val="59657A"/>
                </a:solidFill>
                <a:latin typeface="Arial"/>
                <a:ea typeface="Arial"/>
                <a:cs typeface="Arial"/>
              </a:defRPr>
            </a:lvl5pPr>
            <a:lvl6pPr algn="l">
              <a:defRPr sz="1275" b="0">
                <a:solidFill>
                  <a:srgbClr val="59657A"/>
                </a:solidFill>
                <a:latin typeface="Arial"/>
                <a:ea typeface="Arial"/>
                <a:cs typeface="Arial"/>
              </a:defRPr>
            </a:lvl6pPr>
            <a:lvl7pPr algn="l">
              <a:defRPr sz="1275" b="0">
                <a:solidFill>
                  <a:srgbClr val="59657A"/>
                </a:solidFill>
                <a:latin typeface="Arial"/>
                <a:ea typeface="Arial"/>
                <a:cs typeface="Arial"/>
              </a:defRPr>
            </a:lvl7pPr>
            <a:lvl8pPr algn="l">
              <a:defRPr sz="1275" b="0">
                <a:solidFill>
                  <a:srgbClr val="59657A"/>
                </a:solidFill>
                <a:latin typeface="Arial"/>
                <a:ea typeface="Arial"/>
                <a:cs typeface="Arial"/>
              </a:defRPr>
            </a:lvl8pPr>
            <a:lvl9pPr algn="l">
              <a:defRPr sz="1275" b="0">
                <a:solidFill>
                  <a:srgbClr val="59657A"/>
                </a:solidFill>
                <a:latin typeface="Arial"/>
                <a:ea typeface="Arial"/>
                <a:cs typeface="Arial"/>
              </a:defRPr>
            </a:lvl9pPr>
          </a:lstStyle>
          <a:p xmlns:a="http://schemas.openxmlformats.org/drawingml/2006/main">
            <a:pPr algn="l">
              <a:defRPr sz="1275" b="0">
                <a:solidFill>
                  <a:srgbClr val="59657A"/>
                </a:solidFill>
                <a:latin typeface="Arial"/>
                <a:ea typeface="Arial"/>
                <a:cs typeface="Arial"/>
              </a:defRPr>
            </a:pPr>
            <a:r>
              <a:rPr sz="1275" b="0">
                <a:solidFill>
                  <a:srgbClr val="59657A"/>
                </a:solidFill>
                <a:latin typeface="Arial"/>
                <a:ea typeface="Arial"/>
                <a:cs typeface="Arial"/>
              </a:rPr>
              <a:t>Tool execution</a:t>
            </a:r>
          </a:p>
        </p:txBody>
      </p:sp>
      <p:cxnSp>
        <p:nvCxnSpPr>
          <p:cNvPr id="229" name="Arrow legend evidence">
            <a:extLst xmlns:a="http://schemas.openxmlformats.org/drawingml/2006/main">
              <a:ext uri="{FF2B5EF4-FFF2-40B4-BE49-F238E27FC236}">
                <a16:creationId xmlns:a16="http://schemas.microsoft.com/office/drawing/2014/main" id="{BC91C052-66C0-4C46-B515-A37C7E642FB8}"/>
              </a:ext>
            </a:extLst>
          </p:cNvPr>
          <p:cNvCxnSpPr/>
          <p:nvPr/>
        </p:nvCxnSpPr>
        <p:spPr>
          <a:xfrm xmlns:a="http://schemas.openxmlformats.org/drawingml/2006/main" flipH="0" flipV="0">
            <a:off x="7620000" y="8239125"/>
            <a:ext cx="371475" cy="0"/>
          </a:xfrm>
          <a:prstGeom xmlns:a="http://schemas.openxmlformats.org/drawingml/2006/main" prst="straightConnector1">
            <a:avLst/>
          </a:prstGeom>
          <a:ln xmlns:a="http://schemas.openxmlformats.org/drawingml/2006/main" w="14288">
            <a:solidFill>
              <a:srgbClr val="138AAB"/>
            </a:solidFill>
            <a:prstDash val="dash"/>
            <a:tailEnd type="triangle" w="sm" len="sm"/>
          </a:ln>
        </p:spPr>
      </p:cxnSp>
      <p:sp>
        <p:nvSpPr>
          <p:cNvPr id="230" name="Arrow legend label evidence">
            <a:extLst xmlns:a="http://schemas.openxmlformats.org/drawingml/2006/main">
              <a:ext uri="{FF2B5EF4-FFF2-40B4-BE49-F238E27FC236}">
                <a16:creationId xmlns:a16="http://schemas.microsoft.com/office/drawing/2014/main" id="{500C9DA5-E792-4782-9369-CB20C02C210F}"/>
              </a:ext>
            </a:extLst>
          </p:cNvPr>
          <p:cNvSpPr>
            <a:spLocks xmlns:a="http://schemas.openxmlformats.org/drawingml/2006/main" noGrp="1"/>
          </p:cNvSpPr>
          <p:nvPr/>
        </p:nvSpPr>
        <p:spPr>
          <a:xfrm xmlns:a="http://schemas.openxmlformats.org/drawingml/2006/main">
            <a:off x="8086725" y="8124825"/>
            <a:ext cx="1885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59657A"/>
                </a:solidFill>
                <a:latin typeface="Arial"/>
                <a:ea typeface="Arial"/>
                <a:cs typeface="Arial"/>
              </a:defRPr>
            </a:defPPr>
            <a:lvl1pPr algn="l">
              <a:defRPr sz="1275" b="0">
                <a:solidFill>
                  <a:srgbClr val="59657A"/>
                </a:solidFill>
                <a:latin typeface="Arial"/>
                <a:ea typeface="Arial"/>
                <a:cs typeface="Arial"/>
              </a:defRPr>
            </a:lvl1pPr>
            <a:lvl2pPr algn="l">
              <a:defRPr sz="1275" b="0">
                <a:solidFill>
                  <a:srgbClr val="59657A"/>
                </a:solidFill>
                <a:latin typeface="Arial"/>
                <a:ea typeface="Arial"/>
                <a:cs typeface="Arial"/>
              </a:defRPr>
            </a:lvl2pPr>
            <a:lvl3pPr algn="l">
              <a:defRPr sz="1275" b="0">
                <a:solidFill>
                  <a:srgbClr val="59657A"/>
                </a:solidFill>
                <a:latin typeface="Arial"/>
                <a:ea typeface="Arial"/>
                <a:cs typeface="Arial"/>
              </a:defRPr>
            </a:lvl3pPr>
            <a:lvl4pPr algn="l">
              <a:defRPr sz="1275" b="0">
                <a:solidFill>
                  <a:srgbClr val="59657A"/>
                </a:solidFill>
                <a:latin typeface="Arial"/>
                <a:ea typeface="Arial"/>
                <a:cs typeface="Arial"/>
              </a:defRPr>
            </a:lvl4pPr>
            <a:lvl5pPr algn="l">
              <a:defRPr sz="1275" b="0">
                <a:solidFill>
                  <a:srgbClr val="59657A"/>
                </a:solidFill>
                <a:latin typeface="Arial"/>
                <a:ea typeface="Arial"/>
                <a:cs typeface="Arial"/>
              </a:defRPr>
            </a:lvl5pPr>
            <a:lvl6pPr algn="l">
              <a:defRPr sz="1275" b="0">
                <a:solidFill>
                  <a:srgbClr val="59657A"/>
                </a:solidFill>
                <a:latin typeface="Arial"/>
                <a:ea typeface="Arial"/>
                <a:cs typeface="Arial"/>
              </a:defRPr>
            </a:lvl6pPr>
            <a:lvl7pPr algn="l">
              <a:defRPr sz="1275" b="0">
                <a:solidFill>
                  <a:srgbClr val="59657A"/>
                </a:solidFill>
                <a:latin typeface="Arial"/>
                <a:ea typeface="Arial"/>
                <a:cs typeface="Arial"/>
              </a:defRPr>
            </a:lvl7pPr>
            <a:lvl8pPr algn="l">
              <a:defRPr sz="1275" b="0">
                <a:solidFill>
                  <a:srgbClr val="59657A"/>
                </a:solidFill>
                <a:latin typeface="Arial"/>
                <a:ea typeface="Arial"/>
                <a:cs typeface="Arial"/>
              </a:defRPr>
            </a:lvl8pPr>
            <a:lvl9pPr algn="l">
              <a:defRPr sz="1275" b="0">
                <a:solidFill>
                  <a:srgbClr val="59657A"/>
                </a:solidFill>
                <a:latin typeface="Arial"/>
                <a:ea typeface="Arial"/>
                <a:cs typeface="Arial"/>
              </a:defRPr>
            </a:lvl9pPr>
          </a:lstStyle>
          <a:p xmlns:a="http://schemas.openxmlformats.org/drawingml/2006/main">
            <a:pPr algn="l">
              <a:defRPr sz="1275" b="0">
                <a:solidFill>
                  <a:srgbClr val="59657A"/>
                </a:solidFill>
                <a:latin typeface="Arial"/>
                <a:ea typeface="Arial"/>
                <a:cs typeface="Arial"/>
              </a:defRPr>
            </a:pPr>
            <a:r>
              <a:rPr sz="1275" b="0">
                <a:solidFill>
                  <a:srgbClr val="59657A"/>
                </a:solidFill>
                <a:latin typeface="Arial"/>
                <a:ea typeface="Arial"/>
                <a:cs typeface="Arial"/>
              </a:rPr>
              <a:t>Evidence return</a:t>
            </a:r>
          </a:p>
        </p:txBody>
      </p:sp>
      <p:cxnSp>
        <p:nvCxnSpPr>
          <p:cNvPr id="231" name="Arrow legend approval">
            <a:extLst xmlns:a="http://schemas.openxmlformats.org/drawingml/2006/main">
              <a:ext uri="{FF2B5EF4-FFF2-40B4-BE49-F238E27FC236}">
                <a16:creationId xmlns:a16="http://schemas.microsoft.com/office/drawing/2014/main" id="{3EE1CB5D-2361-4C06-8929-7B18F51D457D}"/>
              </a:ext>
            </a:extLst>
          </p:cNvPr>
          <p:cNvCxnSpPr/>
          <p:nvPr/>
        </p:nvCxnSpPr>
        <p:spPr>
          <a:xfrm xmlns:a="http://schemas.openxmlformats.org/drawingml/2006/main" flipH="0" flipV="0">
            <a:off x="10020300" y="8239125"/>
            <a:ext cx="371475" cy="0"/>
          </a:xfrm>
          <a:prstGeom xmlns:a="http://schemas.openxmlformats.org/drawingml/2006/main" prst="straightConnector1">
            <a:avLst/>
          </a:prstGeom>
          <a:ln xmlns:a="http://schemas.openxmlformats.org/drawingml/2006/main" w="22860">
            <a:solidFill>
              <a:srgbClr val="A56A18"/>
            </a:solidFill>
            <a:prstDash val="solid"/>
            <a:tailEnd type="triangle" w="sm" len="sm"/>
          </a:ln>
        </p:spPr>
      </p:cxnSp>
      <p:sp>
        <p:nvSpPr>
          <p:cNvPr id="232" name="Arrow legend label approval">
            <a:extLst xmlns:a="http://schemas.openxmlformats.org/drawingml/2006/main">
              <a:ext uri="{FF2B5EF4-FFF2-40B4-BE49-F238E27FC236}">
                <a16:creationId xmlns:a16="http://schemas.microsoft.com/office/drawing/2014/main" id="{C2FEA418-20A9-4698-A03A-7D95F2B735A1}"/>
              </a:ext>
            </a:extLst>
          </p:cNvPr>
          <p:cNvSpPr>
            <a:spLocks xmlns:a="http://schemas.openxmlformats.org/drawingml/2006/main" noGrp="1"/>
          </p:cNvSpPr>
          <p:nvPr/>
        </p:nvSpPr>
        <p:spPr>
          <a:xfrm xmlns:a="http://schemas.openxmlformats.org/drawingml/2006/main">
            <a:off x="10487025" y="8124825"/>
            <a:ext cx="1885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59657A"/>
                </a:solidFill>
                <a:latin typeface="Arial"/>
                <a:ea typeface="Arial"/>
                <a:cs typeface="Arial"/>
              </a:defRPr>
            </a:defPPr>
            <a:lvl1pPr algn="l">
              <a:defRPr sz="1275" b="0">
                <a:solidFill>
                  <a:srgbClr val="59657A"/>
                </a:solidFill>
                <a:latin typeface="Arial"/>
                <a:ea typeface="Arial"/>
                <a:cs typeface="Arial"/>
              </a:defRPr>
            </a:lvl1pPr>
            <a:lvl2pPr algn="l">
              <a:defRPr sz="1275" b="0">
                <a:solidFill>
                  <a:srgbClr val="59657A"/>
                </a:solidFill>
                <a:latin typeface="Arial"/>
                <a:ea typeface="Arial"/>
                <a:cs typeface="Arial"/>
              </a:defRPr>
            </a:lvl2pPr>
            <a:lvl3pPr algn="l">
              <a:defRPr sz="1275" b="0">
                <a:solidFill>
                  <a:srgbClr val="59657A"/>
                </a:solidFill>
                <a:latin typeface="Arial"/>
                <a:ea typeface="Arial"/>
                <a:cs typeface="Arial"/>
              </a:defRPr>
            </a:lvl3pPr>
            <a:lvl4pPr algn="l">
              <a:defRPr sz="1275" b="0">
                <a:solidFill>
                  <a:srgbClr val="59657A"/>
                </a:solidFill>
                <a:latin typeface="Arial"/>
                <a:ea typeface="Arial"/>
                <a:cs typeface="Arial"/>
              </a:defRPr>
            </a:lvl4pPr>
            <a:lvl5pPr algn="l">
              <a:defRPr sz="1275" b="0">
                <a:solidFill>
                  <a:srgbClr val="59657A"/>
                </a:solidFill>
                <a:latin typeface="Arial"/>
                <a:ea typeface="Arial"/>
                <a:cs typeface="Arial"/>
              </a:defRPr>
            </a:lvl5pPr>
            <a:lvl6pPr algn="l">
              <a:defRPr sz="1275" b="0">
                <a:solidFill>
                  <a:srgbClr val="59657A"/>
                </a:solidFill>
                <a:latin typeface="Arial"/>
                <a:ea typeface="Arial"/>
                <a:cs typeface="Arial"/>
              </a:defRPr>
            </a:lvl6pPr>
            <a:lvl7pPr algn="l">
              <a:defRPr sz="1275" b="0">
                <a:solidFill>
                  <a:srgbClr val="59657A"/>
                </a:solidFill>
                <a:latin typeface="Arial"/>
                <a:ea typeface="Arial"/>
                <a:cs typeface="Arial"/>
              </a:defRPr>
            </a:lvl7pPr>
            <a:lvl8pPr algn="l">
              <a:defRPr sz="1275" b="0">
                <a:solidFill>
                  <a:srgbClr val="59657A"/>
                </a:solidFill>
                <a:latin typeface="Arial"/>
                <a:ea typeface="Arial"/>
                <a:cs typeface="Arial"/>
              </a:defRPr>
            </a:lvl8pPr>
            <a:lvl9pPr algn="l">
              <a:defRPr sz="1275" b="0">
                <a:solidFill>
                  <a:srgbClr val="59657A"/>
                </a:solidFill>
                <a:latin typeface="Arial"/>
                <a:ea typeface="Arial"/>
                <a:cs typeface="Arial"/>
              </a:defRPr>
            </a:lvl9pPr>
          </a:lstStyle>
          <a:p xmlns:a="http://schemas.openxmlformats.org/drawingml/2006/main">
            <a:pPr algn="l">
              <a:defRPr sz="1275" b="0">
                <a:solidFill>
                  <a:srgbClr val="59657A"/>
                </a:solidFill>
                <a:latin typeface="Arial"/>
                <a:ea typeface="Arial"/>
                <a:cs typeface="Arial"/>
              </a:defRPr>
            </a:pPr>
            <a:r>
              <a:rPr sz="1275" b="0">
                <a:solidFill>
                  <a:srgbClr val="59657A"/>
                </a:solidFill>
                <a:latin typeface="Arial"/>
                <a:ea typeface="Arial"/>
                <a:cs typeface="Arial"/>
              </a:rPr>
              <a:t>Human approval</a:t>
            </a:r>
          </a:p>
        </p:txBody>
      </p:sp>
      <p:cxnSp>
        <p:nvCxnSpPr>
          <p:cNvPr id="233" name="Arrow legend escalate">
            <a:extLst xmlns:a="http://schemas.openxmlformats.org/drawingml/2006/main">
              <a:ext uri="{FF2B5EF4-FFF2-40B4-BE49-F238E27FC236}">
                <a16:creationId xmlns:a16="http://schemas.microsoft.com/office/drawing/2014/main" id="{0C6297FE-C325-4F6A-A08F-4D3E6273D83B}"/>
              </a:ext>
            </a:extLst>
          </p:cNvPr>
          <p:cNvCxnSpPr/>
          <p:nvPr/>
        </p:nvCxnSpPr>
        <p:spPr>
          <a:xfrm xmlns:a="http://schemas.openxmlformats.org/drawingml/2006/main" flipH="0" flipV="0">
            <a:off x="12420600" y="8239125"/>
            <a:ext cx="371475" cy="0"/>
          </a:xfrm>
          <a:prstGeom xmlns:a="http://schemas.openxmlformats.org/drawingml/2006/main" prst="straightConnector1">
            <a:avLst/>
          </a:prstGeom>
          <a:ln xmlns:a="http://schemas.openxmlformats.org/drawingml/2006/main" w="17145">
            <a:solidFill>
              <a:srgbClr val="A56A18"/>
            </a:solidFill>
            <a:prstDash val="dash"/>
            <a:tailEnd type="triangle" w="sm" len="sm"/>
          </a:ln>
        </p:spPr>
      </p:cxnSp>
      <p:sp>
        <p:nvSpPr>
          <p:cNvPr id="234" name="Arrow legend label escalate">
            <a:extLst xmlns:a="http://schemas.openxmlformats.org/drawingml/2006/main">
              <a:ext uri="{FF2B5EF4-FFF2-40B4-BE49-F238E27FC236}">
                <a16:creationId xmlns:a16="http://schemas.microsoft.com/office/drawing/2014/main" id="{B543A3E0-D3E4-4CAE-AB34-3254AFE8883E}"/>
              </a:ext>
            </a:extLst>
          </p:cNvPr>
          <p:cNvSpPr>
            <a:spLocks xmlns:a="http://schemas.openxmlformats.org/drawingml/2006/main" noGrp="1"/>
          </p:cNvSpPr>
          <p:nvPr/>
        </p:nvSpPr>
        <p:spPr>
          <a:xfrm xmlns:a="http://schemas.openxmlformats.org/drawingml/2006/main">
            <a:off x="12887325" y="8124825"/>
            <a:ext cx="1885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59657A"/>
                </a:solidFill>
                <a:latin typeface="Arial"/>
                <a:ea typeface="Arial"/>
                <a:cs typeface="Arial"/>
              </a:defRPr>
            </a:defPPr>
            <a:lvl1pPr algn="l">
              <a:defRPr sz="1275" b="0">
                <a:solidFill>
                  <a:srgbClr val="59657A"/>
                </a:solidFill>
                <a:latin typeface="Arial"/>
                <a:ea typeface="Arial"/>
                <a:cs typeface="Arial"/>
              </a:defRPr>
            </a:lvl1pPr>
            <a:lvl2pPr algn="l">
              <a:defRPr sz="1275" b="0">
                <a:solidFill>
                  <a:srgbClr val="59657A"/>
                </a:solidFill>
                <a:latin typeface="Arial"/>
                <a:ea typeface="Arial"/>
                <a:cs typeface="Arial"/>
              </a:defRPr>
            </a:lvl2pPr>
            <a:lvl3pPr algn="l">
              <a:defRPr sz="1275" b="0">
                <a:solidFill>
                  <a:srgbClr val="59657A"/>
                </a:solidFill>
                <a:latin typeface="Arial"/>
                <a:ea typeface="Arial"/>
                <a:cs typeface="Arial"/>
              </a:defRPr>
            </a:lvl3pPr>
            <a:lvl4pPr algn="l">
              <a:defRPr sz="1275" b="0">
                <a:solidFill>
                  <a:srgbClr val="59657A"/>
                </a:solidFill>
                <a:latin typeface="Arial"/>
                <a:ea typeface="Arial"/>
                <a:cs typeface="Arial"/>
              </a:defRPr>
            </a:lvl4pPr>
            <a:lvl5pPr algn="l">
              <a:defRPr sz="1275" b="0">
                <a:solidFill>
                  <a:srgbClr val="59657A"/>
                </a:solidFill>
                <a:latin typeface="Arial"/>
                <a:ea typeface="Arial"/>
                <a:cs typeface="Arial"/>
              </a:defRPr>
            </a:lvl5pPr>
            <a:lvl6pPr algn="l">
              <a:defRPr sz="1275" b="0">
                <a:solidFill>
                  <a:srgbClr val="59657A"/>
                </a:solidFill>
                <a:latin typeface="Arial"/>
                <a:ea typeface="Arial"/>
                <a:cs typeface="Arial"/>
              </a:defRPr>
            </a:lvl6pPr>
            <a:lvl7pPr algn="l">
              <a:defRPr sz="1275" b="0">
                <a:solidFill>
                  <a:srgbClr val="59657A"/>
                </a:solidFill>
                <a:latin typeface="Arial"/>
                <a:ea typeface="Arial"/>
                <a:cs typeface="Arial"/>
              </a:defRPr>
            </a:lvl7pPr>
            <a:lvl8pPr algn="l">
              <a:defRPr sz="1275" b="0">
                <a:solidFill>
                  <a:srgbClr val="59657A"/>
                </a:solidFill>
                <a:latin typeface="Arial"/>
                <a:ea typeface="Arial"/>
                <a:cs typeface="Arial"/>
              </a:defRPr>
            </a:lvl8pPr>
            <a:lvl9pPr algn="l">
              <a:defRPr sz="1275" b="0">
                <a:solidFill>
                  <a:srgbClr val="59657A"/>
                </a:solidFill>
                <a:latin typeface="Arial"/>
                <a:ea typeface="Arial"/>
                <a:cs typeface="Arial"/>
              </a:defRPr>
            </a:lvl9pPr>
          </a:lstStyle>
          <a:p xmlns:a="http://schemas.openxmlformats.org/drawingml/2006/main">
            <a:pPr algn="l">
              <a:defRPr sz="1275" b="0">
                <a:solidFill>
                  <a:srgbClr val="59657A"/>
                </a:solidFill>
                <a:latin typeface="Arial"/>
                <a:ea typeface="Arial"/>
                <a:cs typeface="Arial"/>
              </a:defRPr>
            </a:pPr>
            <a:r>
              <a:rPr sz="1275" b="0">
                <a:solidFill>
                  <a:srgbClr val="59657A"/>
                </a:solidFill>
                <a:latin typeface="Arial"/>
                <a:ea typeface="Arial"/>
                <a:cs typeface="Arial"/>
              </a:rPr>
              <a:t>Escalation / rework</a:t>
            </a:r>
          </a:p>
        </p:txBody>
      </p:sp>
    </p:spTree>
    <p:extLst>
      <p:ext uri="{BB962C8B-B14F-4D97-AF65-F5344CB8AC3E}">
        <p14:creationId xmlns:p14="http://schemas.microsoft.com/office/powerpoint/2010/main" val="2037431106"/>
      </p:ext>
    </p:extLst>
  </p:cSld>
</p:sld>
</file>

<file path=ppt/theme/theme1.xml><?xml version="1.0" encoding="utf-8"?>
<a:theme xmlns:a="http://schemas.openxmlformats.org/drawingml/2006/main" name="ChatGPT">
  <a:themeElements>
    <a:clrScheme name="MoveBooks Swimlane">
      <a:dk1>
        <a:srgbClr val="000000"/>
      </a:dk1>
      <a:lt1>
        <a:srgbClr val="FFFFFF"/>
      </a:lt1>
      <a:dk2>
        <a:srgbClr val="17243F"/>
      </a:dk2>
      <a:lt2>
        <a:srgbClr val="F0F4F7"/>
      </a:lt2>
      <a:accent1>
        <a:srgbClr val="087F80"/>
      </a:accent1>
      <a:accent2>
        <a:srgbClr val="138AAB"/>
      </a:accent2>
      <a:accent3>
        <a:srgbClr val="A56A18"/>
      </a:accent3>
      <a:accent4>
        <a:srgbClr val="8793A4"/>
      </a:accent4>
      <a:accent5>
        <a:srgbClr val="D6E8E7"/>
      </a:accent5>
      <a:accent6>
        <a:srgbClr val="EED9B6"/>
      </a:accent6>
      <a:hlink>
        <a:srgbClr val="087F80"/>
      </a:hlink>
      <a:folHlink>
        <a:srgbClr val="087F80"/>
      </a:folHlink>
    </a:clrScheme>
    <a:fontScheme name="">
      <a:majorFont>
        <a:latin typeface="Arial"/>
        <a:ea typeface=""/>
        <a:cs typeface=""/>
      </a:majorFont>
      <a:minorFont>
        <a:latin typeface="Arial"/>
        <a:ea typeface=""/>
        <a:cs typeface=""/>
      </a:minorFont>
    </a:fontScheme>
    <a:fmtScheme name="MoveBooks Swimlan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2026-10-18T10:52:08.8110000Z</dcterms:created>
  <dcterms:modified xsi:type="dcterms:W3CDTF">2026-10-18T10:52:08.8110000Z</dcterms:modified>
</coreProperties>
</file>