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4ae60745ef4a7d" /><Relationship Type="http://schemas.openxmlformats.org/officeDocument/2006/relationships/extended-properties" Target="/docProps/app.xml" Id="R3538d1b17a2f4d2c" /><Relationship Type="http://schemas.openxmlformats.org/officeDocument/2006/relationships/officeDocument" Target="/ppt/presentation.xml" Id="R01fab639f3dc45e3" /></Relationships>
</file>

<file path=ppt/presentation.xml><?xml version="1.0" encoding="utf-8"?>
<p:presentation xmlns:p="http://schemas.openxmlformats.org/presentationml/2006/main">
  <p:sldMasterIdLst>
    <p:sldMasterId xmlns:r="http://schemas.openxmlformats.org/officeDocument/2006/relationships" id="2147483648" r:id="Rdc6bccf64fa44a3f"/>
  </p:sldMasterIdLst>
  <p:notesMasterIdLst>
    <p:notesMasterId xmlns:r="http://schemas.openxmlformats.org/officeDocument/2006/relationships" r:id="R573afdb93c964d53"/>
  </p:notesMasterIdLst>
  <p:sldIdLst>
    <p:sldId xmlns:r="http://schemas.openxmlformats.org/officeDocument/2006/relationships" id="256" r:id="R4cb534d974914fd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032af027374975" /><Relationship Type="http://schemas.openxmlformats.org/officeDocument/2006/relationships/slideMaster" Target="/ppt/slideMasters/slideMaster1.xml" Id="Rdc6bccf64fa44a3f" /><Relationship Type="http://schemas.openxmlformats.org/officeDocument/2006/relationships/notesMaster" Target="/ppt/notesMasters/notesMaster1.xml" Id="R573afdb93c964d53" /><Relationship Type="http://schemas.openxmlformats.org/officeDocument/2006/relationships/presProps" Target="/ppt/presProps.xml" Id="Rcc9bf4c04f9a4e71" /><Relationship Type="http://schemas.openxmlformats.org/officeDocument/2006/relationships/tableStyles" Target="/ppt/tableStyles.xml" Id="R069167b9ce6e44bc" /><Relationship Type="http://schemas.openxmlformats.org/officeDocument/2006/relationships/slide" Target="/ppt/slides/slide1.xml" Id="R4cb534d974914f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b6268df86745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MoveBooks Use Cases">
      <a:dk1>
        <a:srgbClr val="000000"/>
      </a:dk1>
      <a:lt1>
        <a:srgbClr val="FFFFFF"/>
      </a:lt1>
      <a:dk2>
        <a:srgbClr val="17243F"/>
      </a:dk2>
      <a:lt2>
        <a:srgbClr val="F0F3F6"/>
      </a:lt2>
      <a:accent1>
        <a:srgbClr val="087F80"/>
      </a:accent1>
      <a:accent2>
        <a:srgbClr val="A56A18"/>
      </a:accent2>
      <a:accent3>
        <a:srgbClr val="8793A4"/>
      </a:accent3>
      <a:accent4>
        <a:srgbClr val="D6E8E7"/>
      </a:accent4>
      <a:accent5>
        <a:srgbClr val="4E6279"/>
      </a:accent5>
      <a:accent6>
        <a:srgbClr val="EED9B6"/>
      </a:accent6>
      <a:hlink>
        <a:srgbClr val="087F80"/>
      </a:hlink>
      <a:folHlink>
        <a:srgbClr val="087F80"/>
      </a:folHlink>
    </a:clrScheme>
    <a:fontScheme name="">
      <a:majorFont>
        <a:latin typeface="Arial"/>
        <a:ea typeface=""/>
        <a:cs typeface=""/>
      </a:majorFont>
      <a:minorFont>
        <a:latin typeface="Arial"/>
        <a:ea typeface=""/>
        <a:cs typeface=""/>
      </a:minorFont>
    </a:fontScheme>
    <a:fmtScheme name="MoveBooks Use Cas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c70de26c924329" /><Relationship Type="http://schemas.openxmlformats.org/officeDocument/2006/relationships/notesMaster" Target="/ppt/notesMasters/notesMaster1.xml" Id="R74e49a260c2d45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AND SCOPE. Based on delivery/submission-integration at aacd3a5. This is a UML-inspired executive diagram, with numbered associations used instead of a full mesh of actor-to-oval lines. Each actor association names the numbered use cases in which it participates. The rectangular system boundary contains product use cases and internal components. Human stick figures are external personas. Rectangular internal components are implementations, not autonomous external actors. External system rectangles are interfaces, not evidence of production connectivity.</a:t>
            </a:r>
          </a:p>
          <a:p xmlns:a="http://schemas.openxmlformats.org/drawingml/2006/main">
            <a:r>
              <a:t/>
            </a:r>
          </a:p>
          <a:p xmlns:a="http://schemas.openxmlformats.org/drawingml/2006/main">
            <a:r>
              <a:t>ACTUAL VS PLANNED. The ten use cases have demonstrated local synthetic-beta implementations. Teal ovals do not mean deployment acceptance or production accounting support. Current API authority is authenticated workspace ownership. Accountant/bookkeeper, business owner and human reviewer describe user responsibilities, not distinct existing RBAC grants. The Human Reviewer persona is separate from the automated independent mapping Reviewer. Administrator is a target in-product role for access/policy and operational support. Current owner checks, Firebase identity and external IAM/operator controls must not be interpreted as implemented delegated workspace administration. Planned administrator association supports use cases 5, 8 and 10, subject to future scoped authorization. Production source and target accounting connectors are Target State. Today the financial journey uses deterministic synthetic adapters. Browser-local file compatibility checking is implemented; hosted file intake/activation is gated. It neither creates a hosted migration nor grants financial authority.</a:t>
            </a:r>
          </a:p>
          <a:p xmlns:a="http://schemas.openxmlformats.org/drawingml/2006/main">
            <a:r>
              <a:t/>
            </a:r>
          </a:p>
          <a:p xmlns:a="http://schemas.openxmlformats.org/drawingml/2006/main">
            <a:r>
              <a:t>ACTOR RESPONSIBILITY MATRIX. UC1: business owner initiates discovery, accountant supplies source evidence, planned source-provider/read interface and local file checks support intake. UC2: accountant supplies and reviews evidence, owner monitors readiness, deterministic specialists assess risks. UC3: accountant shapes mapping/plan, system generates bounded proposals. UC4: accountant reviews, Human Reviewer examines consequential treatment, authenticated owner approves the exact current plan/mappings. UC5: owner authorizes migration, deterministic orchestration executes approved bounded steps; target provider integration and a delegated administrator role are planned. UC6: accountant investigates and resolves supported exceptions, Human Reviewer examines risky fixes, owner approves consequential remediation. UC7: accountant verifies exact reconciliation, Human Reviewer examines discrepancies; financial tools own deterministic checks. UC8: accountant reviews target/onboarding needs, Human Reviewer examines sensitive settings, owner approves consequential configuration. UC9: owner approves the exact synthetic productive invoice, accountant verifies outcome, Human Reviewer can inspect evidence. UC10: owner monitors progress, accountant and Human Reviewer inspect evidence/audit. Future administrator support remains scoped and target state. Owner authorization applies to all current workspace actions; no number is an independent permission grant.</a:t>
            </a:r>
          </a:p>
          <a:p xmlns:a="http://schemas.openxmlformats.org/drawingml/2006/main">
            <a:r>
              <a:t/>
            </a:r>
          </a:p>
          <a:p xmlns:a="http://schemas.openxmlformats.org/drawingml/2006/main">
            <a:r>
              <a:t>HUMAN APPROVAL MARKERS. H on UC4 means current mapping decisions and version-bound plan approval. H on UC6 means policy-controlled consequential fixes, not every retry. H on UC8 means sensitive configuration and current prerequisites. H on UC9 means the exact productive invoice approval before idempotent posting and deterministic verification. Execution in UC5 consumes current approvals. Source blockers, missing evidence, unresolved exceptions, failed reconciliation or stale approvals block writes/FPU and require review. No automated irreversible cutover, arbitrary ledger adjustment or unrestricted AI authority is represented.</a:t>
            </a:r>
          </a:p>
          <a:p xmlns:a="http://schemas.openxmlformats.org/drawingml/2006/main">
            <a:r>
              <a:t/>
            </a:r>
          </a:p>
          <a:p xmlns:a="http://schemas.openxmlformats.org/drawingml/2006/main">
            <a:r>
              <a:t>INTERNAL COMPONENTS. MoveBooks AI Orchestrator coordinates guarded state transitions. Existing specialist classes cover discovery, assessment, planning, mapping, migration, resolution, validation, configuration, onboarding and FPU through deterministic implementations and scoped tools. Agent enum definitions do not prove an autonomous deployed specialist. Optional AI Advisor and independent mapping Reviewer have bounded contracts and deterministic fallback; live Gemini verification remains pending. They provide review/advice, never financial authorization or direct financial-state mutation. The component delegation arrows describe bounded implementation calls, not a new AI permission boundary.</a:t>
            </a:r>
          </a:p>
          <a:p xmlns:a="http://schemas.openxmlformats.org/drawingml/2006/main">
            <a:r>
              <a:t/>
            </a:r>
          </a:p>
          <a:p xmlns:a="http://schemas.openxmlformats.org/drawingml/2006/main">
            <a:r>
              <a:t>REPOSITORY SOURCES. docs/product-management/blueprint.md (persona map and owner-only beta); docs/product-management/feature-contracts.md (journey, Reviewer, FPU); docs/architecture-experience/source/c4-system-context.mmd; docs/architecture-experience/source/agent-tool-architecture.mmd; docs/architecture-experience/source/data-flow-trust-boundaries.mmd; docs/architecture-experience/source/user-system-swimlane.mmd; docs/security/try-data-delivery.md; services/api/src/movebooks_api/auth.py; services/api/src/movebooks_api/reviewer.py; agents/orchestrator/audit.py; agents/orchestrator/plan_map_approve.py; agents/orchestrator/migrate_resolve.py; agents/orchestrator/validate_configure.py; agents/orchestrator/onboard_fpu.py; agents/contracts.py; agents/discovery/agent.py; agents/assessment/agent.py; agents/migration/agent.py; agents/resolution/agent.py; domain/migration_resolution/policy.py; docs/submission/acceptance-report.md. Paths relative to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eff2a665a042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d9506c7a90a40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38872d228a4d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d2ebf2642b47b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049a988c8344d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860106ce3a4a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4F622E-3599-47DF-988B-A6E1605E5354}"/>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E62159-27BF-4D69-9056-8B2B2E63F50C}"/>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EC75330-0783-48D9-A050-6846EDE38A13}"/>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1C521D-A468-457D-AAFF-E760A0FBCF2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944236-5F9D-4E4D-A556-AAD11A752CCD}"/>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2B85CF-A281-4279-B3AF-E482CB328FD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596067-36B4-404A-9C73-6A4686AC2EA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462A8C-E122-44AE-9054-B9710B4C1782}"/>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B79EE1-74D6-40B6-B9C4-387A55E6CBB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027319-EF87-4F54-8D16-8C2E1B2FF1A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b9d47de9594109" /><Relationship Type="http://schemas.openxmlformats.org/officeDocument/2006/relationships/slideLayout" Target="/ppt/slideLayouts/slideLayout1.xml" Id="R1809dd6a3ac04b7c" /><Relationship Type="http://schemas.openxmlformats.org/officeDocument/2006/relationships/slideLayout" Target="/ppt/slideLayouts/slideLayout2.xml" Id="R40f4139d69b940c5" /><Relationship Type="http://schemas.openxmlformats.org/officeDocument/2006/relationships/slideLayout" Target="/ppt/slideLayouts/slideLayout3.xml" Id="R6c3e61c5a0f54c0e" /><Relationship Type="http://schemas.openxmlformats.org/officeDocument/2006/relationships/slideLayout" Target="/ppt/slideLayouts/slideLayout4.xml" Id="Rf56fc3c3efe2471d" /><Relationship Type="http://schemas.openxmlformats.org/officeDocument/2006/relationships/slideLayout" Target="/ppt/slideLayouts/slideLayout5.xml" Id="R362965690cca4cb3" /><Relationship Type="http://schemas.openxmlformats.org/officeDocument/2006/relationships/slideLayout" Target="/ppt/slideLayouts/slideLayout6.xml" Id="R9bcc6c7774364d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09dd6a3ac04b7c"/>
    <p:sldLayoutId xmlns:r="http://schemas.openxmlformats.org/officeDocument/2006/relationships" id="2147483650" r:id="R40f4139d69b940c5"/>
    <p:sldLayoutId xmlns:r="http://schemas.openxmlformats.org/officeDocument/2006/relationships" id="2147483651" r:id="R6c3e61c5a0f54c0e"/>
    <p:sldLayoutId xmlns:r="http://schemas.openxmlformats.org/officeDocument/2006/relationships" id="2147483652" r:id="Rf56fc3c3efe2471d"/>
    <p:sldLayoutId xmlns:r="http://schemas.openxmlformats.org/officeDocument/2006/relationships" id="2147483653" r:id="R362965690cca4cb3"/>
    <p:sldLayoutId xmlns:r="http://schemas.openxmlformats.org/officeDocument/2006/relationships" id="2147483654" r:id="R9bcc6c7774364d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MoveBooks Use Cases">
      <a:dk1>
        <a:srgbClr val="000000"/>
      </a:dk1>
      <a:lt1>
        <a:srgbClr val="FFFFFF"/>
      </a:lt1>
      <a:dk2>
        <a:srgbClr val="17243F"/>
      </a:dk2>
      <a:lt2>
        <a:srgbClr val="F0F3F6"/>
      </a:lt2>
      <a:accent1>
        <a:srgbClr val="087F80"/>
      </a:accent1>
      <a:accent2>
        <a:srgbClr val="A56A18"/>
      </a:accent2>
      <a:accent3>
        <a:srgbClr val="8793A4"/>
      </a:accent3>
      <a:accent4>
        <a:srgbClr val="D6E8E7"/>
      </a:accent4>
      <a:accent5>
        <a:srgbClr val="4E6279"/>
      </a:accent5>
      <a:accent6>
        <a:srgbClr val="EED9B6"/>
      </a:accent6>
      <a:hlink>
        <a:srgbClr val="087F80"/>
      </a:hlink>
      <a:folHlink>
        <a:srgbClr val="087F80"/>
      </a:folHlink>
    </a:clrScheme>
    <a:fontScheme name="">
      <a:majorFont>
        <a:latin typeface="Arial"/>
        <a:ea typeface=""/>
        <a:cs typeface=""/>
      </a:majorFont>
      <a:minorFont>
        <a:latin typeface="Arial"/>
        <a:ea typeface=""/>
        <a:cs typeface=""/>
      </a:minorFont>
    </a:fontScheme>
    <a:fmtScheme name="MoveBooks Use Cas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1ccc81aab74171" /><Relationship Type="http://schemas.openxmlformats.org/officeDocument/2006/relationships/notesSlide" Target="/ppt/notesSlides/notesSlide1.xml" Id="Rc0c98d5639154489" /></Relationships>
</file>

<file path=ppt/slides/slide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24" name="Title">
            <a:extLst xmlns:a="http://schemas.openxmlformats.org/drawingml/2006/main">
              <a:ext uri="{FF2B5EF4-FFF2-40B4-BE49-F238E27FC236}">
                <a16:creationId xmlns:a16="http://schemas.microsoft.com/office/drawing/2014/main" id="{8756DAED-393E-480B-850A-8DB880FB2EBB}"/>
              </a:ext>
            </a:extLst>
          </p:cNvPr>
          <p:cNvSpPr>
            <a:spLocks xmlns:a="http://schemas.openxmlformats.org/drawingml/2006/main" noGrp="1"/>
          </p:cNvSpPr>
          <p:nvPr/>
        </p:nvSpPr>
        <p:spPr>
          <a:xfrm xmlns:a="http://schemas.openxmlformats.org/drawingml/2006/main">
            <a:off x="419100" y="323850"/>
            <a:ext cx="14401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43F"/>
                </a:solidFill>
                <a:latin typeface="Arial"/>
                <a:ea typeface="Arial"/>
                <a:cs typeface="Arial"/>
              </a:defRPr>
            </a:defPPr>
            <a:lvl1pPr algn="l">
              <a:defRPr sz="3300" b="1">
                <a:solidFill>
                  <a:srgbClr val="17243F"/>
                </a:solidFill>
                <a:latin typeface="Arial"/>
                <a:ea typeface="Arial"/>
                <a:cs typeface="Arial"/>
              </a:defRPr>
            </a:lvl1pPr>
            <a:lvl2pPr algn="l">
              <a:defRPr sz="3300" b="1">
                <a:solidFill>
                  <a:srgbClr val="17243F"/>
                </a:solidFill>
                <a:latin typeface="Arial"/>
                <a:ea typeface="Arial"/>
                <a:cs typeface="Arial"/>
              </a:defRPr>
            </a:lvl2pPr>
            <a:lvl3pPr algn="l">
              <a:defRPr sz="3300" b="1">
                <a:solidFill>
                  <a:srgbClr val="17243F"/>
                </a:solidFill>
                <a:latin typeface="Arial"/>
                <a:ea typeface="Arial"/>
                <a:cs typeface="Arial"/>
              </a:defRPr>
            </a:lvl3pPr>
            <a:lvl4pPr algn="l">
              <a:defRPr sz="3300" b="1">
                <a:solidFill>
                  <a:srgbClr val="17243F"/>
                </a:solidFill>
                <a:latin typeface="Arial"/>
                <a:ea typeface="Arial"/>
                <a:cs typeface="Arial"/>
              </a:defRPr>
            </a:lvl4pPr>
            <a:lvl5pPr algn="l">
              <a:defRPr sz="3300" b="1">
                <a:solidFill>
                  <a:srgbClr val="17243F"/>
                </a:solidFill>
                <a:latin typeface="Arial"/>
                <a:ea typeface="Arial"/>
                <a:cs typeface="Arial"/>
              </a:defRPr>
            </a:lvl5pPr>
            <a:lvl6pPr algn="l">
              <a:defRPr sz="3300" b="1">
                <a:solidFill>
                  <a:srgbClr val="17243F"/>
                </a:solidFill>
                <a:latin typeface="Arial"/>
                <a:ea typeface="Arial"/>
                <a:cs typeface="Arial"/>
              </a:defRPr>
            </a:lvl6pPr>
            <a:lvl7pPr algn="l">
              <a:defRPr sz="3300" b="1">
                <a:solidFill>
                  <a:srgbClr val="17243F"/>
                </a:solidFill>
                <a:latin typeface="Arial"/>
                <a:ea typeface="Arial"/>
                <a:cs typeface="Arial"/>
              </a:defRPr>
            </a:lvl7pPr>
            <a:lvl8pPr algn="l">
              <a:defRPr sz="3300" b="1">
                <a:solidFill>
                  <a:srgbClr val="17243F"/>
                </a:solidFill>
                <a:latin typeface="Arial"/>
                <a:ea typeface="Arial"/>
                <a:cs typeface="Arial"/>
              </a:defRPr>
            </a:lvl8pPr>
            <a:lvl9pPr algn="l">
              <a:defRPr sz="3300" b="1">
                <a:solidFill>
                  <a:srgbClr val="17243F"/>
                </a:solidFill>
                <a:latin typeface="Arial"/>
                <a:ea typeface="Arial"/>
                <a:cs typeface="Arial"/>
              </a:defRPr>
            </a:lvl9pPr>
          </a:lstStyle>
          <a:p xmlns:a="http://schemas.openxmlformats.org/drawingml/2006/main">
            <a:pPr algn="l">
              <a:defRPr sz="3300" b="1">
                <a:solidFill>
                  <a:srgbClr val="17243F"/>
                </a:solidFill>
                <a:latin typeface="Arial"/>
                <a:ea typeface="Arial"/>
                <a:cs typeface="Arial"/>
              </a:defRPr>
            </a:pPr>
            <a:r>
              <a:rPr sz="3300" b="1">
                <a:solidFill>
                  <a:srgbClr val="17243F"/>
                </a:solidFill>
                <a:latin typeface="Arial"/>
                <a:ea typeface="Arial"/>
                <a:cs typeface="Arial"/>
              </a:rPr>
              <a:t>MoveBooks AI | Use-Case Diagram</a:t>
            </a:r>
          </a:p>
        </p:txBody>
      </p:sp>
      <p:sp>
        <p:nvSpPr>
          <p:cNvPr id="2" name="Subtitle">
            <a:extLst xmlns:a="http://schemas.openxmlformats.org/drawingml/2006/main">
              <a:ext uri="{FF2B5EF4-FFF2-40B4-BE49-F238E27FC236}">
                <a16:creationId xmlns:a16="http://schemas.microsoft.com/office/drawing/2014/main" id="{F3DB7405-B2E1-48B9-B348-E37C65254E2F}"/>
              </a:ext>
            </a:extLst>
          </p:cNvPr>
          <p:cNvSpPr>
            <a:spLocks xmlns:a="http://schemas.openxmlformats.org/drawingml/2006/main" noGrp="1"/>
          </p:cNvSpPr>
          <p:nvPr/>
        </p:nvSpPr>
        <p:spPr>
          <a:xfrm xmlns:a="http://schemas.openxmlformats.org/drawingml/2006/main">
            <a:off x="419100" y="1000125"/>
            <a:ext cx="1440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9657A"/>
                </a:solidFill>
                <a:latin typeface="Arial"/>
                <a:ea typeface="Arial"/>
                <a:cs typeface="Arial"/>
              </a:defRPr>
            </a:defPPr>
            <a:lvl1pPr algn="l">
              <a:defRPr sz="1800" b="0">
                <a:solidFill>
                  <a:srgbClr val="59657A"/>
                </a:solidFill>
                <a:latin typeface="Arial"/>
                <a:ea typeface="Arial"/>
                <a:cs typeface="Arial"/>
              </a:defRPr>
            </a:lvl1pPr>
            <a:lvl2pPr algn="l">
              <a:defRPr sz="1800" b="0">
                <a:solidFill>
                  <a:srgbClr val="59657A"/>
                </a:solidFill>
                <a:latin typeface="Arial"/>
                <a:ea typeface="Arial"/>
                <a:cs typeface="Arial"/>
              </a:defRPr>
            </a:lvl2pPr>
            <a:lvl3pPr algn="l">
              <a:defRPr sz="1800" b="0">
                <a:solidFill>
                  <a:srgbClr val="59657A"/>
                </a:solidFill>
                <a:latin typeface="Arial"/>
                <a:ea typeface="Arial"/>
                <a:cs typeface="Arial"/>
              </a:defRPr>
            </a:lvl3pPr>
            <a:lvl4pPr algn="l">
              <a:defRPr sz="1800" b="0">
                <a:solidFill>
                  <a:srgbClr val="59657A"/>
                </a:solidFill>
                <a:latin typeface="Arial"/>
                <a:ea typeface="Arial"/>
                <a:cs typeface="Arial"/>
              </a:defRPr>
            </a:lvl4pPr>
            <a:lvl5pPr algn="l">
              <a:defRPr sz="1800" b="0">
                <a:solidFill>
                  <a:srgbClr val="59657A"/>
                </a:solidFill>
                <a:latin typeface="Arial"/>
                <a:ea typeface="Arial"/>
                <a:cs typeface="Arial"/>
              </a:defRPr>
            </a:lvl5pPr>
            <a:lvl6pPr algn="l">
              <a:defRPr sz="1800" b="0">
                <a:solidFill>
                  <a:srgbClr val="59657A"/>
                </a:solidFill>
                <a:latin typeface="Arial"/>
                <a:ea typeface="Arial"/>
                <a:cs typeface="Arial"/>
              </a:defRPr>
            </a:lvl6pPr>
            <a:lvl7pPr algn="l">
              <a:defRPr sz="1800" b="0">
                <a:solidFill>
                  <a:srgbClr val="59657A"/>
                </a:solidFill>
                <a:latin typeface="Arial"/>
                <a:ea typeface="Arial"/>
                <a:cs typeface="Arial"/>
              </a:defRPr>
            </a:lvl7pPr>
            <a:lvl8pPr algn="l">
              <a:defRPr sz="1800" b="0">
                <a:solidFill>
                  <a:srgbClr val="59657A"/>
                </a:solidFill>
                <a:latin typeface="Arial"/>
                <a:ea typeface="Arial"/>
                <a:cs typeface="Arial"/>
              </a:defRPr>
            </a:lvl8pPr>
            <a:lvl9pPr algn="l">
              <a:defRPr sz="1800" b="0">
                <a:solidFill>
                  <a:srgbClr val="59657A"/>
                </a:solidFill>
                <a:latin typeface="Arial"/>
                <a:ea typeface="Arial"/>
                <a:cs typeface="Arial"/>
              </a:defRPr>
            </a:lvl9pPr>
          </a:lstStyle>
          <a:p xmlns:a="http://schemas.openxmlformats.org/drawingml/2006/main">
            <a:pPr algn="l">
              <a:defRPr sz="1800" b="0">
                <a:solidFill>
                  <a:srgbClr val="59657A"/>
                </a:solidFill>
                <a:latin typeface="Arial"/>
                <a:ea typeface="Arial"/>
                <a:cs typeface="Arial"/>
              </a:defRPr>
            </a:pPr>
            <a:r>
              <a:rPr sz="1800" b="0">
                <a:solidFill>
                  <a:srgbClr val="59657A"/>
                </a:solidFill>
                <a:latin typeface="Arial"/>
                <a:ea typeface="Arial"/>
                <a:cs typeface="Arial"/>
              </a:rPr>
              <a:t>Human authority across a bounded migration journey to First Productive Use</a:t>
            </a:r>
          </a:p>
        </p:txBody>
      </p:sp>
      <p:cxnSp>
        <p:nvCxnSpPr>
          <p:cNvPr id="3" name="Title rule">
            <a:extLst xmlns:a="http://schemas.openxmlformats.org/drawingml/2006/main">
              <a:ext uri="{FF2B5EF4-FFF2-40B4-BE49-F238E27FC236}">
                <a16:creationId xmlns:a16="http://schemas.microsoft.com/office/drawing/2014/main" id="{751EC288-F2C5-42CF-BCD8-2185DA9B869D}"/>
              </a:ext>
            </a:extLst>
          </p:cNvPr>
          <p:cNvCxnSpPr/>
          <p:nvPr/>
        </p:nvCxnSpPr>
        <p:spPr>
          <a:xfrm xmlns:a="http://schemas.openxmlformats.org/drawingml/2006/main" flipH="0" flipV="0">
            <a:off x="419100" y="1476375"/>
            <a:ext cx="14401800" cy="0"/>
          </a:xfrm>
          <a:prstGeom xmlns:a="http://schemas.openxmlformats.org/drawingml/2006/main" prst="straightConnector1">
            <a:avLst/>
          </a:prstGeom>
          <a:ln xmlns:a="http://schemas.openxmlformats.org/drawingml/2006/main" w="9525">
            <a:solidFill>
              <a:srgbClr val="D8E2E7"/>
            </a:solidFill>
            <a:prstDash val="solid"/>
            <a:tailEnd type="none" w="sm" len="sm"/>
          </a:ln>
        </p:spPr>
      </p:cxnSp>
      <p:sp>
        <p:nvSpPr>
          <p:cNvPr id="4" name="Human personas heading">
            <a:extLst xmlns:a="http://schemas.openxmlformats.org/drawingml/2006/main">
              <a:ext uri="{FF2B5EF4-FFF2-40B4-BE49-F238E27FC236}">
                <a16:creationId xmlns:a16="http://schemas.microsoft.com/office/drawing/2014/main" id="{754393FC-1139-41B0-B55F-B4F081BE3D84}"/>
              </a:ext>
            </a:extLst>
          </p:cNvPr>
          <p:cNvSpPr>
            <a:spLocks xmlns:a="http://schemas.openxmlformats.org/drawingml/2006/main" noGrp="1"/>
          </p:cNvSpPr>
          <p:nvPr/>
        </p:nvSpPr>
        <p:spPr>
          <a:xfrm xmlns:a="http://schemas.openxmlformats.org/drawingml/2006/main">
            <a:off x="419100" y="1695450"/>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9657A"/>
                </a:solidFill>
                <a:latin typeface="Arial"/>
                <a:ea typeface="Arial"/>
                <a:cs typeface="Arial"/>
              </a:defRPr>
            </a:defPPr>
            <a:lvl1pPr algn="l">
              <a:defRPr sz="1275" b="1">
                <a:solidFill>
                  <a:srgbClr val="59657A"/>
                </a:solidFill>
                <a:latin typeface="Arial"/>
                <a:ea typeface="Arial"/>
                <a:cs typeface="Arial"/>
              </a:defRPr>
            </a:lvl1pPr>
            <a:lvl2pPr algn="l">
              <a:defRPr sz="1275" b="1">
                <a:solidFill>
                  <a:srgbClr val="59657A"/>
                </a:solidFill>
                <a:latin typeface="Arial"/>
                <a:ea typeface="Arial"/>
                <a:cs typeface="Arial"/>
              </a:defRPr>
            </a:lvl2pPr>
            <a:lvl3pPr algn="l">
              <a:defRPr sz="1275" b="1">
                <a:solidFill>
                  <a:srgbClr val="59657A"/>
                </a:solidFill>
                <a:latin typeface="Arial"/>
                <a:ea typeface="Arial"/>
                <a:cs typeface="Arial"/>
              </a:defRPr>
            </a:lvl3pPr>
            <a:lvl4pPr algn="l">
              <a:defRPr sz="1275" b="1">
                <a:solidFill>
                  <a:srgbClr val="59657A"/>
                </a:solidFill>
                <a:latin typeface="Arial"/>
                <a:ea typeface="Arial"/>
                <a:cs typeface="Arial"/>
              </a:defRPr>
            </a:lvl4pPr>
            <a:lvl5pPr algn="l">
              <a:defRPr sz="1275" b="1">
                <a:solidFill>
                  <a:srgbClr val="59657A"/>
                </a:solidFill>
                <a:latin typeface="Arial"/>
                <a:ea typeface="Arial"/>
                <a:cs typeface="Arial"/>
              </a:defRPr>
            </a:lvl5pPr>
            <a:lvl6pPr algn="l">
              <a:defRPr sz="1275" b="1">
                <a:solidFill>
                  <a:srgbClr val="59657A"/>
                </a:solidFill>
                <a:latin typeface="Arial"/>
                <a:ea typeface="Arial"/>
                <a:cs typeface="Arial"/>
              </a:defRPr>
            </a:lvl6pPr>
            <a:lvl7pPr algn="l">
              <a:defRPr sz="1275" b="1">
                <a:solidFill>
                  <a:srgbClr val="59657A"/>
                </a:solidFill>
                <a:latin typeface="Arial"/>
                <a:ea typeface="Arial"/>
                <a:cs typeface="Arial"/>
              </a:defRPr>
            </a:lvl7pPr>
            <a:lvl8pPr algn="l">
              <a:defRPr sz="1275" b="1">
                <a:solidFill>
                  <a:srgbClr val="59657A"/>
                </a:solidFill>
                <a:latin typeface="Arial"/>
                <a:ea typeface="Arial"/>
                <a:cs typeface="Arial"/>
              </a:defRPr>
            </a:lvl8pPr>
            <a:lvl9pPr algn="l">
              <a:defRPr sz="1275" b="1">
                <a:solidFill>
                  <a:srgbClr val="59657A"/>
                </a:solidFill>
                <a:latin typeface="Arial"/>
                <a:ea typeface="Arial"/>
                <a:cs typeface="Arial"/>
              </a:defRPr>
            </a:lvl9pPr>
          </a:lstStyle>
          <a:p xmlns:a="http://schemas.openxmlformats.org/drawingml/2006/main">
            <a:pPr algn="l">
              <a:defRPr sz="1275" b="1">
                <a:solidFill>
                  <a:srgbClr val="59657A"/>
                </a:solidFill>
                <a:latin typeface="Arial"/>
                <a:ea typeface="Arial"/>
                <a:cs typeface="Arial"/>
              </a:defRPr>
            </a:pPr>
            <a:r>
              <a:rPr sz="1275" b="1">
                <a:solidFill>
                  <a:srgbClr val="59657A"/>
                </a:solidFill>
                <a:latin typeface="Arial"/>
                <a:ea typeface="Arial"/>
                <a:cs typeface="Arial"/>
              </a:rPr>
              <a:t>HUMAN PERSONAS</a:t>
            </a:r>
          </a:p>
        </p:txBody>
      </p:sp>
      <p:sp>
        <p:nvSpPr>
          <p:cNvPr id="5" name="External interfaces heading">
            <a:extLst xmlns:a="http://schemas.openxmlformats.org/drawingml/2006/main">
              <a:ext uri="{FF2B5EF4-FFF2-40B4-BE49-F238E27FC236}">
                <a16:creationId xmlns:a16="http://schemas.microsoft.com/office/drawing/2014/main" id="{54B74EAD-0461-4828-BE32-D059D614E1B3}"/>
              </a:ext>
            </a:extLst>
          </p:cNvPr>
          <p:cNvSpPr>
            <a:spLocks xmlns:a="http://schemas.openxmlformats.org/drawingml/2006/main" noGrp="1"/>
          </p:cNvSpPr>
          <p:nvPr/>
        </p:nvSpPr>
        <p:spPr>
          <a:xfrm xmlns:a="http://schemas.openxmlformats.org/drawingml/2006/main">
            <a:off x="12573000" y="16954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9657A"/>
                </a:solidFill>
                <a:latin typeface="Arial"/>
                <a:ea typeface="Arial"/>
                <a:cs typeface="Arial"/>
              </a:defRPr>
            </a:defPPr>
            <a:lvl1pPr algn="l">
              <a:defRPr sz="1275" b="1">
                <a:solidFill>
                  <a:srgbClr val="59657A"/>
                </a:solidFill>
                <a:latin typeface="Arial"/>
                <a:ea typeface="Arial"/>
                <a:cs typeface="Arial"/>
              </a:defRPr>
            </a:lvl1pPr>
            <a:lvl2pPr algn="l">
              <a:defRPr sz="1275" b="1">
                <a:solidFill>
                  <a:srgbClr val="59657A"/>
                </a:solidFill>
                <a:latin typeface="Arial"/>
                <a:ea typeface="Arial"/>
                <a:cs typeface="Arial"/>
              </a:defRPr>
            </a:lvl2pPr>
            <a:lvl3pPr algn="l">
              <a:defRPr sz="1275" b="1">
                <a:solidFill>
                  <a:srgbClr val="59657A"/>
                </a:solidFill>
                <a:latin typeface="Arial"/>
                <a:ea typeface="Arial"/>
                <a:cs typeface="Arial"/>
              </a:defRPr>
            </a:lvl3pPr>
            <a:lvl4pPr algn="l">
              <a:defRPr sz="1275" b="1">
                <a:solidFill>
                  <a:srgbClr val="59657A"/>
                </a:solidFill>
                <a:latin typeface="Arial"/>
                <a:ea typeface="Arial"/>
                <a:cs typeface="Arial"/>
              </a:defRPr>
            </a:lvl4pPr>
            <a:lvl5pPr algn="l">
              <a:defRPr sz="1275" b="1">
                <a:solidFill>
                  <a:srgbClr val="59657A"/>
                </a:solidFill>
                <a:latin typeface="Arial"/>
                <a:ea typeface="Arial"/>
                <a:cs typeface="Arial"/>
              </a:defRPr>
            </a:lvl5pPr>
            <a:lvl6pPr algn="l">
              <a:defRPr sz="1275" b="1">
                <a:solidFill>
                  <a:srgbClr val="59657A"/>
                </a:solidFill>
                <a:latin typeface="Arial"/>
                <a:ea typeface="Arial"/>
                <a:cs typeface="Arial"/>
              </a:defRPr>
            </a:lvl6pPr>
            <a:lvl7pPr algn="l">
              <a:defRPr sz="1275" b="1">
                <a:solidFill>
                  <a:srgbClr val="59657A"/>
                </a:solidFill>
                <a:latin typeface="Arial"/>
                <a:ea typeface="Arial"/>
                <a:cs typeface="Arial"/>
              </a:defRPr>
            </a:lvl7pPr>
            <a:lvl8pPr algn="l">
              <a:defRPr sz="1275" b="1">
                <a:solidFill>
                  <a:srgbClr val="59657A"/>
                </a:solidFill>
                <a:latin typeface="Arial"/>
                <a:ea typeface="Arial"/>
                <a:cs typeface="Arial"/>
              </a:defRPr>
            </a:lvl8pPr>
            <a:lvl9pPr algn="l">
              <a:defRPr sz="1275" b="1">
                <a:solidFill>
                  <a:srgbClr val="59657A"/>
                </a:solidFill>
                <a:latin typeface="Arial"/>
                <a:ea typeface="Arial"/>
                <a:cs typeface="Arial"/>
              </a:defRPr>
            </a:lvl9pPr>
          </a:lstStyle>
          <a:p xmlns:a="http://schemas.openxmlformats.org/drawingml/2006/main">
            <a:pPr algn="l">
              <a:defRPr sz="1275" b="1">
                <a:solidFill>
                  <a:srgbClr val="59657A"/>
                </a:solidFill>
                <a:latin typeface="Arial"/>
                <a:ea typeface="Arial"/>
                <a:cs typeface="Arial"/>
              </a:defRPr>
            </a:pPr>
            <a:r>
              <a:rPr sz="1275" b="1">
                <a:solidFill>
                  <a:srgbClr val="59657A"/>
                </a:solidFill>
                <a:latin typeface="Arial"/>
                <a:ea typeface="Arial"/>
                <a:cs typeface="Arial"/>
              </a:rPr>
              <a:t>EXTERNAL INTERFACES</a:t>
            </a:r>
          </a:p>
        </p:txBody>
      </p:sp>
      <p:sp>
        <p:nvSpPr>
          <p:cNvPr id="6" name="MoveBooks AI system boundary">
            <a:extLst xmlns:a="http://schemas.openxmlformats.org/drawingml/2006/main">
              <a:ext uri="{FF2B5EF4-FFF2-40B4-BE49-F238E27FC236}">
                <a16:creationId xmlns:a16="http://schemas.microsoft.com/office/drawing/2014/main" id="{11231801-15C1-4D2E-A9D6-DB44ABD9E7D6}"/>
              </a:ext>
            </a:extLst>
          </p:cNvPr>
          <p:cNvSpPr>
            <a:spLocks xmlns:a="http://schemas.openxmlformats.org/drawingml/2006/main" noGrp="1"/>
          </p:cNvSpPr>
          <p:nvPr/>
        </p:nvSpPr>
        <p:spPr>
          <a:xfrm xmlns:a="http://schemas.openxmlformats.org/drawingml/2006/main">
            <a:off x="3333750" y="1695450"/>
            <a:ext cx="8667750" cy="5819775"/>
          </a:xfrm>
          <a:prstGeom xmlns:a="http://schemas.openxmlformats.org/drawingml/2006/main" prst="rect">
            <a:avLst/>
          </a:prstGeom>
          <a:solidFill xmlns:a="http://schemas.openxmlformats.org/drawingml/2006/main">
            <a:srgbClr val="FFFFFF"/>
          </a:solidFill>
          <a:ln xmlns:a="http://schemas.openxmlformats.org/drawingml/2006/main" w="16193">
            <a:solidFill>
              <a:srgbClr val="17243F"/>
            </a:solidFill>
            <a:prstDash val="solid"/>
          </a:ln>
        </p:spPr>
      </p:sp>
      <p:sp>
        <p:nvSpPr>
          <p:cNvPr id="7" name="System name">
            <a:extLst xmlns:a="http://schemas.openxmlformats.org/drawingml/2006/main">
              <a:ext uri="{FF2B5EF4-FFF2-40B4-BE49-F238E27FC236}">
                <a16:creationId xmlns:a16="http://schemas.microsoft.com/office/drawing/2014/main" id="{8D8A323B-0029-4FD7-B7B5-5CAC1208B99D}"/>
              </a:ext>
            </a:extLst>
          </p:cNvPr>
          <p:cNvSpPr>
            <a:spLocks xmlns:a="http://schemas.openxmlformats.org/drawingml/2006/main" noGrp="1"/>
          </p:cNvSpPr>
          <p:nvPr/>
        </p:nvSpPr>
        <p:spPr>
          <a:xfrm xmlns:a="http://schemas.openxmlformats.org/drawingml/2006/main">
            <a:off x="3581400" y="1857375"/>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7243F"/>
                </a:solidFill>
                <a:latin typeface="Arial"/>
                <a:ea typeface="Arial"/>
                <a:cs typeface="Arial"/>
              </a:defRPr>
            </a:defPPr>
            <a:lvl1pPr algn="l">
              <a:defRPr sz="1950" b="1">
                <a:solidFill>
                  <a:srgbClr val="17243F"/>
                </a:solidFill>
                <a:latin typeface="Arial"/>
                <a:ea typeface="Arial"/>
                <a:cs typeface="Arial"/>
              </a:defRPr>
            </a:lvl1pPr>
            <a:lvl2pPr algn="l">
              <a:defRPr sz="1950" b="1">
                <a:solidFill>
                  <a:srgbClr val="17243F"/>
                </a:solidFill>
                <a:latin typeface="Arial"/>
                <a:ea typeface="Arial"/>
                <a:cs typeface="Arial"/>
              </a:defRPr>
            </a:lvl2pPr>
            <a:lvl3pPr algn="l">
              <a:defRPr sz="1950" b="1">
                <a:solidFill>
                  <a:srgbClr val="17243F"/>
                </a:solidFill>
                <a:latin typeface="Arial"/>
                <a:ea typeface="Arial"/>
                <a:cs typeface="Arial"/>
              </a:defRPr>
            </a:lvl3pPr>
            <a:lvl4pPr algn="l">
              <a:defRPr sz="1950" b="1">
                <a:solidFill>
                  <a:srgbClr val="17243F"/>
                </a:solidFill>
                <a:latin typeface="Arial"/>
                <a:ea typeface="Arial"/>
                <a:cs typeface="Arial"/>
              </a:defRPr>
            </a:lvl4pPr>
            <a:lvl5pPr algn="l">
              <a:defRPr sz="1950" b="1">
                <a:solidFill>
                  <a:srgbClr val="17243F"/>
                </a:solidFill>
                <a:latin typeface="Arial"/>
                <a:ea typeface="Arial"/>
                <a:cs typeface="Arial"/>
              </a:defRPr>
            </a:lvl5pPr>
            <a:lvl6pPr algn="l">
              <a:defRPr sz="1950" b="1">
                <a:solidFill>
                  <a:srgbClr val="17243F"/>
                </a:solidFill>
                <a:latin typeface="Arial"/>
                <a:ea typeface="Arial"/>
                <a:cs typeface="Arial"/>
              </a:defRPr>
            </a:lvl6pPr>
            <a:lvl7pPr algn="l">
              <a:defRPr sz="1950" b="1">
                <a:solidFill>
                  <a:srgbClr val="17243F"/>
                </a:solidFill>
                <a:latin typeface="Arial"/>
                <a:ea typeface="Arial"/>
                <a:cs typeface="Arial"/>
              </a:defRPr>
            </a:lvl7pPr>
            <a:lvl8pPr algn="l">
              <a:defRPr sz="1950" b="1">
                <a:solidFill>
                  <a:srgbClr val="17243F"/>
                </a:solidFill>
                <a:latin typeface="Arial"/>
                <a:ea typeface="Arial"/>
                <a:cs typeface="Arial"/>
              </a:defRPr>
            </a:lvl8pPr>
            <a:lvl9pPr algn="l">
              <a:defRPr sz="1950" b="1">
                <a:solidFill>
                  <a:srgbClr val="17243F"/>
                </a:solidFill>
                <a:latin typeface="Arial"/>
                <a:ea typeface="Arial"/>
                <a:cs typeface="Arial"/>
              </a:defRPr>
            </a:lvl9pPr>
          </a:lstStyle>
          <a:p xmlns:a="http://schemas.openxmlformats.org/drawingml/2006/main">
            <a:pPr algn="l">
              <a:defRPr sz="1950" b="1">
                <a:solidFill>
                  <a:srgbClr val="17243F"/>
                </a:solidFill>
                <a:latin typeface="Arial"/>
                <a:ea typeface="Arial"/>
                <a:cs typeface="Arial"/>
              </a:defRPr>
            </a:pPr>
            <a:r>
              <a:rPr sz="1950" b="1">
                <a:solidFill>
                  <a:srgbClr val="17243F"/>
                </a:solidFill>
                <a:latin typeface="Arial"/>
                <a:ea typeface="Arial"/>
                <a:cs typeface="Arial"/>
              </a:rPr>
              <a:t>MoveBooks AI</a:t>
            </a:r>
          </a:p>
        </p:txBody>
      </p:sp>
      <p:sp>
        <p:nvSpPr>
          <p:cNvPr id="8" name="Authorization boundary">
            <a:extLst xmlns:a="http://schemas.openxmlformats.org/drawingml/2006/main">
              <a:ext uri="{FF2B5EF4-FFF2-40B4-BE49-F238E27FC236}">
                <a16:creationId xmlns:a16="http://schemas.microsoft.com/office/drawing/2014/main" id="{9CF8A348-64D4-4A5E-985F-E157065B5769}"/>
              </a:ext>
            </a:extLst>
          </p:cNvPr>
          <p:cNvSpPr>
            <a:spLocks xmlns:a="http://schemas.openxmlformats.org/drawingml/2006/main" noGrp="1"/>
          </p:cNvSpPr>
          <p:nvPr/>
        </p:nvSpPr>
        <p:spPr>
          <a:xfrm xmlns:a="http://schemas.openxmlformats.org/drawingml/2006/main">
            <a:off x="6048375" y="1895475"/>
            <a:ext cx="569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087F80"/>
                </a:solidFill>
                <a:latin typeface="Arial"/>
                <a:ea typeface="Arial"/>
                <a:cs typeface="Arial"/>
              </a:defRPr>
            </a:defPPr>
            <a:lvl1pPr algn="r">
              <a:defRPr sz="1500" b="1">
                <a:solidFill>
                  <a:srgbClr val="087F80"/>
                </a:solidFill>
                <a:latin typeface="Arial"/>
                <a:ea typeface="Arial"/>
                <a:cs typeface="Arial"/>
              </a:defRPr>
            </a:lvl1pPr>
            <a:lvl2pPr algn="r">
              <a:defRPr sz="1500" b="1">
                <a:solidFill>
                  <a:srgbClr val="087F80"/>
                </a:solidFill>
                <a:latin typeface="Arial"/>
                <a:ea typeface="Arial"/>
                <a:cs typeface="Arial"/>
              </a:defRPr>
            </a:lvl2pPr>
            <a:lvl3pPr algn="r">
              <a:defRPr sz="1500" b="1">
                <a:solidFill>
                  <a:srgbClr val="087F80"/>
                </a:solidFill>
                <a:latin typeface="Arial"/>
                <a:ea typeface="Arial"/>
                <a:cs typeface="Arial"/>
              </a:defRPr>
            </a:lvl3pPr>
            <a:lvl4pPr algn="r">
              <a:defRPr sz="1500" b="1">
                <a:solidFill>
                  <a:srgbClr val="087F80"/>
                </a:solidFill>
                <a:latin typeface="Arial"/>
                <a:ea typeface="Arial"/>
                <a:cs typeface="Arial"/>
              </a:defRPr>
            </a:lvl4pPr>
            <a:lvl5pPr algn="r">
              <a:defRPr sz="1500" b="1">
                <a:solidFill>
                  <a:srgbClr val="087F80"/>
                </a:solidFill>
                <a:latin typeface="Arial"/>
                <a:ea typeface="Arial"/>
                <a:cs typeface="Arial"/>
              </a:defRPr>
            </a:lvl5pPr>
            <a:lvl6pPr algn="r">
              <a:defRPr sz="1500" b="1">
                <a:solidFill>
                  <a:srgbClr val="087F80"/>
                </a:solidFill>
                <a:latin typeface="Arial"/>
                <a:ea typeface="Arial"/>
                <a:cs typeface="Arial"/>
              </a:defRPr>
            </a:lvl6pPr>
            <a:lvl7pPr algn="r">
              <a:defRPr sz="1500" b="1">
                <a:solidFill>
                  <a:srgbClr val="087F80"/>
                </a:solidFill>
                <a:latin typeface="Arial"/>
                <a:ea typeface="Arial"/>
                <a:cs typeface="Arial"/>
              </a:defRPr>
            </a:lvl7pPr>
            <a:lvl8pPr algn="r">
              <a:defRPr sz="1500" b="1">
                <a:solidFill>
                  <a:srgbClr val="087F80"/>
                </a:solidFill>
                <a:latin typeface="Arial"/>
                <a:ea typeface="Arial"/>
                <a:cs typeface="Arial"/>
              </a:defRPr>
            </a:lvl8pPr>
            <a:lvl9pPr algn="r">
              <a:defRPr sz="1500" b="1">
                <a:solidFill>
                  <a:srgbClr val="087F80"/>
                </a:solidFill>
                <a:latin typeface="Arial"/>
                <a:ea typeface="Arial"/>
                <a:cs typeface="Arial"/>
              </a:defRPr>
            </a:lvl9pPr>
          </a:lstStyle>
          <a:p xmlns:a="http://schemas.openxmlformats.org/drawingml/2006/main">
            <a:pPr algn="r">
              <a:defRPr sz="1500" b="1">
                <a:solidFill>
                  <a:srgbClr val="087F80"/>
                </a:solidFill>
                <a:latin typeface="Arial"/>
                <a:ea typeface="Arial"/>
                <a:cs typeface="Arial"/>
              </a:defRPr>
            </a:pPr>
            <a:r>
              <a:rPr sz="1500" b="1">
                <a:solidFill>
                  <a:srgbClr val="087F80"/>
                </a:solidFill>
                <a:latin typeface="Arial"/>
                <a:ea typeface="Arial"/>
                <a:cs typeface="Arial"/>
              </a:rPr>
              <a:t>Owner authorization + current approvals</a:t>
            </a:r>
          </a:p>
        </p:txBody>
      </p:sp>
      <p:sp>
        <p:nvSpPr>
          <p:cNvPr id="9" name="Scope boundary disclosure">
            <a:extLst xmlns:a="http://schemas.openxmlformats.org/drawingml/2006/main">
              <a:ext uri="{FF2B5EF4-FFF2-40B4-BE49-F238E27FC236}">
                <a16:creationId xmlns:a16="http://schemas.microsoft.com/office/drawing/2014/main" id="{53DC1C4D-D456-4C5E-8C71-1CE3CBFE311B}"/>
              </a:ext>
            </a:extLst>
          </p:cNvPr>
          <p:cNvSpPr>
            <a:spLocks xmlns:a="http://schemas.openxmlformats.org/drawingml/2006/main" noGrp="1"/>
          </p:cNvSpPr>
          <p:nvPr/>
        </p:nvSpPr>
        <p:spPr>
          <a:xfrm xmlns:a="http://schemas.openxmlformats.org/drawingml/2006/main">
            <a:off x="3581400" y="2228850"/>
            <a:ext cx="8153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Synthetic beta journey. Persona labels do not grant separate permissions.</a:t>
            </a:r>
          </a:p>
        </p:txBody>
      </p:sp>
      <p:sp>
        <p:nvSpPr>
          <p:cNvPr id="10" name="Use case 1 Discover source &amp; migration needs">
            <a:extLst xmlns:a="http://schemas.openxmlformats.org/drawingml/2006/main">
              <a:ext uri="{FF2B5EF4-FFF2-40B4-BE49-F238E27FC236}">
                <a16:creationId xmlns:a16="http://schemas.microsoft.com/office/drawing/2014/main" id="{DCE9109B-B157-4D3B-B2C3-7043F9A6179A}"/>
              </a:ext>
            </a:extLst>
          </p:cNvPr>
          <p:cNvSpPr>
            <a:spLocks xmlns:a="http://schemas.openxmlformats.org/drawingml/2006/main" noGrp="1"/>
          </p:cNvSpPr>
          <p:nvPr/>
        </p:nvSpPr>
        <p:spPr>
          <a:xfrm xmlns:a="http://schemas.openxmlformats.org/drawingml/2006/main">
            <a:off x="3676650" y="2619375"/>
            <a:ext cx="3781425" cy="590550"/>
          </a:xfrm>
          <a:prstGeom xmlns:a="http://schemas.openxmlformats.org/drawingml/2006/main" prst="ellipse">
            <a:avLst/>
          </a:prstGeom>
          <a:solidFill xmlns:a="http://schemas.openxmlformats.org/drawingml/2006/main">
            <a:srgbClr val="F3FAF9"/>
          </a:solidFill>
          <a:ln xmlns:a="http://schemas.openxmlformats.org/drawingml/2006/main" w="13335">
            <a:solidFill>
              <a:srgbClr val="087F80"/>
            </a:solidFill>
            <a:prstDash val="solid"/>
          </a:ln>
        </p:spPr>
      </p:sp>
      <p:sp>
        <p:nvSpPr>
          <p:cNvPr id="11" name="Use case number 1">
            <a:extLst xmlns:a="http://schemas.openxmlformats.org/drawingml/2006/main">
              <a:ext uri="{FF2B5EF4-FFF2-40B4-BE49-F238E27FC236}">
                <a16:creationId xmlns:a16="http://schemas.microsoft.com/office/drawing/2014/main" id="{40C3A531-48E0-4456-B0CD-2D29E9C64918}"/>
              </a:ext>
            </a:extLst>
          </p:cNvPr>
          <p:cNvSpPr>
            <a:spLocks xmlns:a="http://schemas.openxmlformats.org/drawingml/2006/main" noGrp="1"/>
          </p:cNvSpPr>
          <p:nvPr/>
        </p:nvSpPr>
        <p:spPr>
          <a:xfrm xmlns:a="http://schemas.openxmlformats.org/drawingml/2006/main">
            <a:off x="3867150" y="2809875"/>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0"/>
                </a:solidFill>
                <a:latin typeface="Arial"/>
                <a:ea typeface="Arial"/>
                <a:cs typeface="Arial"/>
              </a:defRPr>
            </a:defPPr>
            <a:lvl1pPr algn="l">
              <a:defRPr sz="1350" b="1">
                <a:solidFill>
                  <a:srgbClr val="087F80"/>
                </a:solidFill>
                <a:latin typeface="Arial"/>
                <a:ea typeface="Arial"/>
                <a:cs typeface="Arial"/>
              </a:defRPr>
            </a:lvl1pPr>
            <a:lvl2pPr algn="l">
              <a:defRPr sz="1350" b="1">
                <a:solidFill>
                  <a:srgbClr val="087F80"/>
                </a:solidFill>
                <a:latin typeface="Arial"/>
                <a:ea typeface="Arial"/>
                <a:cs typeface="Arial"/>
              </a:defRPr>
            </a:lvl2pPr>
            <a:lvl3pPr algn="l">
              <a:defRPr sz="1350" b="1">
                <a:solidFill>
                  <a:srgbClr val="087F80"/>
                </a:solidFill>
                <a:latin typeface="Arial"/>
                <a:ea typeface="Arial"/>
                <a:cs typeface="Arial"/>
              </a:defRPr>
            </a:lvl3pPr>
            <a:lvl4pPr algn="l">
              <a:defRPr sz="1350" b="1">
                <a:solidFill>
                  <a:srgbClr val="087F80"/>
                </a:solidFill>
                <a:latin typeface="Arial"/>
                <a:ea typeface="Arial"/>
                <a:cs typeface="Arial"/>
              </a:defRPr>
            </a:lvl4pPr>
            <a:lvl5pPr algn="l">
              <a:defRPr sz="1350" b="1">
                <a:solidFill>
                  <a:srgbClr val="087F80"/>
                </a:solidFill>
                <a:latin typeface="Arial"/>
                <a:ea typeface="Arial"/>
                <a:cs typeface="Arial"/>
              </a:defRPr>
            </a:lvl5pPr>
            <a:lvl6pPr algn="l">
              <a:defRPr sz="1350" b="1">
                <a:solidFill>
                  <a:srgbClr val="087F80"/>
                </a:solidFill>
                <a:latin typeface="Arial"/>
                <a:ea typeface="Arial"/>
                <a:cs typeface="Arial"/>
              </a:defRPr>
            </a:lvl6pPr>
            <a:lvl7pPr algn="l">
              <a:defRPr sz="1350" b="1">
                <a:solidFill>
                  <a:srgbClr val="087F80"/>
                </a:solidFill>
                <a:latin typeface="Arial"/>
                <a:ea typeface="Arial"/>
                <a:cs typeface="Arial"/>
              </a:defRPr>
            </a:lvl7pPr>
            <a:lvl8pPr algn="l">
              <a:defRPr sz="1350" b="1">
                <a:solidFill>
                  <a:srgbClr val="087F80"/>
                </a:solidFill>
                <a:latin typeface="Arial"/>
                <a:ea typeface="Arial"/>
                <a:cs typeface="Arial"/>
              </a:defRPr>
            </a:lvl8pPr>
            <a:lvl9pPr algn="l">
              <a:defRPr sz="1350" b="1">
                <a:solidFill>
                  <a:srgbClr val="087F80"/>
                </a:solidFill>
                <a:latin typeface="Arial"/>
                <a:ea typeface="Arial"/>
                <a:cs typeface="Arial"/>
              </a:defRPr>
            </a:lvl9pPr>
          </a:lstStyle>
          <a:p xmlns:a="http://schemas.openxmlformats.org/drawingml/2006/main">
            <a:pPr algn="l">
              <a:defRPr sz="1350" b="1">
                <a:solidFill>
                  <a:srgbClr val="087F80"/>
                </a:solidFill>
                <a:latin typeface="Arial"/>
                <a:ea typeface="Arial"/>
                <a:cs typeface="Arial"/>
              </a:defRPr>
            </a:pPr>
            <a:r>
              <a:rPr sz="1350" b="1">
                <a:solidFill>
                  <a:srgbClr val="087F80"/>
                </a:solidFill>
                <a:latin typeface="Arial"/>
                <a:ea typeface="Arial"/>
                <a:cs typeface="Arial"/>
              </a:rPr>
              <a:t>01</a:t>
            </a:r>
          </a:p>
        </p:txBody>
      </p:sp>
      <p:sp>
        <p:nvSpPr>
          <p:cNvPr id="12" name="Use case text 1">
            <a:extLst xmlns:a="http://schemas.openxmlformats.org/drawingml/2006/main">
              <a:ext uri="{FF2B5EF4-FFF2-40B4-BE49-F238E27FC236}">
                <a16:creationId xmlns:a16="http://schemas.microsoft.com/office/drawing/2014/main" id="{13566E9F-A735-4AE4-A6E1-6E537568AB0E}"/>
              </a:ext>
            </a:extLst>
          </p:cNvPr>
          <p:cNvSpPr>
            <a:spLocks xmlns:a="http://schemas.openxmlformats.org/drawingml/2006/main" noGrp="1"/>
          </p:cNvSpPr>
          <p:nvPr/>
        </p:nvSpPr>
        <p:spPr>
          <a:xfrm xmlns:a="http://schemas.openxmlformats.org/drawingml/2006/main">
            <a:off x="4229100" y="2686050"/>
            <a:ext cx="2876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7243F"/>
                </a:solidFill>
                <a:latin typeface="Arial"/>
                <a:ea typeface="Arial"/>
                <a:cs typeface="Arial"/>
              </a:defRPr>
            </a:defPPr>
            <a:lvl1pPr algn="ctr">
              <a:defRPr sz="1575" b="0">
                <a:solidFill>
                  <a:srgbClr val="17243F"/>
                </a:solidFill>
                <a:latin typeface="Arial"/>
                <a:ea typeface="Arial"/>
                <a:cs typeface="Arial"/>
              </a:defRPr>
            </a:lvl1pPr>
            <a:lvl2pPr algn="ctr">
              <a:defRPr sz="1575" b="0">
                <a:solidFill>
                  <a:srgbClr val="17243F"/>
                </a:solidFill>
                <a:latin typeface="Arial"/>
                <a:ea typeface="Arial"/>
                <a:cs typeface="Arial"/>
              </a:defRPr>
            </a:lvl2pPr>
            <a:lvl3pPr algn="ctr">
              <a:defRPr sz="1575" b="0">
                <a:solidFill>
                  <a:srgbClr val="17243F"/>
                </a:solidFill>
                <a:latin typeface="Arial"/>
                <a:ea typeface="Arial"/>
                <a:cs typeface="Arial"/>
              </a:defRPr>
            </a:lvl3pPr>
            <a:lvl4pPr algn="ctr">
              <a:defRPr sz="1575" b="0">
                <a:solidFill>
                  <a:srgbClr val="17243F"/>
                </a:solidFill>
                <a:latin typeface="Arial"/>
                <a:ea typeface="Arial"/>
                <a:cs typeface="Arial"/>
              </a:defRPr>
            </a:lvl4pPr>
            <a:lvl5pPr algn="ctr">
              <a:defRPr sz="1575" b="0">
                <a:solidFill>
                  <a:srgbClr val="17243F"/>
                </a:solidFill>
                <a:latin typeface="Arial"/>
                <a:ea typeface="Arial"/>
                <a:cs typeface="Arial"/>
              </a:defRPr>
            </a:lvl5pPr>
            <a:lvl6pPr algn="ctr">
              <a:defRPr sz="1575" b="0">
                <a:solidFill>
                  <a:srgbClr val="17243F"/>
                </a:solidFill>
                <a:latin typeface="Arial"/>
                <a:ea typeface="Arial"/>
                <a:cs typeface="Arial"/>
              </a:defRPr>
            </a:lvl6pPr>
            <a:lvl7pPr algn="ctr">
              <a:defRPr sz="1575" b="0">
                <a:solidFill>
                  <a:srgbClr val="17243F"/>
                </a:solidFill>
                <a:latin typeface="Arial"/>
                <a:ea typeface="Arial"/>
                <a:cs typeface="Arial"/>
              </a:defRPr>
            </a:lvl7pPr>
            <a:lvl8pPr algn="ctr">
              <a:defRPr sz="1575" b="0">
                <a:solidFill>
                  <a:srgbClr val="17243F"/>
                </a:solidFill>
                <a:latin typeface="Arial"/>
                <a:ea typeface="Arial"/>
                <a:cs typeface="Arial"/>
              </a:defRPr>
            </a:lvl8pPr>
            <a:lvl9pPr algn="ctr">
              <a:defRPr sz="1575" b="0">
                <a:solidFill>
                  <a:srgbClr val="17243F"/>
                </a:solidFill>
                <a:latin typeface="Arial"/>
                <a:ea typeface="Arial"/>
                <a:cs typeface="Arial"/>
              </a:defRPr>
            </a:lvl9pPr>
          </a:lstStyle>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Discover source</a:t>
            </a:r>
          </a:p>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&amp; migration needs</a:t>
            </a:r>
          </a:p>
        </p:txBody>
      </p:sp>
      <p:sp>
        <p:nvSpPr>
          <p:cNvPr id="13" name="Use case 2 Assess data &amp; migration readiness">
            <a:extLst xmlns:a="http://schemas.openxmlformats.org/drawingml/2006/main">
              <a:ext uri="{FF2B5EF4-FFF2-40B4-BE49-F238E27FC236}">
                <a16:creationId xmlns:a16="http://schemas.microsoft.com/office/drawing/2014/main" id="{8CB4374E-5853-42BE-A6B8-616F7C91A0A5}"/>
              </a:ext>
            </a:extLst>
          </p:cNvPr>
          <p:cNvSpPr>
            <a:spLocks xmlns:a="http://schemas.openxmlformats.org/drawingml/2006/main" noGrp="1"/>
          </p:cNvSpPr>
          <p:nvPr/>
        </p:nvSpPr>
        <p:spPr>
          <a:xfrm xmlns:a="http://schemas.openxmlformats.org/drawingml/2006/main">
            <a:off x="3676650" y="3314700"/>
            <a:ext cx="3781425" cy="590550"/>
          </a:xfrm>
          <a:prstGeom xmlns:a="http://schemas.openxmlformats.org/drawingml/2006/main" prst="ellipse">
            <a:avLst/>
          </a:prstGeom>
          <a:solidFill xmlns:a="http://schemas.openxmlformats.org/drawingml/2006/main">
            <a:srgbClr val="F3FAF9"/>
          </a:solidFill>
          <a:ln xmlns:a="http://schemas.openxmlformats.org/drawingml/2006/main" w="13335">
            <a:solidFill>
              <a:srgbClr val="087F80"/>
            </a:solidFill>
            <a:prstDash val="solid"/>
          </a:ln>
        </p:spPr>
      </p:sp>
      <p:sp>
        <p:nvSpPr>
          <p:cNvPr id="14" name="Use case number 2">
            <a:extLst xmlns:a="http://schemas.openxmlformats.org/drawingml/2006/main">
              <a:ext uri="{FF2B5EF4-FFF2-40B4-BE49-F238E27FC236}">
                <a16:creationId xmlns:a16="http://schemas.microsoft.com/office/drawing/2014/main" id="{F364F60E-D224-4575-B385-B3F09D26DB7B}"/>
              </a:ext>
            </a:extLst>
          </p:cNvPr>
          <p:cNvSpPr>
            <a:spLocks xmlns:a="http://schemas.openxmlformats.org/drawingml/2006/main" noGrp="1"/>
          </p:cNvSpPr>
          <p:nvPr/>
        </p:nvSpPr>
        <p:spPr>
          <a:xfrm xmlns:a="http://schemas.openxmlformats.org/drawingml/2006/main">
            <a:off x="3867150" y="350520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0"/>
                </a:solidFill>
                <a:latin typeface="Arial"/>
                <a:ea typeface="Arial"/>
                <a:cs typeface="Arial"/>
              </a:defRPr>
            </a:defPPr>
            <a:lvl1pPr algn="l">
              <a:defRPr sz="1350" b="1">
                <a:solidFill>
                  <a:srgbClr val="087F80"/>
                </a:solidFill>
                <a:latin typeface="Arial"/>
                <a:ea typeface="Arial"/>
                <a:cs typeface="Arial"/>
              </a:defRPr>
            </a:lvl1pPr>
            <a:lvl2pPr algn="l">
              <a:defRPr sz="1350" b="1">
                <a:solidFill>
                  <a:srgbClr val="087F80"/>
                </a:solidFill>
                <a:latin typeface="Arial"/>
                <a:ea typeface="Arial"/>
                <a:cs typeface="Arial"/>
              </a:defRPr>
            </a:lvl2pPr>
            <a:lvl3pPr algn="l">
              <a:defRPr sz="1350" b="1">
                <a:solidFill>
                  <a:srgbClr val="087F80"/>
                </a:solidFill>
                <a:latin typeface="Arial"/>
                <a:ea typeface="Arial"/>
                <a:cs typeface="Arial"/>
              </a:defRPr>
            </a:lvl3pPr>
            <a:lvl4pPr algn="l">
              <a:defRPr sz="1350" b="1">
                <a:solidFill>
                  <a:srgbClr val="087F80"/>
                </a:solidFill>
                <a:latin typeface="Arial"/>
                <a:ea typeface="Arial"/>
                <a:cs typeface="Arial"/>
              </a:defRPr>
            </a:lvl4pPr>
            <a:lvl5pPr algn="l">
              <a:defRPr sz="1350" b="1">
                <a:solidFill>
                  <a:srgbClr val="087F80"/>
                </a:solidFill>
                <a:latin typeface="Arial"/>
                <a:ea typeface="Arial"/>
                <a:cs typeface="Arial"/>
              </a:defRPr>
            </a:lvl5pPr>
            <a:lvl6pPr algn="l">
              <a:defRPr sz="1350" b="1">
                <a:solidFill>
                  <a:srgbClr val="087F80"/>
                </a:solidFill>
                <a:latin typeface="Arial"/>
                <a:ea typeface="Arial"/>
                <a:cs typeface="Arial"/>
              </a:defRPr>
            </a:lvl6pPr>
            <a:lvl7pPr algn="l">
              <a:defRPr sz="1350" b="1">
                <a:solidFill>
                  <a:srgbClr val="087F80"/>
                </a:solidFill>
                <a:latin typeface="Arial"/>
                <a:ea typeface="Arial"/>
                <a:cs typeface="Arial"/>
              </a:defRPr>
            </a:lvl7pPr>
            <a:lvl8pPr algn="l">
              <a:defRPr sz="1350" b="1">
                <a:solidFill>
                  <a:srgbClr val="087F80"/>
                </a:solidFill>
                <a:latin typeface="Arial"/>
                <a:ea typeface="Arial"/>
                <a:cs typeface="Arial"/>
              </a:defRPr>
            </a:lvl8pPr>
            <a:lvl9pPr algn="l">
              <a:defRPr sz="1350" b="1">
                <a:solidFill>
                  <a:srgbClr val="087F80"/>
                </a:solidFill>
                <a:latin typeface="Arial"/>
                <a:ea typeface="Arial"/>
                <a:cs typeface="Arial"/>
              </a:defRPr>
            </a:lvl9pPr>
          </a:lstStyle>
          <a:p xmlns:a="http://schemas.openxmlformats.org/drawingml/2006/main">
            <a:pPr algn="l">
              <a:defRPr sz="1350" b="1">
                <a:solidFill>
                  <a:srgbClr val="087F80"/>
                </a:solidFill>
                <a:latin typeface="Arial"/>
                <a:ea typeface="Arial"/>
                <a:cs typeface="Arial"/>
              </a:defRPr>
            </a:pPr>
            <a:r>
              <a:rPr sz="1350" b="1">
                <a:solidFill>
                  <a:srgbClr val="087F80"/>
                </a:solidFill>
                <a:latin typeface="Arial"/>
                <a:ea typeface="Arial"/>
                <a:cs typeface="Arial"/>
              </a:rPr>
              <a:t>02</a:t>
            </a:r>
          </a:p>
        </p:txBody>
      </p:sp>
      <p:sp>
        <p:nvSpPr>
          <p:cNvPr id="15" name="Use case text 2">
            <a:extLst xmlns:a="http://schemas.openxmlformats.org/drawingml/2006/main">
              <a:ext uri="{FF2B5EF4-FFF2-40B4-BE49-F238E27FC236}">
                <a16:creationId xmlns:a16="http://schemas.microsoft.com/office/drawing/2014/main" id="{67E6D0E6-0436-4196-8692-38AFE77CAE95}"/>
              </a:ext>
            </a:extLst>
          </p:cNvPr>
          <p:cNvSpPr>
            <a:spLocks xmlns:a="http://schemas.openxmlformats.org/drawingml/2006/main" noGrp="1"/>
          </p:cNvSpPr>
          <p:nvPr/>
        </p:nvSpPr>
        <p:spPr>
          <a:xfrm xmlns:a="http://schemas.openxmlformats.org/drawingml/2006/main">
            <a:off x="4229100" y="3381375"/>
            <a:ext cx="2876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7243F"/>
                </a:solidFill>
                <a:latin typeface="Arial"/>
                <a:ea typeface="Arial"/>
                <a:cs typeface="Arial"/>
              </a:defRPr>
            </a:defPPr>
            <a:lvl1pPr algn="ctr">
              <a:defRPr sz="1575" b="0">
                <a:solidFill>
                  <a:srgbClr val="17243F"/>
                </a:solidFill>
                <a:latin typeface="Arial"/>
                <a:ea typeface="Arial"/>
                <a:cs typeface="Arial"/>
              </a:defRPr>
            </a:lvl1pPr>
            <a:lvl2pPr algn="ctr">
              <a:defRPr sz="1575" b="0">
                <a:solidFill>
                  <a:srgbClr val="17243F"/>
                </a:solidFill>
                <a:latin typeface="Arial"/>
                <a:ea typeface="Arial"/>
                <a:cs typeface="Arial"/>
              </a:defRPr>
            </a:lvl2pPr>
            <a:lvl3pPr algn="ctr">
              <a:defRPr sz="1575" b="0">
                <a:solidFill>
                  <a:srgbClr val="17243F"/>
                </a:solidFill>
                <a:latin typeface="Arial"/>
                <a:ea typeface="Arial"/>
                <a:cs typeface="Arial"/>
              </a:defRPr>
            </a:lvl3pPr>
            <a:lvl4pPr algn="ctr">
              <a:defRPr sz="1575" b="0">
                <a:solidFill>
                  <a:srgbClr val="17243F"/>
                </a:solidFill>
                <a:latin typeface="Arial"/>
                <a:ea typeface="Arial"/>
                <a:cs typeface="Arial"/>
              </a:defRPr>
            </a:lvl4pPr>
            <a:lvl5pPr algn="ctr">
              <a:defRPr sz="1575" b="0">
                <a:solidFill>
                  <a:srgbClr val="17243F"/>
                </a:solidFill>
                <a:latin typeface="Arial"/>
                <a:ea typeface="Arial"/>
                <a:cs typeface="Arial"/>
              </a:defRPr>
            </a:lvl5pPr>
            <a:lvl6pPr algn="ctr">
              <a:defRPr sz="1575" b="0">
                <a:solidFill>
                  <a:srgbClr val="17243F"/>
                </a:solidFill>
                <a:latin typeface="Arial"/>
                <a:ea typeface="Arial"/>
                <a:cs typeface="Arial"/>
              </a:defRPr>
            </a:lvl6pPr>
            <a:lvl7pPr algn="ctr">
              <a:defRPr sz="1575" b="0">
                <a:solidFill>
                  <a:srgbClr val="17243F"/>
                </a:solidFill>
                <a:latin typeface="Arial"/>
                <a:ea typeface="Arial"/>
                <a:cs typeface="Arial"/>
              </a:defRPr>
            </a:lvl7pPr>
            <a:lvl8pPr algn="ctr">
              <a:defRPr sz="1575" b="0">
                <a:solidFill>
                  <a:srgbClr val="17243F"/>
                </a:solidFill>
                <a:latin typeface="Arial"/>
                <a:ea typeface="Arial"/>
                <a:cs typeface="Arial"/>
              </a:defRPr>
            </a:lvl8pPr>
            <a:lvl9pPr algn="ctr">
              <a:defRPr sz="1575" b="0">
                <a:solidFill>
                  <a:srgbClr val="17243F"/>
                </a:solidFill>
                <a:latin typeface="Arial"/>
                <a:ea typeface="Arial"/>
                <a:cs typeface="Arial"/>
              </a:defRPr>
            </a:lvl9pPr>
          </a:lstStyle>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Assess data</a:t>
            </a:r>
          </a:p>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&amp; migration readiness</a:t>
            </a:r>
          </a:p>
        </p:txBody>
      </p:sp>
      <p:sp>
        <p:nvSpPr>
          <p:cNvPr id="16" name="Use case 3 Generate mapping &amp; migration plan">
            <a:extLst xmlns:a="http://schemas.openxmlformats.org/drawingml/2006/main">
              <a:ext uri="{FF2B5EF4-FFF2-40B4-BE49-F238E27FC236}">
                <a16:creationId xmlns:a16="http://schemas.microsoft.com/office/drawing/2014/main" id="{72AC4E6F-5241-49E9-AE4B-59118BEB41C7}"/>
              </a:ext>
            </a:extLst>
          </p:cNvPr>
          <p:cNvSpPr>
            <a:spLocks xmlns:a="http://schemas.openxmlformats.org/drawingml/2006/main" noGrp="1"/>
          </p:cNvSpPr>
          <p:nvPr/>
        </p:nvSpPr>
        <p:spPr>
          <a:xfrm xmlns:a="http://schemas.openxmlformats.org/drawingml/2006/main">
            <a:off x="3676650" y="4010025"/>
            <a:ext cx="3781425" cy="590550"/>
          </a:xfrm>
          <a:prstGeom xmlns:a="http://schemas.openxmlformats.org/drawingml/2006/main" prst="ellipse">
            <a:avLst/>
          </a:prstGeom>
          <a:solidFill xmlns:a="http://schemas.openxmlformats.org/drawingml/2006/main">
            <a:srgbClr val="F3FAF9"/>
          </a:solidFill>
          <a:ln xmlns:a="http://schemas.openxmlformats.org/drawingml/2006/main" w="13335">
            <a:solidFill>
              <a:srgbClr val="087F80"/>
            </a:solidFill>
            <a:prstDash val="solid"/>
          </a:ln>
        </p:spPr>
      </p:sp>
      <p:sp>
        <p:nvSpPr>
          <p:cNvPr id="17" name="Use case number 3">
            <a:extLst xmlns:a="http://schemas.openxmlformats.org/drawingml/2006/main">
              <a:ext uri="{FF2B5EF4-FFF2-40B4-BE49-F238E27FC236}">
                <a16:creationId xmlns:a16="http://schemas.microsoft.com/office/drawing/2014/main" id="{28D881A3-5947-4709-B16F-3EBFB9AAED56}"/>
              </a:ext>
            </a:extLst>
          </p:cNvPr>
          <p:cNvSpPr>
            <a:spLocks xmlns:a="http://schemas.openxmlformats.org/drawingml/2006/main" noGrp="1"/>
          </p:cNvSpPr>
          <p:nvPr/>
        </p:nvSpPr>
        <p:spPr>
          <a:xfrm xmlns:a="http://schemas.openxmlformats.org/drawingml/2006/main">
            <a:off x="3867150" y="4200525"/>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0"/>
                </a:solidFill>
                <a:latin typeface="Arial"/>
                <a:ea typeface="Arial"/>
                <a:cs typeface="Arial"/>
              </a:defRPr>
            </a:defPPr>
            <a:lvl1pPr algn="l">
              <a:defRPr sz="1350" b="1">
                <a:solidFill>
                  <a:srgbClr val="087F80"/>
                </a:solidFill>
                <a:latin typeface="Arial"/>
                <a:ea typeface="Arial"/>
                <a:cs typeface="Arial"/>
              </a:defRPr>
            </a:lvl1pPr>
            <a:lvl2pPr algn="l">
              <a:defRPr sz="1350" b="1">
                <a:solidFill>
                  <a:srgbClr val="087F80"/>
                </a:solidFill>
                <a:latin typeface="Arial"/>
                <a:ea typeface="Arial"/>
                <a:cs typeface="Arial"/>
              </a:defRPr>
            </a:lvl2pPr>
            <a:lvl3pPr algn="l">
              <a:defRPr sz="1350" b="1">
                <a:solidFill>
                  <a:srgbClr val="087F80"/>
                </a:solidFill>
                <a:latin typeface="Arial"/>
                <a:ea typeface="Arial"/>
                <a:cs typeface="Arial"/>
              </a:defRPr>
            </a:lvl3pPr>
            <a:lvl4pPr algn="l">
              <a:defRPr sz="1350" b="1">
                <a:solidFill>
                  <a:srgbClr val="087F80"/>
                </a:solidFill>
                <a:latin typeface="Arial"/>
                <a:ea typeface="Arial"/>
                <a:cs typeface="Arial"/>
              </a:defRPr>
            </a:lvl4pPr>
            <a:lvl5pPr algn="l">
              <a:defRPr sz="1350" b="1">
                <a:solidFill>
                  <a:srgbClr val="087F80"/>
                </a:solidFill>
                <a:latin typeface="Arial"/>
                <a:ea typeface="Arial"/>
                <a:cs typeface="Arial"/>
              </a:defRPr>
            </a:lvl5pPr>
            <a:lvl6pPr algn="l">
              <a:defRPr sz="1350" b="1">
                <a:solidFill>
                  <a:srgbClr val="087F80"/>
                </a:solidFill>
                <a:latin typeface="Arial"/>
                <a:ea typeface="Arial"/>
                <a:cs typeface="Arial"/>
              </a:defRPr>
            </a:lvl6pPr>
            <a:lvl7pPr algn="l">
              <a:defRPr sz="1350" b="1">
                <a:solidFill>
                  <a:srgbClr val="087F80"/>
                </a:solidFill>
                <a:latin typeface="Arial"/>
                <a:ea typeface="Arial"/>
                <a:cs typeface="Arial"/>
              </a:defRPr>
            </a:lvl7pPr>
            <a:lvl8pPr algn="l">
              <a:defRPr sz="1350" b="1">
                <a:solidFill>
                  <a:srgbClr val="087F80"/>
                </a:solidFill>
                <a:latin typeface="Arial"/>
                <a:ea typeface="Arial"/>
                <a:cs typeface="Arial"/>
              </a:defRPr>
            </a:lvl8pPr>
            <a:lvl9pPr algn="l">
              <a:defRPr sz="1350" b="1">
                <a:solidFill>
                  <a:srgbClr val="087F80"/>
                </a:solidFill>
                <a:latin typeface="Arial"/>
                <a:ea typeface="Arial"/>
                <a:cs typeface="Arial"/>
              </a:defRPr>
            </a:lvl9pPr>
          </a:lstStyle>
          <a:p xmlns:a="http://schemas.openxmlformats.org/drawingml/2006/main">
            <a:pPr algn="l">
              <a:defRPr sz="1350" b="1">
                <a:solidFill>
                  <a:srgbClr val="087F80"/>
                </a:solidFill>
                <a:latin typeface="Arial"/>
                <a:ea typeface="Arial"/>
                <a:cs typeface="Arial"/>
              </a:defRPr>
            </a:pPr>
            <a:r>
              <a:rPr sz="1350" b="1">
                <a:solidFill>
                  <a:srgbClr val="087F80"/>
                </a:solidFill>
                <a:latin typeface="Arial"/>
                <a:ea typeface="Arial"/>
                <a:cs typeface="Arial"/>
              </a:rPr>
              <a:t>03</a:t>
            </a:r>
          </a:p>
        </p:txBody>
      </p:sp>
      <p:sp>
        <p:nvSpPr>
          <p:cNvPr id="18" name="Use case text 3">
            <a:extLst xmlns:a="http://schemas.openxmlformats.org/drawingml/2006/main">
              <a:ext uri="{FF2B5EF4-FFF2-40B4-BE49-F238E27FC236}">
                <a16:creationId xmlns:a16="http://schemas.microsoft.com/office/drawing/2014/main" id="{0828F8CE-D0F9-4B03-8858-395E9147205C}"/>
              </a:ext>
            </a:extLst>
          </p:cNvPr>
          <p:cNvSpPr>
            <a:spLocks xmlns:a="http://schemas.openxmlformats.org/drawingml/2006/main" noGrp="1"/>
          </p:cNvSpPr>
          <p:nvPr/>
        </p:nvSpPr>
        <p:spPr>
          <a:xfrm xmlns:a="http://schemas.openxmlformats.org/drawingml/2006/main">
            <a:off x="4229100" y="4076700"/>
            <a:ext cx="2876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7243F"/>
                </a:solidFill>
                <a:latin typeface="Arial"/>
                <a:ea typeface="Arial"/>
                <a:cs typeface="Arial"/>
              </a:defRPr>
            </a:defPPr>
            <a:lvl1pPr algn="ctr">
              <a:defRPr sz="1575" b="0">
                <a:solidFill>
                  <a:srgbClr val="17243F"/>
                </a:solidFill>
                <a:latin typeface="Arial"/>
                <a:ea typeface="Arial"/>
                <a:cs typeface="Arial"/>
              </a:defRPr>
            </a:lvl1pPr>
            <a:lvl2pPr algn="ctr">
              <a:defRPr sz="1575" b="0">
                <a:solidFill>
                  <a:srgbClr val="17243F"/>
                </a:solidFill>
                <a:latin typeface="Arial"/>
                <a:ea typeface="Arial"/>
                <a:cs typeface="Arial"/>
              </a:defRPr>
            </a:lvl2pPr>
            <a:lvl3pPr algn="ctr">
              <a:defRPr sz="1575" b="0">
                <a:solidFill>
                  <a:srgbClr val="17243F"/>
                </a:solidFill>
                <a:latin typeface="Arial"/>
                <a:ea typeface="Arial"/>
                <a:cs typeface="Arial"/>
              </a:defRPr>
            </a:lvl3pPr>
            <a:lvl4pPr algn="ctr">
              <a:defRPr sz="1575" b="0">
                <a:solidFill>
                  <a:srgbClr val="17243F"/>
                </a:solidFill>
                <a:latin typeface="Arial"/>
                <a:ea typeface="Arial"/>
                <a:cs typeface="Arial"/>
              </a:defRPr>
            </a:lvl4pPr>
            <a:lvl5pPr algn="ctr">
              <a:defRPr sz="1575" b="0">
                <a:solidFill>
                  <a:srgbClr val="17243F"/>
                </a:solidFill>
                <a:latin typeface="Arial"/>
                <a:ea typeface="Arial"/>
                <a:cs typeface="Arial"/>
              </a:defRPr>
            </a:lvl5pPr>
            <a:lvl6pPr algn="ctr">
              <a:defRPr sz="1575" b="0">
                <a:solidFill>
                  <a:srgbClr val="17243F"/>
                </a:solidFill>
                <a:latin typeface="Arial"/>
                <a:ea typeface="Arial"/>
                <a:cs typeface="Arial"/>
              </a:defRPr>
            </a:lvl6pPr>
            <a:lvl7pPr algn="ctr">
              <a:defRPr sz="1575" b="0">
                <a:solidFill>
                  <a:srgbClr val="17243F"/>
                </a:solidFill>
                <a:latin typeface="Arial"/>
                <a:ea typeface="Arial"/>
                <a:cs typeface="Arial"/>
              </a:defRPr>
            </a:lvl7pPr>
            <a:lvl8pPr algn="ctr">
              <a:defRPr sz="1575" b="0">
                <a:solidFill>
                  <a:srgbClr val="17243F"/>
                </a:solidFill>
                <a:latin typeface="Arial"/>
                <a:ea typeface="Arial"/>
                <a:cs typeface="Arial"/>
              </a:defRPr>
            </a:lvl8pPr>
            <a:lvl9pPr algn="ctr">
              <a:defRPr sz="1575" b="0">
                <a:solidFill>
                  <a:srgbClr val="17243F"/>
                </a:solidFill>
                <a:latin typeface="Arial"/>
                <a:ea typeface="Arial"/>
                <a:cs typeface="Arial"/>
              </a:defRPr>
            </a:lvl9pPr>
          </a:lstStyle>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Generate mapping</a:t>
            </a:r>
          </a:p>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&amp; migration plan</a:t>
            </a:r>
          </a:p>
        </p:txBody>
      </p:sp>
      <p:sp>
        <p:nvSpPr>
          <p:cNvPr id="19" name="Use case 4 Review &amp; approve plan">
            <a:extLst xmlns:a="http://schemas.openxmlformats.org/drawingml/2006/main">
              <a:ext uri="{FF2B5EF4-FFF2-40B4-BE49-F238E27FC236}">
                <a16:creationId xmlns:a16="http://schemas.microsoft.com/office/drawing/2014/main" id="{A1CD55E4-5A66-462A-965B-6AA1C431939E}"/>
              </a:ext>
            </a:extLst>
          </p:cNvPr>
          <p:cNvSpPr>
            <a:spLocks xmlns:a="http://schemas.openxmlformats.org/drawingml/2006/main" noGrp="1"/>
          </p:cNvSpPr>
          <p:nvPr/>
        </p:nvSpPr>
        <p:spPr>
          <a:xfrm xmlns:a="http://schemas.openxmlformats.org/drawingml/2006/main">
            <a:off x="3676650" y="4705350"/>
            <a:ext cx="3781425" cy="590550"/>
          </a:xfrm>
          <a:prstGeom xmlns:a="http://schemas.openxmlformats.org/drawingml/2006/main" prst="ellipse">
            <a:avLst/>
          </a:prstGeom>
          <a:solidFill xmlns:a="http://schemas.openxmlformats.org/drawingml/2006/main">
            <a:srgbClr val="F3FAF9"/>
          </a:solidFill>
          <a:ln xmlns:a="http://schemas.openxmlformats.org/drawingml/2006/main" w="13335">
            <a:solidFill>
              <a:srgbClr val="087F80"/>
            </a:solidFill>
            <a:prstDash val="solid"/>
          </a:ln>
        </p:spPr>
      </p:sp>
      <p:sp>
        <p:nvSpPr>
          <p:cNvPr id="20" name="Use case number 4">
            <a:extLst xmlns:a="http://schemas.openxmlformats.org/drawingml/2006/main">
              <a:ext uri="{FF2B5EF4-FFF2-40B4-BE49-F238E27FC236}">
                <a16:creationId xmlns:a16="http://schemas.microsoft.com/office/drawing/2014/main" id="{7F241CF8-D355-425C-AB74-BC8EF2A37D14}"/>
              </a:ext>
            </a:extLst>
          </p:cNvPr>
          <p:cNvSpPr>
            <a:spLocks xmlns:a="http://schemas.openxmlformats.org/drawingml/2006/main" noGrp="1"/>
          </p:cNvSpPr>
          <p:nvPr/>
        </p:nvSpPr>
        <p:spPr>
          <a:xfrm xmlns:a="http://schemas.openxmlformats.org/drawingml/2006/main">
            <a:off x="3867150" y="4895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0"/>
                </a:solidFill>
                <a:latin typeface="Arial"/>
                <a:ea typeface="Arial"/>
                <a:cs typeface="Arial"/>
              </a:defRPr>
            </a:defPPr>
            <a:lvl1pPr algn="l">
              <a:defRPr sz="1350" b="1">
                <a:solidFill>
                  <a:srgbClr val="087F80"/>
                </a:solidFill>
                <a:latin typeface="Arial"/>
                <a:ea typeface="Arial"/>
                <a:cs typeface="Arial"/>
              </a:defRPr>
            </a:lvl1pPr>
            <a:lvl2pPr algn="l">
              <a:defRPr sz="1350" b="1">
                <a:solidFill>
                  <a:srgbClr val="087F80"/>
                </a:solidFill>
                <a:latin typeface="Arial"/>
                <a:ea typeface="Arial"/>
                <a:cs typeface="Arial"/>
              </a:defRPr>
            </a:lvl2pPr>
            <a:lvl3pPr algn="l">
              <a:defRPr sz="1350" b="1">
                <a:solidFill>
                  <a:srgbClr val="087F80"/>
                </a:solidFill>
                <a:latin typeface="Arial"/>
                <a:ea typeface="Arial"/>
                <a:cs typeface="Arial"/>
              </a:defRPr>
            </a:lvl3pPr>
            <a:lvl4pPr algn="l">
              <a:defRPr sz="1350" b="1">
                <a:solidFill>
                  <a:srgbClr val="087F80"/>
                </a:solidFill>
                <a:latin typeface="Arial"/>
                <a:ea typeface="Arial"/>
                <a:cs typeface="Arial"/>
              </a:defRPr>
            </a:lvl4pPr>
            <a:lvl5pPr algn="l">
              <a:defRPr sz="1350" b="1">
                <a:solidFill>
                  <a:srgbClr val="087F80"/>
                </a:solidFill>
                <a:latin typeface="Arial"/>
                <a:ea typeface="Arial"/>
                <a:cs typeface="Arial"/>
              </a:defRPr>
            </a:lvl5pPr>
            <a:lvl6pPr algn="l">
              <a:defRPr sz="1350" b="1">
                <a:solidFill>
                  <a:srgbClr val="087F80"/>
                </a:solidFill>
                <a:latin typeface="Arial"/>
                <a:ea typeface="Arial"/>
                <a:cs typeface="Arial"/>
              </a:defRPr>
            </a:lvl6pPr>
            <a:lvl7pPr algn="l">
              <a:defRPr sz="1350" b="1">
                <a:solidFill>
                  <a:srgbClr val="087F80"/>
                </a:solidFill>
                <a:latin typeface="Arial"/>
                <a:ea typeface="Arial"/>
                <a:cs typeface="Arial"/>
              </a:defRPr>
            </a:lvl7pPr>
            <a:lvl8pPr algn="l">
              <a:defRPr sz="1350" b="1">
                <a:solidFill>
                  <a:srgbClr val="087F80"/>
                </a:solidFill>
                <a:latin typeface="Arial"/>
                <a:ea typeface="Arial"/>
                <a:cs typeface="Arial"/>
              </a:defRPr>
            </a:lvl8pPr>
            <a:lvl9pPr algn="l">
              <a:defRPr sz="1350" b="1">
                <a:solidFill>
                  <a:srgbClr val="087F80"/>
                </a:solidFill>
                <a:latin typeface="Arial"/>
                <a:ea typeface="Arial"/>
                <a:cs typeface="Arial"/>
              </a:defRPr>
            </a:lvl9pPr>
          </a:lstStyle>
          <a:p xmlns:a="http://schemas.openxmlformats.org/drawingml/2006/main">
            <a:pPr algn="l">
              <a:defRPr sz="1350" b="1">
                <a:solidFill>
                  <a:srgbClr val="087F80"/>
                </a:solidFill>
                <a:latin typeface="Arial"/>
                <a:ea typeface="Arial"/>
                <a:cs typeface="Arial"/>
              </a:defRPr>
            </a:pPr>
            <a:r>
              <a:rPr sz="1350" b="1">
                <a:solidFill>
                  <a:srgbClr val="087F80"/>
                </a:solidFill>
                <a:latin typeface="Arial"/>
                <a:ea typeface="Arial"/>
                <a:cs typeface="Arial"/>
              </a:rPr>
              <a:t>04</a:t>
            </a:r>
          </a:p>
        </p:txBody>
      </p:sp>
      <p:sp>
        <p:nvSpPr>
          <p:cNvPr id="21" name="Use case text 4">
            <a:extLst xmlns:a="http://schemas.openxmlformats.org/drawingml/2006/main">
              <a:ext uri="{FF2B5EF4-FFF2-40B4-BE49-F238E27FC236}">
                <a16:creationId xmlns:a16="http://schemas.microsoft.com/office/drawing/2014/main" id="{5AF42059-9D14-4DBE-8265-7D5E3F382C5A}"/>
              </a:ext>
            </a:extLst>
          </p:cNvPr>
          <p:cNvSpPr>
            <a:spLocks xmlns:a="http://schemas.openxmlformats.org/drawingml/2006/main" noGrp="1"/>
          </p:cNvSpPr>
          <p:nvPr/>
        </p:nvSpPr>
        <p:spPr>
          <a:xfrm xmlns:a="http://schemas.openxmlformats.org/drawingml/2006/main">
            <a:off x="4229100" y="4772025"/>
            <a:ext cx="2876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7243F"/>
                </a:solidFill>
                <a:latin typeface="Arial"/>
                <a:ea typeface="Arial"/>
                <a:cs typeface="Arial"/>
              </a:defRPr>
            </a:defPPr>
            <a:lvl1pPr algn="ctr">
              <a:defRPr sz="1575" b="0">
                <a:solidFill>
                  <a:srgbClr val="17243F"/>
                </a:solidFill>
                <a:latin typeface="Arial"/>
                <a:ea typeface="Arial"/>
                <a:cs typeface="Arial"/>
              </a:defRPr>
            </a:lvl1pPr>
            <a:lvl2pPr algn="ctr">
              <a:defRPr sz="1575" b="0">
                <a:solidFill>
                  <a:srgbClr val="17243F"/>
                </a:solidFill>
                <a:latin typeface="Arial"/>
                <a:ea typeface="Arial"/>
                <a:cs typeface="Arial"/>
              </a:defRPr>
            </a:lvl2pPr>
            <a:lvl3pPr algn="ctr">
              <a:defRPr sz="1575" b="0">
                <a:solidFill>
                  <a:srgbClr val="17243F"/>
                </a:solidFill>
                <a:latin typeface="Arial"/>
                <a:ea typeface="Arial"/>
                <a:cs typeface="Arial"/>
              </a:defRPr>
            </a:lvl3pPr>
            <a:lvl4pPr algn="ctr">
              <a:defRPr sz="1575" b="0">
                <a:solidFill>
                  <a:srgbClr val="17243F"/>
                </a:solidFill>
                <a:latin typeface="Arial"/>
                <a:ea typeface="Arial"/>
                <a:cs typeface="Arial"/>
              </a:defRPr>
            </a:lvl4pPr>
            <a:lvl5pPr algn="ctr">
              <a:defRPr sz="1575" b="0">
                <a:solidFill>
                  <a:srgbClr val="17243F"/>
                </a:solidFill>
                <a:latin typeface="Arial"/>
                <a:ea typeface="Arial"/>
                <a:cs typeface="Arial"/>
              </a:defRPr>
            </a:lvl5pPr>
            <a:lvl6pPr algn="ctr">
              <a:defRPr sz="1575" b="0">
                <a:solidFill>
                  <a:srgbClr val="17243F"/>
                </a:solidFill>
                <a:latin typeface="Arial"/>
                <a:ea typeface="Arial"/>
                <a:cs typeface="Arial"/>
              </a:defRPr>
            </a:lvl6pPr>
            <a:lvl7pPr algn="ctr">
              <a:defRPr sz="1575" b="0">
                <a:solidFill>
                  <a:srgbClr val="17243F"/>
                </a:solidFill>
                <a:latin typeface="Arial"/>
                <a:ea typeface="Arial"/>
                <a:cs typeface="Arial"/>
              </a:defRPr>
            </a:lvl7pPr>
            <a:lvl8pPr algn="ctr">
              <a:defRPr sz="1575" b="0">
                <a:solidFill>
                  <a:srgbClr val="17243F"/>
                </a:solidFill>
                <a:latin typeface="Arial"/>
                <a:ea typeface="Arial"/>
                <a:cs typeface="Arial"/>
              </a:defRPr>
            </a:lvl8pPr>
            <a:lvl9pPr algn="ctr">
              <a:defRPr sz="1575" b="0">
                <a:solidFill>
                  <a:srgbClr val="17243F"/>
                </a:solidFill>
                <a:latin typeface="Arial"/>
                <a:ea typeface="Arial"/>
                <a:cs typeface="Arial"/>
              </a:defRPr>
            </a:lvl9pPr>
          </a:lstStyle>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Review &amp; approve plan</a:t>
            </a:r>
          </a:p>
        </p:txBody>
      </p:sp>
      <p:sp>
        <p:nvSpPr>
          <p:cNvPr id="22" name="Human gate 4">
            <a:extLst xmlns:a="http://schemas.openxmlformats.org/drawingml/2006/main">
              <a:ext uri="{FF2B5EF4-FFF2-40B4-BE49-F238E27FC236}">
                <a16:creationId xmlns:a16="http://schemas.microsoft.com/office/drawing/2014/main" id="{9C679CF5-8322-4461-8F7E-AED01CBAD6D9}"/>
              </a:ext>
            </a:extLst>
          </p:cNvPr>
          <p:cNvSpPr>
            <a:spLocks xmlns:a="http://schemas.openxmlformats.org/drawingml/2006/main" noGrp="1"/>
          </p:cNvSpPr>
          <p:nvPr/>
        </p:nvSpPr>
        <p:spPr>
          <a:xfrm xmlns:a="http://schemas.openxmlformats.org/drawingml/2006/main">
            <a:off x="7134225" y="4886325"/>
            <a:ext cx="228600" cy="228600"/>
          </a:xfrm>
          <a:prstGeom xmlns:a="http://schemas.openxmlformats.org/drawingml/2006/main" prst="diamond">
            <a:avLst/>
          </a:prstGeom>
          <a:solidFill xmlns:a="http://schemas.openxmlformats.org/drawingml/2006/main">
            <a:srgbClr val="FFF7EB"/>
          </a:solidFill>
          <a:ln xmlns:a="http://schemas.openxmlformats.org/drawingml/2006/main" w="12383">
            <a:solidFill>
              <a:srgbClr val="A56A18"/>
            </a:solidFill>
            <a:prstDash val="solid"/>
          </a:ln>
        </p:spPr>
      </p:sp>
      <p:sp>
        <p:nvSpPr>
          <p:cNvPr id="23" name="Human gate H 4">
            <a:extLst xmlns:a="http://schemas.openxmlformats.org/drawingml/2006/main">
              <a:ext uri="{FF2B5EF4-FFF2-40B4-BE49-F238E27FC236}">
                <a16:creationId xmlns:a16="http://schemas.microsoft.com/office/drawing/2014/main" id="{DDB81FB2-4D34-471B-9E80-13989B2B53F6}"/>
              </a:ext>
            </a:extLst>
          </p:cNvPr>
          <p:cNvSpPr>
            <a:spLocks xmlns:a="http://schemas.openxmlformats.org/drawingml/2006/main" noGrp="1"/>
          </p:cNvSpPr>
          <p:nvPr/>
        </p:nvSpPr>
        <p:spPr>
          <a:xfrm xmlns:a="http://schemas.openxmlformats.org/drawingml/2006/main">
            <a:off x="7162800" y="4914900"/>
            <a:ext cx="1714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A56A18"/>
                </a:solidFill>
                <a:latin typeface="Arial"/>
                <a:ea typeface="Arial"/>
                <a:cs typeface="Arial"/>
              </a:defRPr>
            </a:defPPr>
            <a:lvl1pPr algn="ctr">
              <a:defRPr sz="1050" b="1">
                <a:solidFill>
                  <a:srgbClr val="A56A18"/>
                </a:solidFill>
                <a:latin typeface="Arial"/>
                <a:ea typeface="Arial"/>
                <a:cs typeface="Arial"/>
              </a:defRPr>
            </a:lvl1pPr>
            <a:lvl2pPr algn="ctr">
              <a:defRPr sz="1050" b="1">
                <a:solidFill>
                  <a:srgbClr val="A56A18"/>
                </a:solidFill>
                <a:latin typeface="Arial"/>
                <a:ea typeface="Arial"/>
                <a:cs typeface="Arial"/>
              </a:defRPr>
            </a:lvl2pPr>
            <a:lvl3pPr algn="ctr">
              <a:defRPr sz="1050" b="1">
                <a:solidFill>
                  <a:srgbClr val="A56A18"/>
                </a:solidFill>
                <a:latin typeface="Arial"/>
                <a:ea typeface="Arial"/>
                <a:cs typeface="Arial"/>
              </a:defRPr>
            </a:lvl3pPr>
            <a:lvl4pPr algn="ctr">
              <a:defRPr sz="1050" b="1">
                <a:solidFill>
                  <a:srgbClr val="A56A18"/>
                </a:solidFill>
                <a:latin typeface="Arial"/>
                <a:ea typeface="Arial"/>
                <a:cs typeface="Arial"/>
              </a:defRPr>
            </a:lvl4pPr>
            <a:lvl5pPr algn="ctr">
              <a:defRPr sz="1050" b="1">
                <a:solidFill>
                  <a:srgbClr val="A56A18"/>
                </a:solidFill>
                <a:latin typeface="Arial"/>
                <a:ea typeface="Arial"/>
                <a:cs typeface="Arial"/>
              </a:defRPr>
            </a:lvl5pPr>
            <a:lvl6pPr algn="ctr">
              <a:defRPr sz="1050" b="1">
                <a:solidFill>
                  <a:srgbClr val="A56A18"/>
                </a:solidFill>
                <a:latin typeface="Arial"/>
                <a:ea typeface="Arial"/>
                <a:cs typeface="Arial"/>
              </a:defRPr>
            </a:lvl6pPr>
            <a:lvl7pPr algn="ctr">
              <a:defRPr sz="1050" b="1">
                <a:solidFill>
                  <a:srgbClr val="A56A18"/>
                </a:solidFill>
                <a:latin typeface="Arial"/>
                <a:ea typeface="Arial"/>
                <a:cs typeface="Arial"/>
              </a:defRPr>
            </a:lvl7pPr>
            <a:lvl8pPr algn="ctr">
              <a:defRPr sz="1050" b="1">
                <a:solidFill>
                  <a:srgbClr val="A56A18"/>
                </a:solidFill>
                <a:latin typeface="Arial"/>
                <a:ea typeface="Arial"/>
                <a:cs typeface="Arial"/>
              </a:defRPr>
            </a:lvl8pPr>
            <a:lvl9pPr algn="ctr">
              <a:defRPr sz="1050" b="1">
                <a:solidFill>
                  <a:srgbClr val="A56A18"/>
                </a:solidFill>
                <a:latin typeface="Arial"/>
                <a:ea typeface="Arial"/>
                <a:cs typeface="Arial"/>
              </a:defRPr>
            </a:lvl9pPr>
          </a:lstStyle>
          <a:p xmlns:a="http://schemas.openxmlformats.org/drawingml/2006/main">
            <a:pPr algn="ctr">
              <a:defRPr sz="1050" b="1">
                <a:solidFill>
                  <a:srgbClr val="A56A18"/>
                </a:solidFill>
                <a:latin typeface="Arial"/>
                <a:ea typeface="Arial"/>
                <a:cs typeface="Arial"/>
              </a:defRPr>
            </a:pPr>
            <a:r>
              <a:rPr sz="1050" b="1">
                <a:solidFill>
                  <a:srgbClr val="A56A18"/>
                </a:solidFill>
                <a:latin typeface="Arial"/>
                <a:ea typeface="Arial"/>
                <a:cs typeface="Arial"/>
              </a:rPr>
              <a:t>H</a:t>
            </a:r>
          </a:p>
        </p:txBody>
      </p:sp>
      <p:sp>
        <p:nvSpPr>
          <p:cNvPr id="24" name="Use case 5 Execute authorized migration steps">
            <a:extLst xmlns:a="http://schemas.openxmlformats.org/drawingml/2006/main">
              <a:ext uri="{FF2B5EF4-FFF2-40B4-BE49-F238E27FC236}">
                <a16:creationId xmlns:a16="http://schemas.microsoft.com/office/drawing/2014/main" id="{84B38B5C-5F08-47C7-9724-F0CF35E372CA}"/>
              </a:ext>
            </a:extLst>
          </p:cNvPr>
          <p:cNvSpPr>
            <a:spLocks xmlns:a="http://schemas.openxmlformats.org/drawingml/2006/main" noGrp="1"/>
          </p:cNvSpPr>
          <p:nvPr/>
        </p:nvSpPr>
        <p:spPr>
          <a:xfrm xmlns:a="http://schemas.openxmlformats.org/drawingml/2006/main">
            <a:off x="3676650" y="5400675"/>
            <a:ext cx="3781425" cy="590550"/>
          </a:xfrm>
          <a:prstGeom xmlns:a="http://schemas.openxmlformats.org/drawingml/2006/main" prst="ellipse">
            <a:avLst/>
          </a:prstGeom>
          <a:solidFill xmlns:a="http://schemas.openxmlformats.org/drawingml/2006/main">
            <a:srgbClr val="F3FAF9"/>
          </a:solidFill>
          <a:ln xmlns:a="http://schemas.openxmlformats.org/drawingml/2006/main" w="13335">
            <a:solidFill>
              <a:srgbClr val="087F80"/>
            </a:solidFill>
            <a:prstDash val="solid"/>
          </a:ln>
        </p:spPr>
      </p:sp>
      <p:sp>
        <p:nvSpPr>
          <p:cNvPr id="25" name="Use case number 5">
            <a:extLst xmlns:a="http://schemas.openxmlformats.org/drawingml/2006/main">
              <a:ext uri="{FF2B5EF4-FFF2-40B4-BE49-F238E27FC236}">
                <a16:creationId xmlns:a16="http://schemas.microsoft.com/office/drawing/2014/main" id="{6AC3FE0F-0F6C-4ED8-B93E-D4DE2CAD5547}"/>
              </a:ext>
            </a:extLst>
          </p:cNvPr>
          <p:cNvSpPr>
            <a:spLocks xmlns:a="http://schemas.openxmlformats.org/drawingml/2006/main" noGrp="1"/>
          </p:cNvSpPr>
          <p:nvPr/>
        </p:nvSpPr>
        <p:spPr>
          <a:xfrm xmlns:a="http://schemas.openxmlformats.org/drawingml/2006/main">
            <a:off x="3867150" y="5591175"/>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0"/>
                </a:solidFill>
                <a:latin typeface="Arial"/>
                <a:ea typeface="Arial"/>
                <a:cs typeface="Arial"/>
              </a:defRPr>
            </a:defPPr>
            <a:lvl1pPr algn="l">
              <a:defRPr sz="1350" b="1">
                <a:solidFill>
                  <a:srgbClr val="087F80"/>
                </a:solidFill>
                <a:latin typeface="Arial"/>
                <a:ea typeface="Arial"/>
                <a:cs typeface="Arial"/>
              </a:defRPr>
            </a:lvl1pPr>
            <a:lvl2pPr algn="l">
              <a:defRPr sz="1350" b="1">
                <a:solidFill>
                  <a:srgbClr val="087F80"/>
                </a:solidFill>
                <a:latin typeface="Arial"/>
                <a:ea typeface="Arial"/>
                <a:cs typeface="Arial"/>
              </a:defRPr>
            </a:lvl2pPr>
            <a:lvl3pPr algn="l">
              <a:defRPr sz="1350" b="1">
                <a:solidFill>
                  <a:srgbClr val="087F80"/>
                </a:solidFill>
                <a:latin typeface="Arial"/>
                <a:ea typeface="Arial"/>
                <a:cs typeface="Arial"/>
              </a:defRPr>
            </a:lvl3pPr>
            <a:lvl4pPr algn="l">
              <a:defRPr sz="1350" b="1">
                <a:solidFill>
                  <a:srgbClr val="087F80"/>
                </a:solidFill>
                <a:latin typeface="Arial"/>
                <a:ea typeface="Arial"/>
                <a:cs typeface="Arial"/>
              </a:defRPr>
            </a:lvl4pPr>
            <a:lvl5pPr algn="l">
              <a:defRPr sz="1350" b="1">
                <a:solidFill>
                  <a:srgbClr val="087F80"/>
                </a:solidFill>
                <a:latin typeface="Arial"/>
                <a:ea typeface="Arial"/>
                <a:cs typeface="Arial"/>
              </a:defRPr>
            </a:lvl5pPr>
            <a:lvl6pPr algn="l">
              <a:defRPr sz="1350" b="1">
                <a:solidFill>
                  <a:srgbClr val="087F80"/>
                </a:solidFill>
                <a:latin typeface="Arial"/>
                <a:ea typeface="Arial"/>
                <a:cs typeface="Arial"/>
              </a:defRPr>
            </a:lvl6pPr>
            <a:lvl7pPr algn="l">
              <a:defRPr sz="1350" b="1">
                <a:solidFill>
                  <a:srgbClr val="087F80"/>
                </a:solidFill>
                <a:latin typeface="Arial"/>
                <a:ea typeface="Arial"/>
                <a:cs typeface="Arial"/>
              </a:defRPr>
            </a:lvl7pPr>
            <a:lvl8pPr algn="l">
              <a:defRPr sz="1350" b="1">
                <a:solidFill>
                  <a:srgbClr val="087F80"/>
                </a:solidFill>
                <a:latin typeface="Arial"/>
                <a:ea typeface="Arial"/>
                <a:cs typeface="Arial"/>
              </a:defRPr>
            </a:lvl8pPr>
            <a:lvl9pPr algn="l">
              <a:defRPr sz="1350" b="1">
                <a:solidFill>
                  <a:srgbClr val="087F80"/>
                </a:solidFill>
                <a:latin typeface="Arial"/>
                <a:ea typeface="Arial"/>
                <a:cs typeface="Arial"/>
              </a:defRPr>
            </a:lvl9pPr>
          </a:lstStyle>
          <a:p xmlns:a="http://schemas.openxmlformats.org/drawingml/2006/main">
            <a:pPr algn="l">
              <a:defRPr sz="1350" b="1">
                <a:solidFill>
                  <a:srgbClr val="087F80"/>
                </a:solidFill>
                <a:latin typeface="Arial"/>
                <a:ea typeface="Arial"/>
                <a:cs typeface="Arial"/>
              </a:defRPr>
            </a:pPr>
            <a:r>
              <a:rPr sz="1350" b="1">
                <a:solidFill>
                  <a:srgbClr val="087F80"/>
                </a:solidFill>
                <a:latin typeface="Arial"/>
                <a:ea typeface="Arial"/>
                <a:cs typeface="Arial"/>
              </a:rPr>
              <a:t>05</a:t>
            </a:r>
          </a:p>
        </p:txBody>
      </p:sp>
      <p:sp>
        <p:nvSpPr>
          <p:cNvPr id="26" name="Use case text 5">
            <a:extLst xmlns:a="http://schemas.openxmlformats.org/drawingml/2006/main">
              <a:ext uri="{FF2B5EF4-FFF2-40B4-BE49-F238E27FC236}">
                <a16:creationId xmlns:a16="http://schemas.microsoft.com/office/drawing/2014/main" id="{357911B4-20A3-44ED-9AD1-243321047ADE}"/>
              </a:ext>
            </a:extLst>
          </p:cNvPr>
          <p:cNvSpPr>
            <a:spLocks xmlns:a="http://schemas.openxmlformats.org/drawingml/2006/main" noGrp="1"/>
          </p:cNvSpPr>
          <p:nvPr/>
        </p:nvSpPr>
        <p:spPr>
          <a:xfrm xmlns:a="http://schemas.openxmlformats.org/drawingml/2006/main">
            <a:off x="4229100" y="5467350"/>
            <a:ext cx="2876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7243F"/>
                </a:solidFill>
                <a:latin typeface="Arial"/>
                <a:ea typeface="Arial"/>
                <a:cs typeface="Arial"/>
              </a:defRPr>
            </a:defPPr>
            <a:lvl1pPr algn="ctr">
              <a:defRPr sz="1575" b="0">
                <a:solidFill>
                  <a:srgbClr val="17243F"/>
                </a:solidFill>
                <a:latin typeface="Arial"/>
                <a:ea typeface="Arial"/>
                <a:cs typeface="Arial"/>
              </a:defRPr>
            </a:lvl1pPr>
            <a:lvl2pPr algn="ctr">
              <a:defRPr sz="1575" b="0">
                <a:solidFill>
                  <a:srgbClr val="17243F"/>
                </a:solidFill>
                <a:latin typeface="Arial"/>
                <a:ea typeface="Arial"/>
                <a:cs typeface="Arial"/>
              </a:defRPr>
            </a:lvl2pPr>
            <a:lvl3pPr algn="ctr">
              <a:defRPr sz="1575" b="0">
                <a:solidFill>
                  <a:srgbClr val="17243F"/>
                </a:solidFill>
                <a:latin typeface="Arial"/>
                <a:ea typeface="Arial"/>
                <a:cs typeface="Arial"/>
              </a:defRPr>
            </a:lvl3pPr>
            <a:lvl4pPr algn="ctr">
              <a:defRPr sz="1575" b="0">
                <a:solidFill>
                  <a:srgbClr val="17243F"/>
                </a:solidFill>
                <a:latin typeface="Arial"/>
                <a:ea typeface="Arial"/>
                <a:cs typeface="Arial"/>
              </a:defRPr>
            </a:lvl4pPr>
            <a:lvl5pPr algn="ctr">
              <a:defRPr sz="1575" b="0">
                <a:solidFill>
                  <a:srgbClr val="17243F"/>
                </a:solidFill>
                <a:latin typeface="Arial"/>
                <a:ea typeface="Arial"/>
                <a:cs typeface="Arial"/>
              </a:defRPr>
            </a:lvl5pPr>
            <a:lvl6pPr algn="ctr">
              <a:defRPr sz="1575" b="0">
                <a:solidFill>
                  <a:srgbClr val="17243F"/>
                </a:solidFill>
                <a:latin typeface="Arial"/>
                <a:ea typeface="Arial"/>
                <a:cs typeface="Arial"/>
              </a:defRPr>
            </a:lvl6pPr>
            <a:lvl7pPr algn="ctr">
              <a:defRPr sz="1575" b="0">
                <a:solidFill>
                  <a:srgbClr val="17243F"/>
                </a:solidFill>
                <a:latin typeface="Arial"/>
                <a:ea typeface="Arial"/>
                <a:cs typeface="Arial"/>
              </a:defRPr>
            </a:lvl7pPr>
            <a:lvl8pPr algn="ctr">
              <a:defRPr sz="1575" b="0">
                <a:solidFill>
                  <a:srgbClr val="17243F"/>
                </a:solidFill>
                <a:latin typeface="Arial"/>
                <a:ea typeface="Arial"/>
                <a:cs typeface="Arial"/>
              </a:defRPr>
            </a:lvl8pPr>
            <a:lvl9pPr algn="ctr">
              <a:defRPr sz="1575" b="0">
                <a:solidFill>
                  <a:srgbClr val="17243F"/>
                </a:solidFill>
                <a:latin typeface="Arial"/>
                <a:ea typeface="Arial"/>
                <a:cs typeface="Arial"/>
              </a:defRPr>
            </a:lvl9pPr>
          </a:lstStyle>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Execute authorized</a:t>
            </a:r>
          </a:p>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migration steps</a:t>
            </a:r>
          </a:p>
        </p:txBody>
      </p:sp>
      <p:sp>
        <p:nvSpPr>
          <p:cNvPr id="27" name="Use case 6 Detect &amp; resolve exceptions">
            <a:extLst xmlns:a="http://schemas.openxmlformats.org/drawingml/2006/main">
              <a:ext uri="{FF2B5EF4-FFF2-40B4-BE49-F238E27FC236}">
                <a16:creationId xmlns:a16="http://schemas.microsoft.com/office/drawing/2014/main" id="{9C7DC353-DE57-45A5-A344-FAD1CCE7D4F6}"/>
              </a:ext>
            </a:extLst>
          </p:cNvPr>
          <p:cNvSpPr>
            <a:spLocks xmlns:a="http://schemas.openxmlformats.org/drawingml/2006/main" noGrp="1"/>
          </p:cNvSpPr>
          <p:nvPr/>
        </p:nvSpPr>
        <p:spPr>
          <a:xfrm xmlns:a="http://schemas.openxmlformats.org/drawingml/2006/main">
            <a:off x="7858125" y="2619375"/>
            <a:ext cx="3781425" cy="590550"/>
          </a:xfrm>
          <a:prstGeom xmlns:a="http://schemas.openxmlformats.org/drawingml/2006/main" prst="ellipse">
            <a:avLst/>
          </a:prstGeom>
          <a:solidFill xmlns:a="http://schemas.openxmlformats.org/drawingml/2006/main">
            <a:srgbClr val="F3FAF9"/>
          </a:solidFill>
          <a:ln xmlns:a="http://schemas.openxmlformats.org/drawingml/2006/main" w="13335">
            <a:solidFill>
              <a:srgbClr val="087F80"/>
            </a:solidFill>
            <a:prstDash val="solid"/>
          </a:ln>
        </p:spPr>
      </p:sp>
      <p:sp>
        <p:nvSpPr>
          <p:cNvPr id="28" name="Use case number 6">
            <a:extLst xmlns:a="http://schemas.openxmlformats.org/drawingml/2006/main">
              <a:ext uri="{FF2B5EF4-FFF2-40B4-BE49-F238E27FC236}">
                <a16:creationId xmlns:a16="http://schemas.microsoft.com/office/drawing/2014/main" id="{9211FC63-910F-41EA-9054-614566AA6896}"/>
              </a:ext>
            </a:extLst>
          </p:cNvPr>
          <p:cNvSpPr>
            <a:spLocks xmlns:a="http://schemas.openxmlformats.org/drawingml/2006/main" noGrp="1"/>
          </p:cNvSpPr>
          <p:nvPr/>
        </p:nvSpPr>
        <p:spPr>
          <a:xfrm xmlns:a="http://schemas.openxmlformats.org/drawingml/2006/main">
            <a:off x="8048625" y="2809875"/>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0"/>
                </a:solidFill>
                <a:latin typeface="Arial"/>
                <a:ea typeface="Arial"/>
                <a:cs typeface="Arial"/>
              </a:defRPr>
            </a:defPPr>
            <a:lvl1pPr algn="l">
              <a:defRPr sz="1350" b="1">
                <a:solidFill>
                  <a:srgbClr val="087F80"/>
                </a:solidFill>
                <a:latin typeface="Arial"/>
                <a:ea typeface="Arial"/>
                <a:cs typeface="Arial"/>
              </a:defRPr>
            </a:lvl1pPr>
            <a:lvl2pPr algn="l">
              <a:defRPr sz="1350" b="1">
                <a:solidFill>
                  <a:srgbClr val="087F80"/>
                </a:solidFill>
                <a:latin typeface="Arial"/>
                <a:ea typeface="Arial"/>
                <a:cs typeface="Arial"/>
              </a:defRPr>
            </a:lvl2pPr>
            <a:lvl3pPr algn="l">
              <a:defRPr sz="1350" b="1">
                <a:solidFill>
                  <a:srgbClr val="087F80"/>
                </a:solidFill>
                <a:latin typeface="Arial"/>
                <a:ea typeface="Arial"/>
                <a:cs typeface="Arial"/>
              </a:defRPr>
            </a:lvl3pPr>
            <a:lvl4pPr algn="l">
              <a:defRPr sz="1350" b="1">
                <a:solidFill>
                  <a:srgbClr val="087F80"/>
                </a:solidFill>
                <a:latin typeface="Arial"/>
                <a:ea typeface="Arial"/>
                <a:cs typeface="Arial"/>
              </a:defRPr>
            </a:lvl4pPr>
            <a:lvl5pPr algn="l">
              <a:defRPr sz="1350" b="1">
                <a:solidFill>
                  <a:srgbClr val="087F80"/>
                </a:solidFill>
                <a:latin typeface="Arial"/>
                <a:ea typeface="Arial"/>
                <a:cs typeface="Arial"/>
              </a:defRPr>
            </a:lvl5pPr>
            <a:lvl6pPr algn="l">
              <a:defRPr sz="1350" b="1">
                <a:solidFill>
                  <a:srgbClr val="087F80"/>
                </a:solidFill>
                <a:latin typeface="Arial"/>
                <a:ea typeface="Arial"/>
                <a:cs typeface="Arial"/>
              </a:defRPr>
            </a:lvl6pPr>
            <a:lvl7pPr algn="l">
              <a:defRPr sz="1350" b="1">
                <a:solidFill>
                  <a:srgbClr val="087F80"/>
                </a:solidFill>
                <a:latin typeface="Arial"/>
                <a:ea typeface="Arial"/>
                <a:cs typeface="Arial"/>
              </a:defRPr>
            </a:lvl7pPr>
            <a:lvl8pPr algn="l">
              <a:defRPr sz="1350" b="1">
                <a:solidFill>
                  <a:srgbClr val="087F80"/>
                </a:solidFill>
                <a:latin typeface="Arial"/>
                <a:ea typeface="Arial"/>
                <a:cs typeface="Arial"/>
              </a:defRPr>
            </a:lvl8pPr>
            <a:lvl9pPr algn="l">
              <a:defRPr sz="1350" b="1">
                <a:solidFill>
                  <a:srgbClr val="087F80"/>
                </a:solidFill>
                <a:latin typeface="Arial"/>
                <a:ea typeface="Arial"/>
                <a:cs typeface="Arial"/>
              </a:defRPr>
            </a:lvl9pPr>
          </a:lstStyle>
          <a:p xmlns:a="http://schemas.openxmlformats.org/drawingml/2006/main">
            <a:pPr algn="l">
              <a:defRPr sz="1350" b="1">
                <a:solidFill>
                  <a:srgbClr val="087F80"/>
                </a:solidFill>
                <a:latin typeface="Arial"/>
                <a:ea typeface="Arial"/>
                <a:cs typeface="Arial"/>
              </a:defRPr>
            </a:pPr>
            <a:r>
              <a:rPr sz="1350" b="1">
                <a:solidFill>
                  <a:srgbClr val="087F80"/>
                </a:solidFill>
                <a:latin typeface="Arial"/>
                <a:ea typeface="Arial"/>
                <a:cs typeface="Arial"/>
              </a:rPr>
              <a:t>06</a:t>
            </a:r>
          </a:p>
        </p:txBody>
      </p:sp>
      <p:sp>
        <p:nvSpPr>
          <p:cNvPr id="29" name="Use case text 6">
            <a:extLst xmlns:a="http://schemas.openxmlformats.org/drawingml/2006/main">
              <a:ext uri="{FF2B5EF4-FFF2-40B4-BE49-F238E27FC236}">
                <a16:creationId xmlns:a16="http://schemas.microsoft.com/office/drawing/2014/main" id="{2B248F35-7BA8-4307-9918-73C1E833D984}"/>
              </a:ext>
            </a:extLst>
          </p:cNvPr>
          <p:cNvSpPr>
            <a:spLocks xmlns:a="http://schemas.openxmlformats.org/drawingml/2006/main" noGrp="1"/>
          </p:cNvSpPr>
          <p:nvPr/>
        </p:nvSpPr>
        <p:spPr>
          <a:xfrm xmlns:a="http://schemas.openxmlformats.org/drawingml/2006/main">
            <a:off x="8410575" y="2686050"/>
            <a:ext cx="2876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7243F"/>
                </a:solidFill>
                <a:latin typeface="Arial"/>
                <a:ea typeface="Arial"/>
                <a:cs typeface="Arial"/>
              </a:defRPr>
            </a:defPPr>
            <a:lvl1pPr algn="ctr">
              <a:defRPr sz="1575" b="0">
                <a:solidFill>
                  <a:srgbClr val="17243F"/>
                </a:solidFill>
                <a:latin typeface="Arial"/>
                <a:ea typeface="Arial"/>
                <a:cs typeface="Arial"/>
              </a:defRPr>
            </a:lvl1pPr>
            <a:lvl2pPr algn="ctr">
              <a:defRPr sz="1575" b="0">
                <a:solidFill>
                  <a:srgbClr val="17243F"/>
                </a:solidFill>
                <a:latin typeface="Arial"/>
                <a:ea typeface="Arial"/>
                <a:cs typeface="Arial"/>
              </a:defRPr>
            </a:lvl2pPr>
            <a:lvl3pPr algn="ctr">
              <a:defRPr sz="1575" b="0">
                <a:solidFill>
                  <a:srgbClr val="17243F"/>
                </a:solidFill>
                <a:latin typeface="Arial"/>
                <a:ea typeface="Arial"/>
                <a:cs typeface="Arial"/>
              </a:defRPr>
            </a:lvl3pPr>
            <a:lvl4pPr algn="ctr">
              <a:defRPr sz="1575" b="0">
                <a:solidFill>
                  <a:srgbClr val="17243F"/>
                </a:solidFill>
                <a:latin typeface="Arial"/>
                <a:ea typeface="Arial"/>
                <a:cs typeface="Arial"/>
              </a:defRPr>
            </a:lvl4pPr>
            <a:lvl5pPr algn="ctr">
              <a:defRPr sz="1575" b="0">
                <a:solidFill>
                  <a:srgbClr val="17243F"/>
                </a:solidFill>
                <a:latin typeface="Arial"/>
                <a:ea typeface="Arial"/>
                <a:cs typeface="Arial"/>
              </a:defRPr>
            </a:lvl5pPr>
            <a:lvl6pPr algn="ctr">
              <a:defRPr sz="1575" b="0">
                <a:solidFill>
                  <a:srgbClr val="17243F"/>
                </a:solidFill>
                <a:latin typeface="Arial"/>
                <a:ea typeface="Arial"/>
                <a:cs typeface="Arial"/>
              </a:defRPr>
            </a:lvl6pPr>
            <a:lvl7pPr algn="ctr">
              <a:defRPr sz="1575" b="0">
                <a:solidFill>
                  <a:srgbClr val="17243F"/>
                </a:solidFill>
                <a:latin typeface="Arial"/>
                <a:ea typeface="Arial"/>
                <a:cs typeface="Arial"/>
              </a:defRPr>
            </a:lvl7pPr>
            <a:lvl8pPr algn="ctr">
              <a:defRPr sz="1575" b="0">
                <a:solidFill>
                  <a:srgbClr val="17243F"/>
                </a:solidFill>
                <a:latin typeface="Arial"/>
                <a:ea typeface="Arial"/>
                <a:cs typeface="Arial"/>
              </a:defRPr>
            </a:lvl8pPr>
            <a:lvl9pPr algn="ctr">
              <a:defRPr sz="1575" b="0">
                <a:solidFill>
                  <a:srgbClr val="17243F"/>
                </a:solidFill>
                <a:latin typeface="Arial"/>
                <a:ea typeface="Arial"/>
                <a:cs typeface="Arial"/>
              </a:defRPr>
            </a:lvl9pPr>
          </a:lstStyle>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Detect &amp; resolve</a:t>
            </a:r>
          </a:p>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exceptions</a:t>
            </a:r>
          </a:p>
        </p:txBody>
      </p:sp>
      <p:sp>
        <p:nvSpPr>
          <p:cNvPr id="30" name="Human gate 6">
            <a:extLst xmlns:a="http://schemas.openxmlformats.org/drawingml/2006/main">
              <a:ext uri="{FF2B5EF4-FFF2-40B4-BE49-F238E27FC236}">
                <a16:creationId xmlns:a16="http://schemas.microsoft.com/office/drawing/2014/main" id="{85DA2384-3CA9-4510-AC28-1C0F6D351C8F}"/>
              </a:ext>
            </a:extLst>
          </p:cNvPr>
          <p:cNvSpPr>
            <a:spLocks xmlns:a="http://schemas.openxmlformats.org/drawingml/2006/main" noGrp="1"/>
          </p:cNvSpPr>
          <p:nvPr/>
        </p:nvSpPr>
        <p:spPr>
          <a:xfrm xmlns:a="http://schemas.openxmlformats.org/drawingml/2006/main">
            <a:off x="11315700" y="2800350"/>
            <a:ext cx="228600" cy="228600"/>
          </a:xfrm>
          <a:prstGeom xmlns:a="http://schemas.openxmlformats.org/drawingml/2006/main" prst="diamond">
            <a:avLst/>
          </a:prstGeom>
          <a:solidFill xmlns:a="http://schemas.openxmlformats.org/drawingml/2006/main">
            <a:srgbClr val="FFF7EB"/>
          </a:solidFill>
          <a:ln xmlns:a="http://schemas.openxmlformats.org/drawingml/2006/main" w="12383">
            <a:solidFill>
              <a:srgbClr val="A56A18"/>
            </a:solidFill>
            <a:prstDash val="solid"/>
          </a:ln>
        </p:spPr>
      </p:sp>
      <p:sp>
        <p:nvSpPr>
          <p:cNvPr id="31" name="Human gate H 6">
            <a:extLst xmlns:a="http://schemas.openxmlformats.org/drawingml/2006/main">
              <a:ext uri="{FF2B5EF4-FFF2-40B4-BE49-F238E27FC236}">
                <a16:creationId xmlns:a16="http://schemas.microsoft.com/office/drawing/2014/main" id="{7441CB5F-4BDE-419F-BA70-5AC33A3C3F98}"/>
              </a:ext>
            </a:extLst>
          </p:cNvPr>
          <p:cNvSpPr>
            <a:spLocks xmlns:a="http://schemas.openxmlformats.org/drawingml/2006/main" noGrp="1"/>
          </p:cNvSpPr>
          <p:nvPr/>
        </p:nvSpPr>
        <p:spPr>
          <a:xfrm xmlns:a="http://schemas.openxmlformats.org/drawingml/2006/main">
            <a:off x="11344275" y="2828925"/>
            <a:ext cx="1714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A56A18"/>
                </a:solidFill>
                <a:latin typeface="Arial"/>
                <a:ea typeface="Arial"/>
                <a:cs typeface="Arial"/>
              </a:defRPr>
            </a:defPPr>
            <a:lvl1pPr algn="ctr">
              <a:defRPr sz="1050" b="1">
                <a:solidFill>
                  <a:srgbClr val="A56A18"/>
                </a:solidFill>
                <a:latin typeface="Arial"/>
                <a:ea typeface="Arial"/>
                <a:cs typeface="Arial"/>
              </a:defRPr>
            </a:lvl1pPr>
            <a:lvl2pPr algn="ctr">
              <a:defRPr sz="1050" b="1">
                <a:solidFill>
                  <a:srgbClr val="A56A18"/>
                </a:solidFill>
                <a:latin typeface="Arial"/>
                <a:ea typeface="Arial"/>
                <a:cs typeface="Arial"/>
              </a:defRPr>
            </a:lvl2pPr>
            <a:lvl3pPr algn="ctr">
              <a:defRPr sz="1050" b="1">
                <a:solidFill>
                  <a:srgbClr val="A56A18"/>
                </a:solidFill>
                <a:latin typeface="Arial"/>
                <a:ea typeface="Arial"/>
                <a:cs typeface="Arial"/>
              </a:defRPr>
            </a:lvl3pPr>
            <a:lvl4pPr algn="ctr">
              <a:defRPr sz="1050" b="1">
                <a:solidFill>
                  <a:srgbClr val="A56A18"/>
                </a:solidFill>
                <a:latin typeface="Arial"/>
                <a:ea typeface="Arial"/>
                <a:cs typeface="Arial"/>
              </a:defRPr>
            </a:lvl4pPr>
            <a:lvl5pPr algn="ctr">
              <a:defRPr sz="1050" b="1">
                <a:solidFill>
                  <a:srgbClr val="A56A18"/>
                </a:solidFill>
                <a:latin typeface="Arial"/>
                <a:ea typeface="Arial"/>
                <a:cs typeface="Arial"/>
              </a:defRPr>
            </a:lvl5pPr>
            <a:lvl6pPr algn="ctr">
              <a:defRPr sz="1050" b="1">
                <a:solidFill>
                  <a:srgbClr val="A56A18"/>
                </a:solidFill>
                <a:latin typeface="Arial"/>
                <a:ea typeface="Arial"/>
                <a:cs typeface="Arial"/>
              </a:defRPr>
            </a:lvl6pPr>
            <a:lvl7pPr algn="ctr">
              <a:defRPr sz="1050" b="1">
                <a:solidFill>
                  <a:srgbClr val="A56A18"/>
                </a:solidFill>
                <a:latin typeface="Arial"/>
                <a:ea typeface="Arial"/>
                <a:cs typeface="Arial"/>
              </a:defRPr>
            </a:lvl7pPr>
            <a:lvl8pPr algn="ctr">
              <a:defRPr sz="1050" b="1">
                <a:solidFill>
                  <a:srgbClr val="A56A18"/>
                </a:solidFill>
                <a:latin typeface="Arial"/>
                <a:ea typeface="Arial"/>
                <a:cs typeface="Arial"/>
              </a:defRPr>
            </a:lvl8pPr>
            <a:lvl9pPr algn="ctr">
              <a:defRPr sz="1050" b="1">
                <a:solidFill>
                  <a:srgbClr val="A56A18"/>
                </a:solidFill>
                <a:latin typeface="Arial"/>
                <a:ea typeface="Arial"/>
                <a:cs typeface="Arial"/>
              </a:defRPr>
            </a:lvl9pPr>
          </a:lstStyle>
          <a:p xmlns:a="http://schemas.openxmlformats.org/drawingml/2006/main">
            <a:pPr algn="ctr">
              <a:defRPr sz="1050" b="1">
                <a:solidFill>
                  <a:srgbClr val="A56A18"/>
                </a:solidFill>
                <a:latin typeface="Arial"/>
                <a:ea typeface="Arial"/>
                <a:cs typeface="Arial"/>
              </a:defRPr>
            </a:pPr>
            <a:r>
              <a:rPr sz="1050" b="1">
                <a:solidFill>
                  <a:srgbClr val="A56A18"/>
                </a:solidFill>
                <a:latin typeface="Arial"/>
                <a:ea typeface="Arial"/>
                <a:cs typeface="Arial"/>
              </a:rPr>
              <a:t>H</a:t>
            </a:r>
          </a:p>
        </p:txBody>
      </p:sp>
      <p:sp>
        <p:nvSpPr>
          <p:cNvPr id="32" name="Use case 7 Reconcile &amp; validate accounting data">
            <a:extLst xmlns:a="http://schemas.openxmlformats.org/drawingml/2006/main">
              <a:ext uri="{FF2B5EF4-FFF2-40B4-BE49-F238E27FC236}">
                <a16:creationId xmlns:a16="http://schemas.microsoft.com/office/drawing/2014/main" id="{0105D688-1198-44E8-B795-84A82CE5032C}"/>
              </a:ext>
            </a:extLst>
          </p:cNvPr>
          <p:cNvSpPr>
            <a:spLocks xmlns:a="http://schemas.openxmlformats.org/drawingml/2006/main" noGrp="1"/>
          </p:cNvSpPr>
          <p:nvPr/>
        </p:nvSpPr>
        <p:spPr>
          <a:xfrm xmlns:a="http://schemas.openxmlformats.org/drawingml/2006/main">
            <a:off x="7858125" y="3314700"/>
            <a:ext cx="3781425" cy="590550"/>
          </a:xfrm>
          <a:prstGeom xmlns:a="http://schemas.openxmlformats.org/drawingml/2006/main" prst="ellipse">
            <a:avLst/>
          </a:prstGeom>
          <a:solidFill xmlns:a="http://schemas.openxmlformats.org/drawingml/2006/main">
            <a:srgbClr val="F3FAF9"/>
          </a:solidFill>
          <a:ln xmlns:a="http://schemas.openxmlformats.org/drawingml/2006/main" w="13335">
            <a:solidFill>
              <a:srgbClr val="087F80"/>
            </a:solidFill>
            <a:prstDash val="solid"/>
          </a:ln>
        </p:spPr>
      </p:sp>
      <p:sp>
        <p:nvSpPr>
          <p:cNvPr id="33" name="Use case number 7">
            <a:extLst xmlns:a="http://schemas.openxmlformats.org/drawingml/2006/main">
              <a:ext uri="{FF2B5EF4-FFF2-40B4-BE49-F238E27FC236}">
                <a16:creationId xmlns:a16="http://schemas.microsoft.com/office/drawing/2014/main" id="{745F94DA-E5C4-4F4A-ADFA-FED6103A98BB}"/>
              </a:ext>
            </a:extLst>
          </p:cNvPr>
          <p:cNvSpPr>
            <a:spLocks xmlns:a="http://schemas.openxmlformats.org/drawingml/2006/main" noGrp="1"/>
          </p:cNvSpPr>
          <p:nvPr/>
        </p:nvSpPr>
        <p:spPr>
          <a:xfrm xmlns:a="http://schemas.openxmlformats.org/drawingml/2006/main">
            <a:off x="8048625" y="350520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0"/>
                </a:solidFill>
                <a:latin typeface="Arial"/>
                <a:ea typeface="Arial"/>
                <a:cs typeface="Arial"/>
              </a:defRPr>
            </a:defPPr>
            <a:lvl1pPr algn="l">
              <a:defRPr sz="1350" b="1">
                <a:solidFill>
                  <a:srgbClr val="087F80"/>
                </a:solidFill>
                <a:latin typeface="Arial"/>
                <a:ea typeface="Arial"/>
                <a:cs typeface="Arial"/>
              </a:defRPr>
            </a:lvl1pPr>
            <a:lvl2pPr algn="l">
              <a:defRPr sz="1350" b="1">
                <a:solidFill>
                  <a:srgbClr val="087F80"/>
                </a:solidFill>
                <a:latin typeface="Arial"/>
                <a:ea typeface="Arial"/>
                <a:cs typeface="Arial"/>
              </a:defRPr>
            </a:lvl2pPr>
            <a:lvl3pPr algn="l">
              <a:defRPr sz="1350" b="1">
                <a:solidFill>
                  <a:srgbClr val="087F80"/>
                </a:solidFill>
                <a:latin typeface="Arial"/>
                <a:ea typeface="Arial"/>
                <a:cs typeface="Arial"/>
              </a:defRPr>
            </a:lvl3pPr>
            <a:lvl4pPr algn="l">
              <a:defRPr sz="1350" b="1">
                <a:solidFill>
                  <a:srgbClr val="087F80"/>
                </a:solidFill>
                <a:latin typeface="Arial"/>
                <a:ea typeface="Arial"/>
                <a:cs typeface="Arial"/>
              </a:defRPr>
            </a:lvl4pPr>
            <a:lvl5pPr algn="l">
              <a:defRPr sz="1350" b="1">
                <a:solidFill>
                  <a:srgbClr val="087F80"/>
                </a:solidFill>
                <a:latin typeface="Arial"/>
                <a:ea typeface="Arial"/>
                <a:cs typeface="Arial"/>
              </a:defRPr>
            </a:lvl5pPr>
            <a:lvl6pPr algn="l">
              <a:defRPr sz="1350" b="1">
                <a:solidFill>
                  <a:srgbClr val="087F80"/>
                </a:solidFill>
                <a:latin typeface="Arial"/>
                <a:ea typeface="Arial"/>
                <a:cs typeface="Arial"/>
              </a:defRPr>
            </a:lvl6pPr>
            <a:lvl7pPr algn="l">
              <a:defRPr sz="1350" b="1">
                <a:solidFill>
                  <a:srgbClr val="087F80"/>
                </a:solidFill>
                <a:latin typeface="Arial"/>
                <a:ea typeface="Arial"/>
                <a:cs typeface="Arial"/>
              </a:defRPr>
            </a:lvl7pPr>
            <a:lvl8pPr algn="l">
              <a:defRPr sz="1350" b="1">
                <a:solidFill>
                  <a:srgbClr val="087F80"/>
                </a:solidFill>
                <a:latin typeface="Arial"/>
                <a:ea typeface="Arial"/>
                <a:cs typeface="Arial"/>
              </a:defRPr>
            </a:lvl8pPr>
            <a:lvl9pPr algn="l">
              <a:defRPr sz="1350" b="1">
                <a:solidFill>
                  <a:srgbClr val="087F80"/>
                </a:solidFill>
                <a:latin typeface="Arial"/>
                <a:ea typeface="Arial"/>
                <a:cs typeface="Arial"/>
              </a:defRPr>
            </a:lvl9pPr>
          </a:lstStyle>
          <a:p xmlns:a="http://schemas.openxmlformats.org/drawingml/2006/main">
            <a:pPr algn="l">
              <a:defRPr sz="1350" b="1">
                <a:solidFill>
                  <a:srgbClr val="087F80"/>
                </a:solidFill>
                <a:latin typeface="Arial"/>
                <a:ea typeface="Arial"/>
                <a:cs typeface="Arial"/>
              </a:defRPr>
            </a:pPr>
            <a:r>
              <a:rPr sz="1350" b="1">
                <a:solidFill>
                  <a:srgbClr val="087F80"/>
                </a:solidFill>
                <a:latin typeface="Arial"/>
                <a:ea typeface="Arial"/>
                <a:cs typeface="Arial"/>
              </a:rPr>
              <a:t>07</a:t>
            </a:r>
          </a:p>
        </p:txBody>
      </p:sp>
      <p:sp>
        <p:nvSpPr>
          <p:cNvPr id="34" name="Use case text 7">
            <a:extLst xmlns:a="http://schemas.openxmlformats.org/drawingml/2006/main">
              <a:ext uri="{FF2B5EF4-FFF2-40B4-BE49-F238E27FC236}">
                <a16:creationId xmlns:a16="http://schemas.microsoft.com/office/drawing/2014/main" id="{1C932AF4-5217-41DE-88EE-FD0952EFB6E7}"/>
              </a:ext>
            </a:extLst>
          </p:cNvPr>
          <p:cNvSpPr>
            <a:spLocks xmlns:a="http://schemas.openxmlformats.org/drawingml/2006/main" noGrp="1"/>
          </p:cNvSpPr>
          <p:nvPr/>
        </p:nvSpPr>
        <p:spPr>
          <a:xfrm xmlns:a="http://schemas.openxmlformats.org/drawingml/2006/main">
            <a:off x="8410575" y="3381375"/>
            <a:ext cx="2876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7243F"/>
                </a:solidFill>
                <a:latin typeface="Arial"/>
                <a:ea typeface="Arial"/>
                <a:cs typeface="Arial"/>
              </a:defRPr>
            </a:defPPr>
            <a:lvl1pPr algn="ctr">
              <a:defRPr sz="1575" b="0">
                <a:solidFill>
                  <a:srgbClr val="17243F"/>
                </a:solidFill>
                <a:latin typeface="Arial"/>
                <a:ea typeface="Arial"/>
                <a:cs typeface="Arial"/>
              </a:defRPr>
            </a:lvl1pPr>
            <a:lvl2pPr algn="ctr">
              <a:defRPr sz="1575" b="0">
                <a:solidFill>
                  <a:srgbClr val="17243F"/>
                </a:solidFill>
                <a:latin typeface="Arial"/>
                <a:ea typeface="Arial"/>
                <a:cs typeface="Arial"/>
              </a:defRPr>
            </a:lvl2pPr>
            <a:lvl3pPr algn="ctr">
              <a:defRPr sz="1575" b="0">
                <a:solidFill>
                  <a:srgbClr val="17243F"/>
                </a:solidFill>
                <a:latin typeface="Arial"/>
                <a:ea typeface="Arial"/>
                <a:cs typeface="Arial"/>
              </a:defRPr>
            </a:lvl3pPr>
            <a:lvl4pPr algn="ctr">
              <a:defRPr sz="1575" b="0">
                <a:solidFill>
                  <a:srgbClr val="17243F"/>
                </a:solidFill>
                <a:latin typeface="Arial"/>
                <a:ea typeface="Arial"/>
                <a:cs typeface="Arial"/>
              </a:defRPr>
            </a:lvl4pPr>
            <a:lvl5pPr algn="ctr">
              <a:defRPr sz="1575" b="0">
                <a:solidFill>
                  <a:srgbClr val="17243F"/>
                </a:solidFill>
                <a:latin typeface="Arial"/>
                <a:ea typeface="Arial"/>
                <a:cs typeface="Arial"/>
              </a:defRPr>
            </a:lvl5pPr>
            <a:lvl6pPr algn="ctr">
              <a:defRPr sz="1575" b="0">
                <a:solidFill>
                  <a:srgbClr val="17243F"/>
                </a:solidFill>
                <a:latin typeface="Arial"/>
                <a:ea typeface="Arial"/>
                <a:cs typeface="Arial"/>
              </a:defRPr>
            </a:lvl6pPr>
            <a:lvl7pPr algn="ctr">
              <a:defRPr sz="1575" b="0">
                <a:solidFill>
                  <a:srgbClr val="17243F"/>
                </a:solidFill>
                <a:latin typeface="Arial"/>
                <a:ea typeface="Arial"/>
                <a:cs typeface="Arial"/>
              </a:defRPr>
            </a:lvl7pPr>
            <a:lvl8pPr algn="ctr">
              <a:defRPr sz="1575" b="0">
                <a:solidFill>
                  <a:srgbClr val="17243F"/>
                </a:solidFill>
                <a:latin typeface="Arial"/>
                <a:ea typeface="Arial"/>
                <a:cs typeface="Arial"/>
              </a:defRPr>
            </a:lvl8pPr>
            <a:lvl9pPr algn="ctr">
              <a:defRPr sz="1575" b="0">
                <a:solidFill>
                  <a:srgbClr val="17243F"/>
                </a:solidFill>
                <a:latin typeface="Arial"/>
                <a:ea typeface="Arial"/>
                <a:cs typeface="Arial"/>
              </a:defRPr>
            </a:lvl9pPr>
          </a:lstStyle>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Reconcile &amp; validate</a:t>
            </a:r>
          </a:p>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accounting data</a:t>
            </a:r>
          </a:p>
        </p:txBody>
      </p:sp>
      <p:sp>
        <p:nvSpPr>
          <p:cNvPr id="35" name="Use case 8 Configure target &amp; onboarding">
            <a:extLst xmlns:a="http://schemas.openxmlformats.org/drawingml/2006/main">
              <a:ext uri="{FF2B5EF4-FFF2-40B4-BE49-F238E27FC236}">
                <a16:creationId xmlns:a16="http://schemas.microsoft.com/office/drawing/2014/main" id="{3F414874-3036-4541-A82E-C70D0211DA27}"/>
              </a:ext>
            </a:extLst>
          </p:cNvPr>
          <p:cNvSpPr>
            <a:spLocks xmlns:a="http://schemas.openxmlformats.org/drawingml/2006/main" noGrp="1"/>
          </p:cNvSpPr>
          <p:nvPr/>
        </p:nvSpPr>
        <p:spPr>
          <a:xfrm xmlns:a="http://schemas.openxmlformats.org/drawingml/2006/main">
            <a:off x="7858125" y="4010025"/>
            <a:ext cx="3781425" cy="590550"/>
          </a:xfrm>
          <a:prstGeom xmlns:a="http://schemas.openxmlformats.org/drawingml/2006/main" prst="ellipse">
            <a:avLst/>
          </a:prstGeom>
          <a:solidFill xmlns:a="http://schemas.openxmlformats.org/drawingml/2006/main">
            <a:srgbClr val="F3FAF9"/>
          </a:solidFill>
          <a:ln xmlns:a="http://schemas.openxmlformats.org/drawingml/2006/main" w="13335">
            <a:solidFill>
              <a:srgbClr val="087F80"/>
            </a:solidFill>
            <a:prstDash val="solid"/>
          </a:ln>
        </p:spPr>
      </p:sp>
      <p:sp>
        <p:nvSpPr>
          <p:cNvPr id="36" name="Use case number 8">
            <a:extLst xmlns:a="http://schemas.openxmlformats.org/drawingml/2006/main">
              <a:ext uri="{FF2B5EF4-FFF2-40B4-BE49-F238E27FC236}">
                <a16:creationId xmlns:a16="http://schemas.microsoft.com/office/drawing/2014/main" id="{6F70EFFE-B931-469D-83D8-FF7730D7C71D}"/>
              </a:ext>
            </a:extLst>
          </p:cNvPr>
          <p:cNvSpPr>
            <a:spLocks xmlns:a="http://schemas.openxmlformats.org/drawingml/2006/main" noGrp="1"/>
          </p:cNvSpPr>
          <p:nvPr/>
        </p:nvSpPr>
        <p:spPr>
          <a:xfrm xmlns:a="http://schemas.openxmlformats.org/drawingml/2006/main">
            <a:off x="8048625" y="4200525"/>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0"/>
                </a:solidFill>
                <a:latin typeface="Arial"/>
                <a:ea typeface="Arial"/>
                <a:cs typeface="Arial"/>
              </a:defRPr>
            </a:defPPr>
            <a:lvl1pPr algn="l">
              <a:defRPr sz="1350" b="1">
                <a:solidFill>
                  <a:srgbClr val="087F80"/>
                </a:solidFill>
                <a:latin typeface="Arial"/>
                <a:ea typeface="Arial"/>
                <a:cs typeface="Arial"/>
              </a:defRPr>
            </a:lvl1pPr>
            <a:lvl2pPr algn="l">
              <a:defRPr sz="1350" b="1">
                <a:solidFill>
                  <a:srgbClr val="087F80"/>
                </a:solidFill>
                <a:latin typeface="Arial"/>
                <a:ea typeface="Arial"/>
                <a:cs typeface="Arial"/>
              </a:defRPr>
            </a:lvl2pPr>
            <a:lvl3pPr algn="l">
              <a:defRPr sz="1350" b="1">
                <a:solidFill>
                  <a:srgbClr val="087F80"/>
                </a:solidFill>
                <a:latin typeface="Arial"/>
                <a:ea typeface="Arial"/>
                <a:cs typeface="Arial"/>
              </a:defRPr>
            </a:lvl3pPr>
            <a:lvl4pPr algn="l">
              <a:defRPr sz="1350" b="1">
                <a:solidFill>
                  <a:srgbClr val="087F80"/>
                </a:solidFill>
                <a:latin typeface="Arial"/>
                <a:ea typeface="Arial"/>
                <a:cs typeface="Arial"/>
              </a:defRPr>
            </a:lvl4pPr>
            <a:lvl5pPr algn="l">
              <a:defRPr sz="1350" b="1">
                <a:solidFill>
                  <a:srgbClr val="087F80"/>
                </a:solidFill>
                <a:latin typeface="Arial"/>
                <a:ea typeface="Arial"/>
                <a:cs typeface="Arial"/>
              </a:defRPr>
            </a:lvl5pPr>
            <a:lvl6pPr algn="l">
              <a:defRPr sz="1350" b="1">
                <a:solidFill>
                  <a:srgbClr val="087F80"/>
                </a:solidFill>
                <a:latin typeface="Arial"/>
                <a:ea typeface="Arial"/>
                <a:cs typeface="Arial"/>
              </a:defRPr>
            </a:lvl6pPr>
            <a:lvl7pPr algn="l">
              <a:defRPr sz="1350" b="1">
                <a:solidFill>
                  <a:srgbClr val="087F80"/>
                </a:solidFill>
                <a:latin typeface="Arial"/>
                <a:ea typeface="Arial"/>
                <a:cs typeface="Arial"/>
              </a:defRPr>
            </a:lvl7pPr>
            <a:lvl8pPr algn="l">
              <a:defRPr sz="1350" b="1">
                <a:solidFill>
                  <a:srgbClr val="087F80"/>
                </a:solidFill>
                <a:latin typeface="Arial"/>
                <a:ea typeface="Arial"/>
                <a:cs typeface="Arial"/>
              </a:defRPr>
            </a:lvl8pPr>
            <a:lvl9pPr algn="l">
              <a:defRPr sz="1350" b="1">
                <a:solidFill>
                  <a:srgbClr val="087F80"/>
                </a:solidFill>
                <a:latin typeface="Arial"/>
                <a:ea typeface="Arial"/>
                <a:cs typeface="Arial"/>
              </a:defRPr>
            </a:lvl9pPr>
          </a:lstStyle>
          <a:p xmlns:a="http://schemas.openxmlformats.org/drawingml/2006/main">
            <a:pPr algn="l">
              <a:defRPr sz="1350" b="1">
                <a:solidFill>
                  <a:srgbClr val="087F80"/>
                </a:solidFill>
                <a:latin typeface="Arial"/>
                <a:ea typeface="Arial"/>
                <a:cs typeface="Arial"/>
              </a:defRPr>
            </a:pPr>
            <a:r>
              <a:rPr sz="1350" b="1">
                <a:solidFill>
                  <a:srgbClr val="087F80"/>
                </a:solidFill>
                <a:latin typeface="Arial"/>
                <a:ea typeface="Arial"/>
                <a:cs typeface="Arial"/>
              </a:rPr>
              <a:t>08</a:t>
            </a:r>
          </a:p>
        </p:txBody>
      </p:sp>
      <p:sp>
        <p:nvSpPr>
          <p:cNvPr id="37" name="Use case text 8">
            <a:extLst xmlns:a="http://schemas.openxmlformats.org/drawingml/2006/main">
              <a:ext uri="{FF2B5EF4-FFF2-40B4-BE49-F238E27FC236}">
                <a16:creationId xmlns:a16="http://schemas.microsoft.com/office/drawing/2014/main" id="{72F36E03-5803-4008-825A-2968B3A2A6EE}"/>
              </a:ext>
            </a:extLst>
          </p:cNvPr>
          <p:cNvSpPr>
            <a:spLocks xmlns:a="http://schemas.openxmlformats.org/drawingml/2006/main" noGrp="1"/>
          </p:cNvSpPr>
          <p:nvPr/>
        </p:nvSpPr>
        <p:spPr>
          <a:xfrm xmlns:a="http://schemas.openxmlformats.org/drawingml/2006/main">
            <a:off x="8410575" y="4076700"/>
            <a:ext cx="2876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7243F"/>
                </a:solidFill>
                <a:latin typeface="Arial"/>
                <a:ea typeface="Arial"/>
                <a:cs typeface="Arial"/>
              </a:defRPr>
            </a:defPPr>
            <a:lvl1pPr algn="ctr">
              <a:defRPr sz="1575" b="0">
                <a:solidFill>
                  <a:srgbClr val="17243F"/>
                </a:solidFill>
                <a:latin typeface="Arial"/>
                <a:ea typeface="Arial"/>
                <a:cs typeface="Arial"/>
              </a:defRPr>
            </a:lvl1pPr>
            <a:lvl2pPr algn="ctr">
              <a:defRPr sz="1575" b="0">
                <a:solidFill>
                  <a:srgbClr val="17243F"/>
                </a:solidFill>
                <a:latin typeface="Arial"/>
                <a:ea typeface="Arial"/>
                <a:cs typeface="Arial"/>
              </a:defRPr>
            </a:lvl2pPr>
            <a:lvl3pPr algn="ctr">
              <a:defRPr sz="1575" b="0">
                <a:solidFill>
                  <a:srgbClr val="17243F"/>
                </a:solidFill>
                <a:latin typeface="Arial"/>
                <a:ea typeface="Arial"/>
                <a:cs typeface="Arial"/>
              </a:defRPr>
            </a:lvl3pPr>
            <a:lvl4pPr algn="ctr">
              <a:defRPr sz="1575" b="0">
                <a:solidFill>
                  <a:srgbClr val="17243F"/>
                </a:solidFill>
                <a:latin typeface="Arial"/>
                <a:ea typeface="Arial"/>
                <a:cs typeface="Arial"/>
              </a:defRPr>
            </a:lvl4pPr>
            <a:lvl5pPr algn="ctr">
              <a:defRPr sz="1575" b="0">
                <a:solidFill>
                  <a:srgbClr val="17243F"/>
                </a:solidFill>
                <a:latin typeface="Arial"/>
                <a:ea typeface="Arial"/>
                <a:cs typeface="Arial"/>
              </a:defRPr>
            </a:lvl5pPr>
            <a:lvl6pPr algn="ctr">
              <a:defRPr sz="1575" b="0">
                <a:solidFill>
                  <a:srgbClr val="17243F"/>
                </a:solidFill>
                <a:latin typeface="Arial"/>
                <a:ea typeface="Arial"/>
                <a:cs typeface="Arial"/>
              </a:defRPr>
            </a:lvl6pPr>
            <a:lvl7pPr algn="ctr">
              <a:defRPr sz="1575" b="0">
                <a:solidFill>
                  <a:srgbClr val="17243F"/>
                </a:solidFill>
                <a:latin typeface="Arial"/>
                <a:ea typeface="Arial"/>
                <a:cs typeface="Arial"/>
              </a:defRPr>
            </a:lvl7pPr>
            <a:lvl8pPr algn="ctr">
              <a:defRPr sz="1575" b="0">
                <a:solidFill>
                  <a:srgbClr val="17243F"/>
                </a:solidFill>
                <a:latin typeface="Arial"/>
                <a:ea typeface="Arial"/>
                <a:cs typeface="Arial"/>
              </a:defRPr>
            </a:lvl8pPr>
            <a:lvl9pPr algn="ctr">
              <a:defRPr sz="1575" b="0">
                <a:solidFill>
                  <a:srgbClr val="17243F"/>
                </a:solidFill>
                <a:latin typeface="Arial"/>
                <a:ea typeface="Arial"/>
                <a:cs typeface="Arial"/>
              </a:defRPr>
            </a:lvl9pPr>
          </a:lstStyle>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Configure target</a:t>
            </a:r>
          </a:p>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&amp; onboarding</a:t>
            </a:r>
          </a:p>
        </p:txBody>
      </p:sp>
      <p:sp>
        <p:nvSpPr>
          <p:cNvPr id="38" name="Human gate 8">
            <a:extLst xmlns:a="http://schemas.openxmlformats.org/drawingml/2006/main">
              <a:ext uri="{FF2B5EF4-FFF2-40B4-BE49-F238E27FC236}">
                <a16:creationId xmlns:a16="http://schemas.microsoft.com/office/drawing/2014/main" id="{D28C32F2-A100-450D-AD77-6346B83F332E}"/>
              </a:ext>
            </a:extLst>
          </p:cNvPr>
          <p:cNvSpPr>
            <a:spLocks xmlns:a="http://schemas.openxmlformats.org/drawingml/2006/main" noGrp="1"/>
          </p:cNvSpPr>
          <p:nvPr/>
        </p:nvSpPr>
        <p:spPr>
          <a:xfrm xmlns:a="http://schemas.openxmlformats.org/drawingml/2006/main">
            <a:off x="11315700" y="4191000"/>
            <a:ext cx="228600" cy="228600"/>
          </a:xfrm>
          <a:prstGeom xmlns:a="http://schemas.openxmlformats.org/drawingml/2006/main" prst="diamond">
            <a:avLst/>
          </a:prstGeom>
          <a:solidFill xmlns:a="http://schemas.openxmlformats.org/drawingml/2006/main">
            <a:srgbClr val="FFF7EB"/>
          </a:solidFill>
          <a:ln xmlns:a="http://schemas.openxmlformats.org/drawingml/2006/main" w="12383">
            <a:solidFill>
              <a:srgbClr val="A56A18"/>
            </a:solidFill>
            <a:prstDash val="solid"/>
          </a:ln>
        </p:spPr>
      </p:sp>
      <p:sp>
        <p:nvSpPr>
          <p:cNvPr id="39" name="Human gate H 8">
            <a:extLst xmlns:a="http://schemas.openxmlformats.org/drawingml/2006/main">
              <a:ext uri="{FF2B5EF4-FFF2-40B4-BE49-F238E27FC236}">
                <a16:creationId xmlns:a16="http://schemas.microsoft.com/office/drawing/2014/main" id="{C403B481-6047-43AE-B760-32B46E6581E5}"/>
              </a:ext>
            </a:extLst>
          </p:cNvPr>
          <p:cNvSpPr>
            <a:spLocks xmlns:a="http://schemas.openxmlformats.org/drawingml/2006/main" noGrp="1"/>
          </p:cNvSpPr>
          <p:nvPr/>
        </p:nvSpPr>
        <p:spPr>
          <a:xfrm xmlns:a="http://schemas.openxmlformats.org/drawingml/2006/main">
            <a:off x="11344275" y="4219575"/>
            <a:ext cx="1714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A56A18"/>
                </a:solidFill>
                <a:latin typeface="Arial"/>
                <a:ea typeface="Arial"/>
                <a:cs typeface="Arial"/>
              </a:defRPr>
            </a:defPPr>
            <a:lvl1pPr algn="ctr">
              <a:defRPr sz="1050" b="1">
                <a:solidFill>
                  <a:srgbClr val="A56A18"/>
                </a:solidFill>
                <a:latin typeface="Arial"/>
                <a:ea typeface="Arial"/>
                <a:cs typeface="Arial"/>
              </a:defRPr>
            </a:lvl1pPr>
            <a:lvl2pPr algn="ctr">
              <a:defRPr sz="1050" b="1">
                <a:solidFill>
                  <a:srgbClr val="A56A18"/>
                </a:solidFill>
                <a:latin typeface="Arial"/>
                <a:ea typeface="Arial"/>
                <a:cs typeface="Arial"/>
              </a:defRPr>
            </a:lvl2pPr>
            <a:lvl3pPr algn="ctr">
              <a:defRPr sz="1050" b="1">
                <a:solidFill>
                  <a:srgbClr val="A56A18"/>
                </a:solidFill>
                <a:latin typeface="Arial"/>
                <a:ea typeface="Arial"/>
                <a:cs typeface="Arial"/>
              </a:defRPr>
            </a:lvl3pPr>
            <a:lvl4pPr algn="ctr">
              <a:defRPr sz="1050" b="1">
                <a:solidFill>
                  <a:srgbClr val="A56A18"/>
                </a:solidFill>
                <a:latin typeface="Arial"/>
                <a:ea typeface="Arial"/>
                <a:cs typeface="Arial"/>
              </a:defRPr>
            </a:lvl4pPr>
            <a:lvl5pPr algn="ctr">
              <a:defRPr sz="1050" b="1">
                <a:solidFill>
                  <a:srgbClr val="A56A18"/>
                </a:solidFill>
                <a:latin typeface="Arial"/>
                <a:ea typeface="Arial"/>
                <a:cs typeface="Arial"/>
              </a:defRPr>
            </a:lvl5pPr>
            <a:lvl6pPr algn="ctr">
              <a:defRPr sz="1050" b="1">
                <a:solidFill>
                  <a:srgbClr val="A56A18"/>
                </a:solidFill>
                <a:latin typeface="Arial"/>
                <a:ea typeface="Arial"/>
                <a:cs typeface="Arial"/>
              </a:defRPr>
            </a:lvl6pPr>
            <a:lvl7pPr algn="ctr">
              <a:defRPr sz="1050" b="1">
                <a:solidFill>
                  <a:srgbClr val="A56A18"/>
                </a:solidFill>
                <a:latin typeface="Arial"/>
                <a:ea typeface="Arial"/>
                <a:cs typeface="Arial"/>
              </a:defRPr>
            </a:lvl7pPr>
            <a:lvl8pPr algn="ctr">
              <a:defRPr sz="1050" b="1">
                <a:solidFill>
                  <a:srgbClr val="A56A18"/>
                </a:solidFill>
                <a:latin typeface="Arial"/>
                <a:ea typeface="Arial"/>
                <a:cs typeface="Arial"/>
              </a:defRPr>
            </a:lvl8pPr>
            <a:lvl9pPr algn="ctr">
              <a:defRPr sz="1050" b="1">
                <a:solidFill>
                  <a:srgbClr val="A56A18"/>
                </a:solidFill>
                <a:latin typeface="Arial"/>
                <a:ea typeface="Arial"/>
                <a:cs typeface="Arial"/>
              </a:defRPr>
            </a:lvl9pPr>
          </a:lstStyle>
          <a:p xmlns:a="http://schemas.openxmlformats.org/drawingml/2006/main">
            <a:pPr algn="ctr">
              <a:defRPr sz="1050" b="1">
                <a:solidFill>
                  <a:srgbClr val="A56A18"/>
                </a:solidFill>
                <a:latin typeface="Arial"/>
                <a:ea typeface="Arial"/>
                <a:cs typeface="Arial"/>
              </a:defRPr>
            </a:pPr>
            <a:r>
              <a:rPr sz="1050" b="1">
                <a:solidFill>
                  <a:srgbClr val="A56A18"/>
                </a:solidFill>
                <a:latin typeface="Arial"/>
                <a:ea typeface="Arial"/>
                <a:cs typeface="Arial"/>
              </a:rPr>
              <a:t>H</a:t>
            </a:r>
          </a:p>
        </p:txBody>
      </p:sp>
      <p:sp>
        <p:nvSpPr>
          <p:cNvPr id="40" name="Use case 9 Verify First Productive Use">
            <a:extLst xmlns:a="http://schemas.openxmlformats.org/drawingml/2006/main">
              <a:ext uri="{FF2B5EF4-FFF2-40B4-BE49-F238E27FC236}">
                <a16:creationId xmlns:a16="http://schemas.microsoft.com/office/drawing/2014/main" id="{B0FF47E3-784A-413D-8E83-E83DDC61022C}"/>
              </a:ext>
            </a:extLst>
          </p:cNvPr>
          <p:cNvSpPr>
            <a:spLocks xmlns:a="http://schemas.openxmlformats.org/drawingml/2006/main" noGrp="1"/>
          </p:cNvSpPr>
          <p:nvPr/>
        </p:nvSpPr>
        <p:spPr>
          <a:xfrm xmlns:a="http://schemas.openxmlformats.org/drawingml/2006/main">
            <a:off x="7858125" y="4705350"/>
            <a:ext cx="3781425" cy="590550"/>
          </a:xfrm>
          <a:prstGeom xmlns:a="http://schemas.openxmlformats.org/drawingml/2006/main" prst="ellipse">
            <a:avLst/>
          </a:prstGeom>
          <a:solidFill xmlns:a="http://schemas.openxmlformats.org/drawingml/2006/main">
            <a:srgbClr val="F3FAF9"/>
          </a:solidFill>
          <a:ln xmlns:a="http://schemas.openxmlformats.org/drawingml/2006/main" w="13335">
            <a:solidFill>
              <a:srgbClr val="087F80"/>
            </a:solidFill>
            <a:prstDash val="solid"/>
          </a:ln>
        </p:spPr>
      </p:sp>
      <p:sp>
        <p:nvSpPr>
          <p:cNvPr id="41" name="Use case number 9">
            <a:extLst xmlns:a="http://schemas.openxmlformats.org/drawingml/2006/main">
              <a:ext uri="{FF2B5EF4-FFF2-40B4-BE49-F238E27FC236}">
                <a16:creationId xmlns:a16="http://schemas.microsoft.com/office/drawing/2014/main" id="{778C466B-5CAD-4D06-B7EC-C3E60B1A6DC1}"/>
              </a:ext>
            </a:extLst>
          </p:cNvPr>
          <p:cNvSpPr>
            <a:spLocks xmlns:a="http://schemas.openxmlformats.org/drawingml/2006/main" noGrp="1"/>
          </p:cNvSpPr>
          <p:nvPr/>
        </p:nvSpPr>
        <p:spPr>
          <a:xfrm xmlns:a="http://schemas.openxmlformats.org/drawingml/2006/main">
            <a:off x="8048625" y="489585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0"/>
                </a:solidFill>
                <a:latin typeface="Arial"/>
                <a:ea typeface="Arial"/>
                <a:cs typeface="Arial"/>
              </a:defRPr>
            </a:defPPr>
            <a:lvl1pPr algn="l">
              <a:defRPr sz="1350" b="1">
                <a:solidFill>
                  <a:srgbClr val="087F80"/>
                </a:solidFill>
                <a:latin typeface="Arial"/>
                <a:ea typeface="Arial"/>
                <a:cs typeface="Arial"/>
              </a:defRPr>
            </a:lvl1pPr>
            <a:lvl2pPr algn="l">
              <a:defRPr sz="1350" b="1">
                <a:solidFill>
                  <a:srgbClr val="087F80"/>
                </a:solidFill>
                <a:latin typeface="Arial"/>
                <a:ea typeface="Arial"/>
                <a:cs typeface="Arial"/>
              </a:defRPr>
            </a:lvl2pPr>
            <a:lvl3pPr algn="l">
              <a:defRPr sz="1350" b="1">
                <a:solidFill>
                  <a:srgbClr val="087F80"/>
                </a:solidFill>
                <a:latin typeface="Arial"/>
                <a:ea typeface="Arial"/>
                <a:cs typeface="Arial"/>
              </a:defRPr>
            </a:lvl3pPr>
            <a:lvl4pPr algn="l">
              <a:defRPr sz="1350" b="1">
                <a:solidFill>
                  <a:srgbClr val="087F80"/>
                </a:solidFill>
                <a:latin typeface="Arial"/>
                <a:ea typeface="Arial"/>
                <a:cs typeface="Arial"/>
              </a:defRPr>
            </a:lvl4pPr>
            <a:lvl5pPr algn="l">
              <a:defRPr sz="1350" b="1">
                <a:solidFill>
                  <a:srgbClr val="087F80"/>
                </a:solidFill>
                <a:latin typeface="Arial"/>
                <a:ea typeface="Arial"/>
                <a:cs typeface="Arial"/>
              </a:defRPr>
            </a:lvl5pPr>
            <a:lvl6pPr algn="l">
              <a:defRPr sz="1350" b="1">
                <a:solidFill>
                  <a:srgbClr val="087F80"/>
                </a:solidFill>
                <a:latin typeface="Arial"/>
                <a:ea typeface="Arial"/>
                <a:cs typeface="Arial"/>
              </a:defRPr>
            </a:lvl6pPr>
            <a:lvl7pPr algn="l">
              <a:defRPr sz="1350" b="1">
                <a:solidFill>
                  <a:srgbClr val="087F80"/>
                </a:solidFill>
                <a:latin typeface="Arial"/>
                <a:ea typeface="Arial"/>
                <a:cs typeface="Arial"/>
              </a:defRPr>
            </a:lvl7pPr>
            <a:lvl8pPr algn="l">
              <a:defRPr sz="1350" b="1">
                <a:solidFill>
                  <a:srgbClr val="087F80"/>
                </a:solidFill>
                <a:latin typeface="Arial"/>
                <a:ea typeface="Arial"/>
                <a:cs typeface="Arial"/>
              </a:defRPr>
            </a:lvl8pPr>
            <a:lvl9pPr algn="l">
              <a:defRPr sz="1350" b="1">
                <a:solidFill>
                  <a:srgbClr val="087F80"/>
                </a:solidFill>
                <a:latin typeface="Arial"/>
                <a:ea typeface="Arial"/>
                <a:cs typeface="Arial"/>
              </a:defRPr>
            </a:lvl9pPr>
          </a:lstStyle>
          <a:p xmlns:a="http://schemas.openxmlformats.org/drawingml/2006/main">
            <a:pPr algn="l">
              <a:defRPr sz="1350" b="1">
                <a:solidFill>
                  <a:srgbClr val="087F80"/>
                </a:solidFill>
                <a:latin typeface="Arial"/>
                <a:ea typeface="Arial"/>
                <a:cs typeface="Arial"/>
              </a:defRPr>
            </a:pPr>
            <a:r>
              <a:rPr sz="1350" b="1">
                <a:solidFill>
                  <a:srgbClr val="087F80"/>
                </a:solidFill>
                <a:latin typeface="Arial"/>
                <a:ea typeface="Arial"/>
                <a:cs typeface="Arial"/>
              </a:rPr>
              <a:t>09</a:t>
            </a:r>
          </a:p>
        </p:txBody>
      </p:sp>
      <p:sp>
        <p:nvSpPr>
          <p:cNvPr id="42" name="Use case text 9">
            <a:extLst xmlns:a="http://schemas.openxmlformats.org/drawingml/2006/main">
              <a:ext uri="{FF2B5EF4-FFF2-40B4-BE49-F238E27FC236}">
                <a16:creationId xmlns:a16="http://schemas.microsoft.com/office/drawing/2014/main" id="{6C9F7528-11F8-4077-9684-EBDC59BC9D72}"/>
              </a:ext>
            </a:extLst>
          </p:cNvPr>
          <p:cNvSpPr>
            <a:spLocks xmlns:a="http://schemas.openxmlformats.org/drawingml/2006/main" noGrp="1"/>
          </p:cNvSpPr>
          <p:nvPr/>
        </p:nvSpPr>
        <p:spPr>
          <a:xfrm xmlns:a="http://schemas.openxmlformats.org/drawingml/2006/main">
            <a:off x="8410575" y="4772025"/>
            <a:ext cx="2876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7243F"/>
                </a:solidFill>
                <a:latin typeface="Arial"/>
                <a:ea typeface="Arial"/>
                <a:cs typeface="Arial"/>
              </a:defRPr>
            </a:defPPr>
            <a:lvl1pPr algn="ctr">
              <a:defRPr sz="1575" b="0">
                <a:solidFill>
                  <a:srgbClr val="17243F"/>
                </a:solidFill>
                <a:latin typeface="Arial"/>
                <a:ea typeface="Arial"/>
                <a:cs typeface="Arial"/>
              </a:defRPr>
            </a:lvl1pPr>
            <a:lvl2pPr algn="ctr">
              <a:defRPr sz="1575" b="0">
                <a:solidFill>
                  <a:srgbClr val="17243F"/>
                </a:solidFill>
                <a:latin typeface="Arial"/>
                <a:ea typeface="Arial"/>
                <a:cs typeface="Arial"/>
              </a:defRPr>
            </a:lvl2pPr>
            <a:lvl3pPr algn="ctr">
              <a:defRPr sz="1575" b="0">
                <a:solidFill>
                  <a:srgbClr val="17243F"/>
                </a:solidFill>
                <a:latin typeface="Arial"/>
                <a:ea typeface="Arial"/>
                <a:cs typeface="Arial"/>
              </a:defRPr>
            </a:lvl3pPr>
            <a:lvl4pPr algn="ctr">
              <a:defRPr sz="1575" b="0">
                <a:solidFill>
                  <a:srgbClr val="17243F"/>
                </a:solidFill>
                <a:latin typeface="Arial"/>
                <a:ea typeface="Arial"/>
                <a:cs typeface="Arial"/>
              </a:defRPr>
            </a:lvl4pPr>
            <a:lvl5pPr algn="ctr">
              <a:defRPr sz="1575" b="0">
                <a:solidFill>
                  <a:srgbClr val="17243F"/>
                </a:solidFill>
                <a:latin typeface="Arial"/>
                <a:ea typeface="Arial"/>
                <a:cs typeface="Arial"/>
              </a:defRPr>
            </a:lvl5pPr>
            <a:lvl6pPr algn="ctr">
              <a:defRPr sz="1575" b="0">
                <a:solidFill>
                  <a:srgbClr val="17243F"/>
                </a:solidFill>
                <a:latin typeface="Arial"/>
                <a:ea typeface="Arial"/>
                <a:cs typeface="Arial"/>
              </a:defRPr>
            </a:lvl6pPr>
            <a:lvl7pPr algn="ctr">
              <a:defRPr sz="1575" b="0">
                <a:solidFill>
                  <a:srgbClr val="17243F"/>
                </a:solidFill>
                <a:latin typeface="Arial"/>
                <a:ea typeface="Arial"/>
                <a:cs typeface="Arial"/>
              </a:defRPr>
            </a:lvl7pPr>
            <a:lvl8pPr algn="ctr">
              <a:defRPr sz="1575" b="0">
                <a:solidFill>
                  <a:srgbClr val="17243F"/>
                </a:solidFill>
                <a:latin typeface="Arial"/>
                <a:ea typeface="Arial"/>
                <a:cs typeface="Arial"/>
              </a:defRPr>
            </a:lvl8pPr>
            <a:lvl9pPr algn="ctr">
              <a:defRPr sz="1575" b="0">
                <a:solidFill>
                  <a:srgbClr val="17243F"/>
                </a:solidFill>
                <a:latin typeface="Arial"/>
                <a:ea typeface="Arial"/>
                <a:cs typeface="Arial"/>
              </a:defRPr>
            </a:lvl9pPr>
          </a:lstStyle>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Verify First</a:t>
            </a:r>
          </a:p>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Productive Use</a:t>
            </a:r>
          </a:p>
        </p:txBody>
      </p:sp>
      <p:sp>
        <p:nvSpPr>
          <p:cNvPr id="43" name="Human gate 9">
            <a:extLst xmlns:a="http://schemas.openxmlformats.org/drawingml/2006/main">
              <a:ext uri="{FF2B5EF4-FFF2-40B4-BE49-F238E27FC236}">
                <a16:creationId xmlns:a16="http://schemas.microsoft.com/office/drawing/2014/main" id="{A504BC09-1046-44EF-95EF-48BDEC8CE1D1}"/>
              </a:ext>
            </a:extLst>
          </p:cNvPr>
          <p:cNvSpPr>
            <a:spLocks xmlns:a="http://schemas.openxmlformats.org/drawingml/2006/main" noGrp="1"/>
          </p:cNvSpPr>
          <p:nvPr/>
        </p:nvSpPr>
        <p:spPr>
          <a:xfrm xmlns:a="http://schemas.openxmlformats.org/drawingml/2006/main">
            <a:off x="11315700" y="4886325"/>
            <a:ext cx="228600" cy="228600"/>
          </a:xfrm>
          <a:prstGeom xmlns:a="http://schemas.openxmlformats.org/drawingml/2006/main" prst="diamond">
            <a:avLst/>
          </a:prstGeom>
          <a:solidFill xmlns:a="http://schemas.openxmlformats.org/drawingml/2006/main">
            <a:srgbClr val="FFF7EB"/>
          </a:solidFill>
          <a:ln xmlns:a="http://schemas.openxmlformats.org/drawingml/2006/main" w="12383">
            <a:solidFill>
              <a:srgbClr val="A56A18"/>
            </a:solidFill>
            <a:prstDash val="solid"/>
          </a:ln>
        </p:spPr>
      </p:sp>
      <p:sp>
        <p:nvSpPr>
          <p:cNvPr id="44" name="Human gate H 9">
            <a:extLst xmlns:a="http://schemas.openxmlformats.org/drawingml/2006/main">
              <a:ext uri="{FF2B5EF4-FFF2-40B4-BE49-F238E27FC236}">
                <a16:creationId xmlns:a16="http://schemas.microsoft.com/office/drawing/2014/main" id="{2FAB67CB-DC6A-4413-83B3-7884B07CB24F}"/>
              </a:ext>
            </a:extLst>
          </p:cNvPr>
          <p:cNvSpPr>
            <a:spLocks xmlns:a="http://schemas.openxmlformats.org/drawingml/2006/main" noGrp="1"/>
          </p:cNvSpPr>
          <p:nvPr/>
        </p:nvSpPr>
        <p:spPr>
          <a:xfrm xmlns:a="http://schemas.openxmlformats.org/drawingml/2006/main">
            <a:off x="11344275" y="4914900"/>
            <a:ext cx="1714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A56A18"/>
                </a:solidFill>
                <a:latin typeface="Arial"/>
                <a:ea typeface="Arial"/>
                <a:cs typeface="Arial"/>
              </a:defRPr>
            </a:defPPr>
            <a:lvl1pPr algn="ctr">
              <a:defRPr sz="1050" b="1">
                <a:solidFill>
                  <a:srgbClr val="A56A18"/>
                </a:solidFill>
                <a:latin typeface="Arial"/>
                <a:ea typeface="Arial"/>
                <a:cs typeface="Arial"/>
              </a:defRPr>
            </a:lvl1pPr>
            <a:lvl2pPr algn="ctr">
              <a:defRPr sz="1050" b="1">
                <a:solidFill>
                  <a:srgbClr val="A56A18"/>
                </a:solidFill>
                <a:latin typeface="Arial"/>
                <a:ea typeface="Arial"/>
                <a:cs typeface="Arial"/>
              </a:defRPr>
            </a:lvl2pPr>
            <a:lvl3pPr algn="ctr">
              <a:defRPr sz="1050" b="1">
                <a:solidFill>
                  <a:srgbClr val="A56A18"/>
                </a:solidFill>
                <a:latin typeface="Arial"/>
                <a:ea typeface="Arial"/>
                <a:cs typeface="Arial"/>
              </a:defRPr>
            </a:lvl3pPr>
            <a:lvl4pPr algn="ctr">
              <a:defRPr sz="1050" b="1">
                <a:solidFill>
                  <a:srgbClr val="A56A18"/>
                </a:solidFill>
                <a:latin typeface="Arial"/>
                <a:ea typeface="Arial"/>
                <a:cs typeface="Arial"/>
              </a:defRPr>
            </a:lvl4pPr>
            <a:lvl5pPr algn="ctr">
              <a:defRPr sz="1050" b="1">
                <a:solidFill>
                  <a:srgbClr val="A56A18"/>
                </a:solidFill>
                <a:latin typeface="Arial"/>
                <a:ea typeface="Arial"/>
                <a:cs typeface="Arial"/>
              </a:defRPr>
            </a:lvl5pPr>
            <a:lvl6pPr algn="ctr">
              <a:defRPr sz="1050" b="1">
                <a:solidFill>
                  <a:srgbClr val="A56A18"/>
                </a:solidFill>
                <a:latin typeface="Arial"/>
                <a:ea typeface="Arial"/>
                <a:cs typeface="Arial"/>
              </a:defRPr>
            </a:lvl6pPr>
            <a:lvl7pPr algn="ctr">
              <a:defRPr sz="1050" b="1">
                <a:solidFill>
                  <a:srgbClr val="A56A18"/>
                </a:solidFill>
                <a:latin typeface="Arial"/>
                <a:ea typeface="Arial"/>
                <a:cs typeface="Arial"/>
              </a:defRPr>
            </a:lvl7pPr>
            <a:lvl8pPr algn="ctr">
              <a:defRPr sz="1050" b="1">
                <a:solidFill>
                  <a:srgbClr val="A56A18"/>
                </a:solidFill>
                <a:latin typeface="Arial"/>
                <a:ea typeface="Arial"/>
                <a:cs typeface="Arial"/>
              </a:defRPr>
            </a:lvl8pPr>
            <a:lvl9pPr algn="ctr">
              <a:defRPr sz="1050" b="1">
                <a:solidFill>
                  <a:srgbClr val="A56A18"/>
                </a:solidFill>
                <a:latin typeface="Arial"/>
                <a:ea typeface="Arial"/>
                <a:cs typeface="Arial"/>
              </a:defRPr>
            </a:lvl9pPr>
          </a:lstStyle>
          <a:p xmlns:a="http://schemas.openxmlformats.org/drawingml/2006/main">
            <a:pPr algn="ctr">
              <a:defRPr sz="1050" b="1">
                <a:solidFill>
                  <a:srgbClr val="A56A18"/>
                </a:solidFill>
                <a:latin typeface="Arial"/>
                <a:ea typeface="Arial"/>
                <a:cs typeface="Arial"/>
              </a:defRPr>
            </a:pPr>
            <a:r>
              <a:rPr sz="1050" b="1">
                <a:solidFill>
                  <a:srgbClr val="A56A18"/>
                </a:solidFill>
                <a:latin typeface="Arial"/>
                <a:ea typeface="Arial"/>
                <a:cs typeface="Arial"/>
              </a:rPr>
              <a:t>H</a:t>
            </a:r>
          </a:p>
        </p:txBody>
      </p:sp>
      <p:sp>
        <p:nvSpPr>
          <p:cNvPr id="45" name="Use case 10 Review evidence, audit history &amp; progress">
            <a:extLst xmlns:a="http://schemas.openxmlformats.org/drawingml/2006/main">
              <a:ext uri="{FF2B5EF4-FFF2-40B4-BE49-F238E27FC236}">
                <a16:creationId xmlns:a16="http://schemas.microsoft.com/office/drawing/2014/main" id="{1A1E158F-EF34-4984-B918-929D5D7D63BA}"/>
              </a:ext>
            </a:extLst>
          </p:cNvPr>
          <p:cNvSpPr>
            <a:spLocks xmlns:a="http://schemas.openxmlformats.org/drawingml/2006/main" noGrp="1"/>
          </p:cNvSpPr>
          <p:nvPr/>
        </p:nvSpPr>
        <p:spPr>
          <a:xfrm xmlns:a="http://schemas.openxmlformats.org/drawingml/2006/main">
            <a:off x="7858125" y="5400675"/>
            <a:ext cx="3781425" cy="590550"/>
          </a:xfrm>
          <a:prstGeom xmlns:a="http://schemas.openxmlformats.org/drawingml/2006/main" prst="ellipse">
            <a:avLst/>
          </a:prstGeom>
          <a:solidFill xmlns:a="http://schemas.openxmlformats.org/drawingml/2006/main">
            <a:srgbClr val="F3FAF9"/>
          </a:solidFill>
          <a:ln xmlns:a="http://schemas.openxmlformats.org/drawingml/2006/main" w="13335">
            <a:solidFill>
              <a:srgbClr val="087F80"/>
            </a:solidFill>
            <a:prstDash val="solid"/>
          </a:ln>
        </p:spPr>
      </p:sp>
      <p:sp>
        <p:nvSpPr>
          <p:cNvPr id="46" name="Use case number 10">
            <a:extLst xmlns:a="http://schemas.openxmlformats.org/drawingml/2006/main">
              <a:ext uri="{FF2B5EF4-FFF2-40B4-BE49-F238E27FC236}">
                <a16:creationId xmlns:a16="http://schemas.microsoft.com/office/drawing/2014/main" id="{ED4A06B1-84E0-4381-A61D-80B698BC72F2}"/>
              </a:ext>
            </a:extLst>
          </p:cNvPr>
          <p:cNvSpPr>
            <a:spLocks xmlns:a="http://schemas.openxmlformats.org/drawingml/2006/main" noGrp="1"/>
          </p:cNvSpPr>
          <p:nvPr/>
        </p:nvSpPr>
        <p:spPr>
          <a:xfrm xmlns:a="http://schemas.openxmlformats.org/drawingml/2006/main">
            <a:off x="8048625" y="5591175"/>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0"/>
                </a:solidFill>
                <a:latin typeface="Arial"/>
                <a:ea typeface="Arial"/>
                <a:cs typeface="Arial"/>
              </a:defRPr>
            </a:defPPr>
            <a:lvl1pPr algn="l">
              <a:defRPr sz="1350" b="1">
                <a:solidFill>
                  <a:srgbClr val="087F80"/>
                </a:solidFill>
                <a:latin typeface="Arial"/>
                <a:ea typeface="Arial"/>
                <a:cs typeface="Arial"/>
              </a:defRPr>
            </a:lvl1pPr>
            <a:lvl2pPr algn="l">
              <a:defRPr sz="1350" b="1">
                <a:solidFill>
                  <a:srgbClr val="087F80"/>
                </a:solidFill>
                <a:latin typeface="Arial"/>
                <a:ea typeface="Arial"/>
                <a:cs typeface="Arial"/>
              </a:defRPr>
            </a:lvl2pPr>
            <a:lvl3pPr algn="l">
              <a:defRPr sz="1350" b="1">
                <a:solidFill>
                  <a:srgbClr val="087F80"/>
                </a:solidFill>
                <a:latin typeface="Arial"/>
                <a:ea typeface="Arial"/>
                <a:cs typeface="Arial"/>
              </a:defRPr>
            </a:lvl3pPr>
            <a:lvl4pPr algn="l">
              <a:defRPr sz="1350" b="1">
                <a:solidFill>
                  <a:srgbClr val="087F80"/>
                </a:solidFill>
                <a:latin typeface="Arial"/>
                <a:ea typeface="Arial"/>
                <a:cs typeface="Arial"/>
              </a:defRPr>
            </a:lvl4pPr>
            <a:lvl5pPr algn="l">
              <a:defRPr sz="1350" b="1">
                <a:solidFill>
                  <a:srgbClr val="087F80"/>
                </a:solidFill>
                <a:latin typeface="Arial"/>
                <a:ea typeface="Arial"/>
                <a:cs typeface="Arial"/>
              </a:defRPr>
            </a:lvl5pPr>
            <a:lvl6pPr algn="l">
              <a:defRPr sz="1350" b="1">
                <a:solidFill>
                  <a:srgbClr val="087F80"/>
                </a:solidFill>
                <a:latin typeface="Arial"/>
                <a:ea typeface="Arial"/>
                <a:cs typeface="Arial"/>
              </a:defRPr>
            </a:lvl6pPr>
            <a:lvl7pPr algn="l">
              <a:defRPr sz="1350" b="1">
                <a:solidFill>
                  <a:srgbClr val="087F80"/>
                </a:solidFill>
                <a:latin typeface="Arial"/>
                <a:ea typeface="Arial"/>
                <a:cs typeface="Arial"/>
              </a:defRPr>
            </a:lvl7pPr>
            <a:lvl8pPr algn="l">
              <a:defRPr sz="1350" b="1">
                <a:solidFill>
                  <a:srgbClr val="087F80"/>
                </a:solidFill>
                <a:latin typeface="Arial"/>
                <a:ea typeface="Arial"/>
                <a:cs typeface="Arial"/>
              </a:defRPr>
            </a:lvl8pPr>
            <a:lvl9pPr algn="l">
              <a:defRPr sz="1350" b="1">
                <a:solidFill>
                  <a:srgbClr val="087F80"/>
                </a:solidFill>
                <a:latin typeface="Arial"/>
                <a:ea typeface="Arial"/>
                <a:cs typeface="Arial"/>
              </a:defRPr>
            </a:lvl9pPr>
          </a:lstStyle>
          <a:p xmlns:a="http://schemas.openxmlformats.org/drawingml/2006/main">
            <a:pPr algn="l">
              <a:defRPr sz="1350" b="1">
                <a:solidFill>
                  <a:srgbClr val="087F80"/>
                </a:solidFill>
                <a:latin typeface="Arial"/>
                <a:ea typeface="Arial"/>
                <a:cs typeface="Arial"/>
              </a:defRPr>
            </a:pPr>
            <a:r>
              <a:rPr sz="1350" b="1">
                <a:solidFill>
                  <a:srgbClr val="087F80"/>
                </a:solidFill>
                <a:latin typeface="Arial"/>
                <a:ea typeface="Arial"/>
                <a:cs typeface="Arial"/>
              </a:rPr>
              <a:t>10</a:t>
            </a:r>
          </a:p>
        </p:txBody>
      </p:sp>
      <p:sp>
        <p:nvSpPr>
          <p:cNvPr id="47" name="Use case text 10">
            <a:extLst xmlns:a="http://schemas.openxmlformats.org/drawingml/2006/main">
              <a:ext uri="{FF2B5EF4-FFF2-40B4-BE49-F238E27FC236}">
                <a16:creationId xmlns:a16="http://schemas.microsoft.com/office/drawing/2014/main" id="{495F37EF-F782-4DA4-882A-7950EAFAD951}"/>
              </a:ext>
            </a:extLst>
          </p:cNvPr>
          <p:cNvSpPr>
            <a:spLocks xmlns:a="http://schemas.openxmlformats.org/drawingml/2006/main" noGrp="1"/>
          </p:cNvSpPr>
          <p:nvPr/>
        </p:nvSpPr>
        <p:spPr>
          <a:xfrm xmlns:a="http://schemas.openxmlformats.org/drawingml/2006/main">
            <a:off x="8410575" y="5467350"/>
            <a:ext cx="2876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0">
                <a:solidFill>
                  <a:srgbClr val="17243F"/>
                </a:solidFill>
                <a:latin typeface="Arial"/>
                <a:ea typeface="Arial"/>
                <a:cs typeface="Arial"/>
              </a:defRPr>
            </a:defPPr>
            <a:lvl1pPr algn="ctr">
              <a:defRPr sz="1575" b="0">
                <a:solidFill>
                  <a:srgbClr val="17243F"/>
                </a:solidFill>
                <a:latin typeface="Arial"/>
                <a:ea typeface="Arial"/>
                <a:cs typeface="Arial"/>
              </a:defRPr>
            </a:lvl1pPr>
            <a:lvl2pPr algn="ctr">
              <a:defRPr sz="1575" b="0">
                <a:solidFill>
                  <a:srgbClr val="17243F"/>
                </a:solidFill>
                <a:latin typeface="Arial"/>
                <a:ea typeface="Arial"/>
                <a:cs typeface="Arial"/>
              </a:defRPr>
            </a:lvl2pPr>
            <a:lvl3pPr algn="ctr">
              <a:defRPr sz="1575" b="0">
                <a:solidFill>
                  <a:srgbClr val="17243F"/>
                </a:solidFill>
                <a:latin typeface="Arial"/>
                <a:ea typeface="Arial"/>
                <a:cs typeface="Arial"/>
              </a:defRPr>
            </a:lvl3pPr>
            <a:lvl4pPr algn="ctr">
              <a:defRPr sz="1575" b="0">
                <a:solidFill>
                  <a:srgbClr val="17243F"/>
                </a:solidFill>
                <a:latin typeface="Arial"/>
                <a:ea typeface="Arial"/>
                <a:cs typeface="Arial"/>
              </a:defRPr>
            </a:lvl4pPr>
            <a:lvl5pPr algn="ctr">
              <a:defRPr sz="1575" b="0">
                <a:solidFill>
                  <a:srgbClr val="17243F"/>
                </a:solidFill>
                <a:latin typeface="Arial"/>
                <a:ea typeface="Arial"/>
                <a:cs typeface="Arial"/>
              </a:defRPr>
            </a:lvl5pPr>
            <a:lvl6pPr algn="ctr">
              <a:defRPr sz="1575" b="0">
                <a:solidFill>
                  <a:srgbClr val="17243F"/>
                </a:solidFill>
                <a:latin typeface="Arial"/>
                <a:ea typeface="Arial"/>
                <a:cs typeface="Arial"/>
              </a:defRPr>
            </a:lvl6pPr>
            <a:lvl7pPr algn="ctr">
              <a:defRPr sz="1575" b="0">
                <a:solidFill>
                  <a:srgbClr val="17243F"/>
                </a:solidFill>
                <a:latin typeface="Arial"/>
                <a:ea typeface="Arial"/>
                <a:cs typeface="Arial"/>
              </a:defRPr>
            </a:lvl7pPr>
            <a:lvl8pPr algn="ctr">
              <a:defRPr sz="1575" b="0">
                <a:solidFill>
                  <a:srgbClr val="17243F"/>
                </a:solidFill>
                <a:latin typeface="Arial"/>
                <a:ea typeface="Arial"/>
                <a:cs typeface="Arial"/>
              </a:defRPr>
            </a:lvl8pPr>
            <a:lvl9pPr algn="ctr">
              <a:defRPr sz="1575" b="0">
                <a:solidFill>
                  <a:srgbClr val="17243F"/>
                </a:solidFill>
                <a:latin typeface="Arial"/>
                <a:ea typeface="Arial"/>
                <a:cs typeface="Arial"/>
              </a:defRPr>
            </a:lvl9pPr>
          </a:lstStyle>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Review evidence, audit</a:t>
            </a:r>
          </a:p>
          <a:p xmlns:a="http://schemas.openxmlformats.org/drawingml/2006/main">
            <a:pPr algn="ctr">
              <a:defRPr sz="1575" b="0">
                <a:solidFill>
                  <a:srgbClr val="17243F"/>
                </a:solidFill>
                <a:latin typeface="Arial"/>
                <a:ea typeface="Arial"/>
                <a:cs typeface="Arial"/>
              </a:defRPr>
            </a:pPr>
            <a:r>
              <a:rPr sz="1575" b="0">
                <a:solidFill>
                  <a:srgbClr val="17243F"/>
                </a:solidFill>
                <a:latin typeface="Arial"/>
                <a:ea typeface="Arial"/>
                <a:cs typeface="Arial"/>
              </a:rPr>
              <a:t>history &amp; progress</a:t>
            </a:r>
          </a:p>
        </p:txBody>
      </p:sp>
      <p:sp>
        <p:nvSpPr>
          <p:cNvPr id="48" name="Business Owner head">
            <a:extLst xmlns:a="http://schemas.openxmlformats.org/drawingml/2006/main">
              <a:ext uri="{FF2B5EF4-FFF2-40B4-BE49-F238E27FC236}">
                <a16:creationId xmlns:a16="http://schemas.microsoft.com/office/drawing/2014/main" id="{FE73454D-ED99-49C4-95F4-99CDA040DE74}"/>
              </a:ext>
            </a:extLst>
          </p:cNvPr>
          <p:cNvSpPr>
            <a:spLocks xmlns:a="http://schemas.openxmlformats.org/drawingml/2006/main" noGrp="1"/>
          </p:cNvSpPr>
          <p:nvPr/>
        </p:nvSpPr>
        <p:spPr>
          <a:xfrm xmlns:a="http://schemas.openxmlformats.org/drawingml/2006/main">
            <a:off x="504825" y="2371725"/>
            <a:ext cx="171450" cy="171450"/>
          </a:xfrm>
          <a:prstGeom xmlns:a="http://schemas.openxmlformats.org/drawingml/2006/main" prst="ellipse">
            <a:avLst/>
          </a:prstGeom>
          <a:solidFill xmlns:a="http://schemas.openxmlformats.org/drawingml/2006/main">
            <a:srgbClr val="FBFCFE"/>
          </a:solidFill>
          <a:ln xmlns:a="http://schemas.openxmlformats.org/drawingml/2006/main" w="16193">
            <a:solidFill>
              <a:srgbClr val="17243F"/>
            </a:solidFill>
            <a:prstDash val="solid"/>
          </a:ln>
        </p:spPr>
      </p:sp>
      <p:cxnSp>
        <p:nvCxnSpPr>
          <p:cNvPr id="49" name="Business Owner body">
            <a:extLst xmlns:a="http://schemas.openxmlformats.org/drawingml/2006/main">
              <a:ext uri="{FF2B5EF4-FFF2-40B4-BE49-F238E27FC236}">
                <a16:creationId xmlns:a16="http://schemas.microsoft.com/office/drawing/2014/main" id="{C143D382-DA7E-4774-9307-C8FE3982D17D}"/>
              </a:ext>
            </a:extLst>
          </p:cNvPr>
          <p:cNvCxnSpPr/>
          <p:nvPr/>
        </p:nvCxnSpPr>
        <p:spPr>
          <a:xfrm xmlns:a="http://schemas.openxmlformats.org/drawingml/2006/main" flipH="0" flipV="0">
            <a:off x="590550" y="2543175"/>
            <a:ext cx="0" cy="219075"/>
          </a:xfrm>
          <a:prstGeom xmlns:a="http://schemas.openxmlformats.org/drawingml/2006/main" prst="straightConnector1">
            <a:avLst/>
          </a:prstGeom>
          <a:ln xmlns:a="http://schemas.openxmlformats.org/drawingml/2006/main" w="16193">
            <a:solidFill>
              <a:srgbClr val="17243F"/>
            </a:solidFill>
            <a:prstDash val="solid"/>
            <a:tailEnd type="none" w="sm" len="sm"/>
          </a:ln>
        </p:spPr>
      </p:cxnSp>
      <p:cxnSp>
        <p:nvCxnSpPr>
          <p:cNvPr id="50" name="Business Owner arms">
            <a:extLst xmlns:a="http://schemas.openxmlformats.org/drawingml/2006/main">
              <a:ext uri="{FF2B5EF4-FFF2-40B4-BE49-F238E27FC236}">
                <a16:creationId xmlns:a16="http://schemas.microsoft.com/office/drawing/2014/main" id="{6CB6EA74-DD9B-484F-8BE1-5A1A5516CA72}"/>
              </a:ext>
            </a:extLst>
          </p:cNvPr>
          <p:cNvCxnSpPr/>
          <p:nvPr/>
        </p:nvCxnSpPr>
        <p:spPr>
          <a:xfrm xmlns:a="http://schemas.openxmlformats.org/drawingml/2006/main" flipH="0" flipV="0">
            <a:off x="428625" y="2628900"/>
            <a:ext cx="323850" cy="0"/>
          </a:xfrm>
          <a:prstGeom xmlns:a="http://schemas.openxmlformats.org/drawingml/2006/main" prst="straightConnector1">
            <a:avLst/>
          </a:prstGeom>
          <a:ln xmlns:a="http://schemas.openxmlformats.org/drawingml/2006/main" w="16193">
            <a:solidFill>
              <a:srgbClr val="17243F"/>
            </a:solidFill>
            <a:prstDash val="solid"/>
            <a:tailEnd type="none" w="sm" len="sm"/>
          </a:ln>
        </p:spPr>
      </p:cxnSp>
      <p:cxnSp>
        <p:nvCxnSpPr>
          <p:cNvPr id="51" name="Business Owner left leg">
            <a:extLst xmlns:a="http://schemas.openxmlformats.org/drawingml/2006/main">
              <a:ext uri="{FF2B5EF4-FFF2-40B4-BE49-F238E27FC236}">
                <a16:creationId xmlns:a16="http://schemas.microsoft.com/office/drawing/2014/main" id="{0B5DED0A-6291-40A0-95C1-6B1CBDDD1910}"/>
              </a:ext>
            </a:extLst>
          </p:cNvPr>
          <p:cNvCxnSpPr/>
          <p:nvPr/>
        </p:nvCxnSpPr>
        <p:spPr>
          <a:xfrm xmlns:a="http://schemas.openxmlformats.org/drawingml/2006/main" flipH="1" flipV="0">
            <a:off x="447675" y="2762250"/>
            <a:ext cx="142875" cy="161925"/>
          </a:xfrm>
          <a:prstGeom xmlns:a="http://schemas.openxmlformats.org/drawingml/2006/main" prst="straightConnector1">
            <a:avLst/>
          </a:prstGeom>
          <a:ln xmlns:a="http://schemas.openxmlformats.org/drawingml/2006/main" w="16193">
            <a:solidFill>
              <a:srgbClr val="17243F"/>
            </a:solidFill>
            <a:prstDash val="solid"/>
            <a:tailEnd type="none" w="sm" len="sm"/>
          </a:ln>
        </p:spPr>
      </p:cxnSp>
      <p:cxnSp>
        <p:nvCxnSpPr>
          <p:cNvPr id="52" name="Business Owner right leg">
            <a:extLst xmlns:a="http://schemas.openxmlformats.org/drawingml/2006/main">
              <a:ext uri="{FF2B5EF4-FFF2-40B4-BE49-F238E27FC236}">
                <a16:creationId xmlns:a16="http://schemas.microsoft.com/office/drawing/2014/main" id="{9D8272C4-B1A3-4C51-B88C-43C30F31B4EB}"/>
              </a:ext>
            </a:extLst>
          </p:cNvPr>
          <p:cNvCxnSpPr/>
          <p:nvPr/>
        </p:nvCxnSpPr>
        <p:spPr>
          <a:xfrm xmlns:a="http://schemas.openxmlformats.org/drawingml/2006/main" flipH="0" flipV="0">
            <a:off x="590550" y="2762250"/>
            <a:ext cx="142875" cy="161925"/>
          </a:xfrm>
          <a:prstGeom xmlns:a="http://schemas.openxmlformats.org/drawingml/2006/main" prst="straightConnector1">
            <a:avLst/>
          </a:prstGeom>
          <a:ln xmlns:a="http://schemas.openxmlformats.org/drawingml/2006/main" w="16193">
            <a:solidFill>
              <a:srgbClr val="17243F"/>
            </a:solidFill>
            <a:prstDash val="solid"/>
            <a:tailEnd type="none" w="sm" len="sm"/>
          </a:ln>
        </p:spPr>
      </p:cxnSp>
      <p:sp>
        <p:nvSpPr>
          <p:cNvPr id="53" name="Business Owner label">
            <a:extLst xmlns:a="http://schemas.openxmlformats.org/drawingml/2006/main">
              <a:ext uri="{FF2B5EF4-FFF2-40B4-BE49-F238E27FC236}">
                <a16:creationId xmlns:a16="http://schemas.microsoft.com/office/drawing/2014/main" id="{587AC187-FE84-49D7-82B6-17D164B8F71C}"/>
              </a:ext>
            </a:extLst>
          </p:cNvPr>
          <p:cNvSpPr>
            <a:spLocks xmlns:a="http://schemas.openxmlformats.org/drawingml/2006/main" noGrp="1"/>
          </p:cNvSpPr>
          <p:nvPr/>
        </p:nvSpPr>
        <p:spPr>
          <a:xfrm xmlns:a="http://schemas.openxmlformats.org/drawingml/2006/main">
            <a:off x="895350" y="2333625"/>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7243F"/>
                </a:solidFill>
                <a:latin typeface="Arial"/>
                <a:ea typeface="Arial"/>
                <a:cs typeface="Arial"/>
              </a:defRPr>
            </a:defPPr>
            <a:lvl1pPr algn="l">
              <a:defRPr sz="1575" b="1">
                <a:solidFill>
                  <a:srgbClr val="17243F"/>
                </a:solidFill>
                <a:latin typeface="Arial"/>
                <a:ea typeface="Arial"/>
                <a:cs typeface="Arial"/>
              </a:defRPr>
            </a:lvl1pPr>
            <a:lvl2pPr algn="l">
              <a:defRPr sz="1575" b="1">
                <a:solidFill>
                  <a:srgbClr val="17243F"/>
                </a:solidFill>
                <a:latin typeface="Arial"/>
                <a:ea typeface="Arial"/>
                <a:cs typeface="Arial"/>
              </a:defRPr>
            </a:lvl2pPr>
            <a:lvl3pPr algn="l">
              <a:defRPr sz="1575" b="1">
                <a:solidFill>
                  <a:srgbClr val="17243F"/>
                </a:solidFill>
                <a:latin typeface="Arial"/>
                <a:ea typeface="Arial"/>
                <a:cs typeface="Arial"/>
              </a:defRPr>
            </a:lvl3pPr>
            <a:lvl4pPr algn="l">
              <a:defRPr sz="1575" b="1">
                <a:solidFill>
                  <a:srgbClr val="17243F"/>
                </a:solidFill>
                <a:latin typeface="Arial"/>
                <a:ea typeface="Arial"/>
                <a:cs typeface="Arial"/>
              </a:defRPr>
            </a:lvl4pPr>
            <a:lvl5pPr algn="l">
              <a:defRPr sz="1575" b="1">
                <a:solidFill>
                  <a:srgbClr val="17243F"/>
                </a:solidFill>
                <a:latin typeface="Arial"/>
                <a:ea typeface="Arial"/>
                <a:cs typeface="Arial"/>
              </a:defRPr>
            </a:lvl5pPr>
            <a:lvl6pPr algn="l">
              <a:defRPr sz="1575" b="1">
                <a:solidFill>
                  <a:srgbClr val="17243F"/>
                </a:solidFill>
                <a:latin typeface="Arial"/>
                <a:ea typeface="Arial"/>
                <a:cs typeface="Arial"/>
              </a:defRPr>
            </a:lvl6pPr>
            <a:lvl7pPr algn="l">
              <a:defRPr sz="1575" b="1">
                <a:solidFill>
                  <a:srgbClr val="17243F"/>
                </a:solidFill>
                <a:latin typeface="Arial"/>
                <a:ea typeface="Arial"/>
                <a:cs typeface="Arial"/>
              </a:defRPr>
            </a:lvl7pPr>
            <a:lvl8pPr algn="l">
              <a:defRPr sz="1575" b="1">
                <a:solidFill>
                  <a:srgbClr val="17243F"/>
                </a:solidFill>
                <a:latin typeface="Arial"/>
                <a:ea typeface="Arial"/>
                <a:cs typeface="Arial"/>
              </a:defRPr>
            </a:lvl8pPr>
            <a:lvl9pPr algn="l">
              <a:defRPr sz="1575" b="1">
                <a:solidFill>
                  <a:srgbClr val="17243F"/>
                </a:solidFill>
                <a:latin typeface="Arial"/>
                <a:ea typeface="Arial"/>
                <a:cs typeface="Arial"/>
              </a:defRPr>
            </a:lvl9pPr>
          </a:lstStyle>
          <a:p xmlns:a="http://schemas.openxmlformats.org/drawingml/2006/main">
            <a:pPr algn="l">
              <a:defRPr sz="1575" b="1">
                <a:solidFill>
                  <a:srgbClr val="17243F"/>
                </a:solidFill>
                <a:latin typeface="Arial"/>
                <a:ea typeface="Arial"/>
                <a:cs typeface="Arial"/>
              </a:defRPr>
            </a:pPr>
            <a:r>
              <a:rPr sz="1575" b="1">
                <a:solidFill>
                  <a:srgbClr val="17243F"/>
                </a:solidFill>
                <a:latin typeface="Arial"/>
                <a:ea typeface="Arial"/>
                <a:cs typeface="Arial"/>
              </a:rPr>
              <a:t>Business Owner</a:t>
            </a:r>
          </a:p>
        </p:txBody>
      </p:sp>
      <p:sp>
        <p:nvSpPr>
          <p:cNvPr id="54" name="Business Owner responsibilities">
            <a:extLst xmlns:a="http://schemas.openxmlformats.org/drawingml/2006/main">
              <a:ext uri="{FF2B5EF4-FFF2-40B4-BE49-F238E27FC236}">
                <a16:creationId xmlns:a16="http://schemas.microsoft.com/office/drawing/2014/main" id="{44BBA218-FEFE-4549-A4DE-33E329EF6308}"/>
              </a:ext>
            </a:extLst>
          </p:cNvPr>
          <p:cNvSpPr>
            <a:spLocks xmlns:a="http://schemas.openxmlformats.org/drawingml/2006/main" noGrp="1"/>
          </p:cNvSpPr>
          <p:nvPr/>
        </p:nvSpPr>
        <p:spPr>
          <a:xfrm xmlns:a="http://schemas.openxmlformats.org/drawingml/2006/main">
            <a:off x="895350" y="2619375"/>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0">
                <a:solidFill>
                  <a:srgbClr val="17243F"/>
                </a:solidFill>
                <a:latin typeface="Arial"/>
                <a:ea typeface="Arial"/>
                <a:cs typeface="Arial"/>
              </a:defRPr>
            </a:defPPr>
            <a:lvl1pPr algn="l">
              <a:defRPr sz="1313" b="0">
                <a:solidFill>
                  <a:srgbClr val="17243F"/>
                </a:solidFill>
                <a:latin typeface="Arial"/>
                <a:ea typeface="Arial"/>
                <a:cs typeface="Arial"/>
              </a:defRPr>
            </a:lvl1pPr>
            <a:lvl2pPr algn="l">
              <a:defRPr sz="1313" b="0">
                <a:solidFill>
                  <a:srgbClr val="17243F"/>
                </a:solidFill>
                <a:latin typeface="Arial"/>
                <a:ea typeface="Arial"/>
                <a:cs typeface="Arial"/>
              </a:defRPr>
            </a:lvl2pPr>
            <a:lvl3pPr algn="l">
              <a:defRPr sz="1313" b="0">
                <a:solidFill>
                  <a:srgbClr val="17243F"/>
                </a:solidFill>
                <a:latin typeface="Arial"/>
                <a:ea typeface="Arial"/>
                <a:cs typeface="Arial"/>
              </a:defRPr>
            </a:lvl3pPr>
            <a:lvl4pPr algn="l">
              <a:defRPr sz="1313" b="0">
                <a:solidFill>
                  <a:srgbClr val="17243F"/>
                </a:solidFill>
                <a:latin typeface="Arial"/>
                <a:ea typeface="Arial"/>
                <a:cs typeface="Arial"/>
              </a:defRPr>
            </a:lvl4pPr>
            <a:lvl5pPr algn="l">
              <a:defRPr sz="1313" b="0">
                <a:solidFill>
                  <a:srgbClr val="17243F"/>
                </a:solidFill>
                <a:latin typeface="Arial"/>
                <a:ea typeface="Arial"/>
                <a:cs typeface="Arial"/>
              </a:defRPr>
            </a:lvl5pPr>
            <a:lvl6pPr algn="l">
              <a:defRPr sz="1313" b="0">
                <a:solidFill>
                  <a:srgbClr val="17243F"/>
                </a:solidFill>
                <a:latin typeface="Arial"/>
                <a:ea typeface="Arial"/>
                <a:cs typeface="Arial"/>
              </a:defRPr>
            </a:lvl6pPr>
            <a:lvl7pPr algn="l">
              <a:defRPr sz="1313" b="0">
                <a:solidFill>
                  <a:srgbClr val="17243F"/>
                </a:solidFill>
                <a:latin typeface="Arial"/>
                <a:ea typeface="Arial"/>
                <a:cs typeface="Arial"/>
              </a:defRPr>
            </a:lvl7pPr>
            <a:lvl8pPr algn="l">
              <a:defRPr sz="1313" b="0">
                <a:solidFill>
                  <a:srgbClr val="17243F"/>
                </a:solidFill>
                <a:latin typeface="Arial"/>
                <a:ea typeface="Arial"/>
                <a:cs typeface="Arial"/>
              </a:defRPr>
            </a:lvl8pPr>
            <a:lvl9pPr algn="l">
              <a:defRPr sz="1313" b="0">
                <a:solidFill>
                  <a:srgbClr val="17243F"/>
                </a:solidFill>
                <a:latin typeface="Arial"/>
                <a:ea typeface="Arial"/>
                <a:cs typeface="Arial"/>
              </a:defRPr>
            </a:lvl9pPr>
          </a:lstStyle>
          <a:p xmlns:a="http://schemas.openxmlformats.org/drawingml/2006/main">
            <a:pPr algn="l">
              <a:defRPr sz="1313" b="0">
                <a:solidFill>
                  <a:srgbClr val="17243F"/>
                </a:solidFill>
                <a:latin typeface="Arial"/>
                <a:ea typeface="Arial"/>
                <a:cs typeface="Arial"/>
              </a:defRPr>
            </a:pPr>
            <a:r>
              <a:rPr sz="1313" b="0">
                <a:solidFill>
                  <a:srgbClr val="17243F"/>
                </a:solidFill>
                <a:latin typeface="Arial"/>
                <a:ea typeface="Arial"/>
                <a:cs typeface="Arial"/>
              </a:rPr>
              <a:t>Start 1, 5   Approve 4, 6, 8, 9</a:t>
            </a:r>
          </a:p>
          <a:p xmlns:a="http://schemas.openxmlformats.org/drawingml/2006/main">
            <a:pPr algn="l">
              <a:defRPr sz="1313" b="0">
                <a:solidFill>
                  <a:srgbClr val="17243F"/>
                </a:solidFill>
                <a:latin typeface="Arial"/>
                <a:ea typeface="Arial"/>
                <a:cs typeface="Arial"/>
              </a:defRPr>
            </a:pPr>
            <a:r>
              <a:rPr sz="1313" b="0">
                <a:solidFill>
                  <a:srgbClr val="17243F"/>
                </a:solidFill>
                <a:latin typeface="Arial"/>
                <a:ea typeface="Arial"/>
                <a:cs typeface="Arial"/>
              </a:rPr>
              <a:t>Monitor 2, 10</a:t>
            </a:r>
          </a:p>
        </p:txBody>
      </p:sp>
      <p:cxnSp>
        <p:nvCxnSpPr>
          <p:cNvPr id="55" name="Business Owner numbered association">
            <a:extLst xmlns:a="http://schemas.openxmlformats.org/drawingml/2006/main">
              <a:ext uri="{FF2B5EF4-FFF2-40B4-BE49-F238E27FC236}">
                <a16:creationId xmlns:a16="http://schemas.microsoft.com/office/drawing/2014/main" id="{049BF069-9E78-47BB-BB90-15A65407A5B3}"/>
              </a:ext>
            </a:extLst>
          </p:cNvPr>
          <p:cNvCxnSpPr/>
          <p:nvPr/>
        </p:nvCxnSpPr>
        <p:spPr>
          <a:xfrm xmlns:a="http://schemas.openxmlformats.org/drawingml/2006/main" flipH="0" flipV="0">
            <a:off x="2905125" y="3028950"/>
            <a:ext cx="428625" cy="0"/>
          </a:xfrm>
          <a:prstGeom xmlns:a="http://schemas.openxmlformats.org/drawingml/2006/main" prst="straightConnector1">
            <a:avLst/>
          </a:prstGeom>
          <a:ln xmlns:a="http://schemas.openxmlformats.org/drawingml/2006/main" w="13335">
            <a:solidFill>
              <a:srgbClr val="17243F"/>
            </a:solidFill>
            <a:prstDash val="solid"/>
            <a:tailEnd type="triangle" w="sm" len="sm"/>
          </a:ln>
        </p:spPr>
      </p:cxnSp>
      <p:sp>
        <p:nvSpPr>
          <p:cNvPr id="56" name="Accountant / Bookkeeper head">
            <a:extLst xmlns:a="http://schemas.openxmlformats.org/drawingml/2006/main">
              <a:ext uri="{FF2B5EF4-FFF2-40B4-BE49-F238E27FC236}">
                <a16:creationId xmlns:a16="http://schemas.microsoft.com/office/drawing/2014/main" id="{6A504FA2-6783-4CB3-8517-97D7C28E6E92}"/>
              </a:ext>
            </a:extLst>
          </p:cNvPr>
          <p:cNvSpPr>
            <a:spLocks xmlns:a="http://schemas.openxmlformats.org/drawingml/2006/main" noGrp="1"/>
          </p:cNvSpPr>
          <p:nvPr/>
        </p:nvSpPr>
        <p:spPr>
          <a:xfrm xmlns:a="http://schemas.openxmlformats.org/drawingml/2006/main">
            <a:off x="504825" y="3571875"/>
            <a:ext cx="171450" cy="171450"/>
          </a:xfrm>
          <a:prstGeom xmlns:a="http://schemas.openxmlformats.org/drawingml/2006/main" prst="ellipse">
            <a:avLst/>
          </a:prstGeom>
          <a:solidFill xmlns:a="http://schemas.openxmlformats.org/drawingml/2006/main">
            <a:srgbClr val="FBFCFE"/>
          </a:solidFill>
          <a:ln xmlns:a="http://schemas.openxmlformats.org/drawingml/2006/main" w="16193">
            <a:solidFill>
              <a:srgbClr val="17243F"/>
            </a:solidFill>
            <a:prstDash val="solid"/>
          </a:ln>
        </p:spPr>
      </p:sp>
      <p:cxnSp>
        <p:nvCxnSpPr>
          <p:cNvPr id="57" name="Accountant / Bookkeeper body">
            <a:extLst xmlns:a="http://schemas.openxmlformats.org/drawingml/2006/main">
              <a:ext uri="{FF2B5EF4-FFF2-40B4-BE49-F238E27FC236}">
                <a16:creationId xmlns:a16="http://schemas.microsoft.com/office/drawing/2014/main" id="{55D2B0A1-969A-432F-850A-5E20A30F84B7}"/>
              </a:ext>
            </a:extLst>
          </p:cNvPr>
          <p:cNvCxnSpPr/>
          <p:nvPr/>
        </p:nvCxnSpPr>
        <p:spPr>
          <a:xfrm xmlns:a="http://schemas.openxmlformats.org/drawingml/2006/main" flipH="0" flipV="0">
            <a:off x="590550" y="3743325"/>
            <a:ext cx="0" cy="219075"/>
          </a:xfrm>
          <a:prstGeom xmlns:a="http://schemas.openxmlformats.org/drawingml/2006/main" prst="straightConnector1">
            <a:avLst/>
          </a:prstGeom>
          <a:ln xmlns:a="http://schemas.openxmlformats.org/drawingml/2006/main" w="16193">
            <a:solidFill>
              <a:srgbClr val="17243F"/>
            </a:solidFill>
            <a:prstDash val="solid"/>
            <a:tailEnd type="none" w="sm" len="sm"/>
          </a:ln>
        </p:spPr>
      </p:cxnSp>
      <p:cxnSp>
        <p:nvCxnSpPr>
          <p:cNvPr id="58" name="Accountant / Bookkeeper arms">
            <a:extLst xmlns:a="http://schemas.openxmlformats.org/drawingml/2006/main">
              <a:ext uri="{FF2B5EF4-FFF2-40B4-BE49-F238E27FC236}">
                <a16:creationId xmlns:a16="http://schemas.microsoft.com/office/drawing/2014/main" id="{687E208F-9704-418E-BC50-5A85AB17C0DA}"/>
              </a:ext>
            </a:extLst>
          </p:cNvPr>
          <p:cNvCxnSpPr/>
          <p:nvPr/>
        </p:nvCxnSpPr>
        <p:spPr>
          <a:xfrm xmlns:a="http://schemas.openxmlformats.org/drawingml/2006/main" flipH="0" flipV="0">
            <a:off x="428625" y="3829050"/>
            <a:ext cx="323850" cy="0"/>
          </a:xfrm>
          <a:prstGeom xmlns:a="http://schemas.openxmlformats.org/drawingml/2006/main" prst="straightConnector1">
            <a:avLst/>
          </a:prstGeom>
          <a:ln xmlns:a="http://schemas.openxmlformats.org/drawingml/2006/main" w="16193">
            <a:solidFill>
              <a:srgbClr val="17243F"/>
            </a:solidFill>
            <a:prstDash val="solid"/>
            <a:tailEnd type="none" w="sm" len="sm"/>
          </a:ln>
        </p:spPr>
      </p:cxnSp>
      <p:cxnSp>
        <p:nvCxnSpPr>
          <p:cNvPr id="59" name="Accountant / Bookkeeper left leg">
            <a:extLst xmlns:a="http://schemas.openxmlformats.org/drawingml/2006/main">
              <a:ext uri="{FF2B5EF4-FFF2-40B4-BE49-F238E27FC236}">
                <a16:creationId xmlns:a16="http://schemas.microsoft.com/office/drawing/2014/main" id="{688A37FD-C702-42A2-A177-2B271D2E1ABD}"/>
              </a:ext>
            </a:extLst>
          </p:cNvPr>
          <p:cNvCxnSpPr/>
          <p:nvPr/>
        </p:nvCxnSpPr>
        <p:spPr>
          <a:xfrm xmlns:a="http://schemas.openxmlformats.org/drawingml/2006/main" flipH="1" flipV="0">
            <a:off x="447675" y="3962400"/>
            <a:ext cx="142875" cy="161925"/>
          </a:xfrm>
          <a:prstGeom xmlns:a="http://schemas.openxmlformats.org/drawingml/2006/main" prst="straightConnector1">
            <a:avLst/>
          </a:prstGeom>
          <a:ln xmlns:a="http://schemas.openxmlformats.org/drawingml/2006/main" w="16193">
            <a:solidFill>
              <a:srgbClr val="17243F"/>
            </a:solidFill>
            <a:prstDash val="solid"/>
            <a:tailEnd type="none" w="sm" len="sm"/>
          </a:ln>
        </p:spPr>
      </p:cxnSp>
      <p:cxnSp>
        <p:nvCxnSpPr>
          <p:cNvPr id="60" name="Accountant / Bookkeeper right leg">
            <a:extLst xmlns:a="http://schemas.openxmlformats.org/drawingml/2006/main">
              <a:ext uri="{FF2B5EF4-FFF2-40B4-BE49-F238E27FC236}">
                <a16:creationId xmlns:a16="http://schemas.microsoft.com/office/drawing/2014/main" id="{2A8296F8-23F7-4B48-BA10-D4DC9B0891CA}"/>
              </a:ext>
            </a:extLst>
          </p:cNvPr>
          <p:cNvCxnSpPr/>
          <p:nvPr/>
        </p:nvCxnSpPr>
        <p:spPr>
          <a:xfrm xmlns:a="http://schemas.openxmlformats.org/drawingml/2006/main" flipH="0" flipV="0">
            <a:off x="590550" y="3962400"/>
            <a:ext cx="142875" cy="161925"/>
          </a:xfrm>
          <a:prstGeom xmlns:a="http://schemas.openxmlformats.org/drawingml/2006/main" prst="straightConnector1">
            <a:avLst/>
          </a:prstGeom>
          <a:ln xmlns:a="http://schemas.openxmlformats.org/drawingml/2006/main" w="16193">
            <a:solidFill>
              <a:srgbClr val="17243F"/>
            </a:solidFill>
            <a:prstDash val="solid"/>
            <a:tailEnd type="none" w="sm" len="sm"/>
          </a:ln>
        </p:spPr>
      </p:cxnSp>
      <p:sp>
        <p:nvSpPr>
          <p:cNvPr id="61" name="Accountant / Bookkeeper label">
            <a:extLst xmlns:a="http://schemas.openxmlformats.org/drawingml/2006/main">
              <a:ext uri="{FF2B5EF4-FFF2-40B4-BE49-F238E27FC236}">
                <a16:creationId xmlns:a16="http://schemas.microsoft.com/office/drawing/2014/main" id="{ABFB5334-E0B1-4708-BFAD-B1FD11622B8B}"/>
              </a:ext>
            </a:extLst>
          </p:cNvPr>
          <p:cNvSpPr>
            <a:spLocks xmlns:a="http://schemas.openxmlformats.org/drawingml/2006/main" noGrp="1"/>
          </p:cNvSpPr>
          <p:nvPr/>
        </p:nvSpPr>
        <p:spPr>
          <a:xfrm xmlns:a="http://schemas.openxmlformats.org/drawingml/2006/main">
            <a:off x="895350" y="3533775"/>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7243F"/>
                </a:solidFill>
                <a:latin typeface="Arial"/>
                <a:ea typeface="Arial"/>
                <a:cs typeface="Arial"/>
              </a:defRPr>
            </a:defPPr>
            <a:lvl1pPr algn="l">
              <a:defRPr sz="1500" b="1">
                <a:solidFill>
                  <a:srgbClr val="17243F"/>
                </a:solidFill>
                <a:latin typeface="Arial"/>
                <a:ea typeface="Arial"/>
                <a:cs typeface="Arial"/>
              </a:defRPr>
            </a:lvl1pPr>
            <a:lvl2pPr algn="l">
              <a:defRPr sz="1500" b="1">
                <a:solidFill>
                  <a:srgbClr val="17243F"/>
                </a:solidFill>
                <a:latin typeface="Arial"/>
                <a:ea typeface="Arial"/>
                <a:cs typeface="Arial"/>
              </a:defRPr>
            </a:lvl2pPr>
            <a:lvl3pPr algn="l">
              <a:defRPr sz="1500" b="1">
                <a:solidFill>
                  <a:srgbClr val="17243F"/>
                </a:solidFill>
                <a:latin typeface="Arial"/>
                <a:ea typeface="Arial"/>
                <a:cs typeface="Arial"/>
              </a:defRPr>
            </a:lvl3pPr>
            <a:lvl4pPr algn="l">
              <a:defRPr sz="1500" b="1">
                <a:solidFill>
                  <a:srgbClr val="17243F"/>
                </a:solidFill>
                <a:latin typeface="Arial"/>
                <a:ea typeface="Arial"/>
                <a:cs typeface="Arial"/>
              </a:defRPr>
            </a:lvl4pPr>
            <a:lvl5pPr algn="l">
              <a:defRPr sz="1500" b="1">
                <a:solidFill>
                  <a:srgbClr val="17243F"/>
                </a:solidFill>
                <a:latin typeface="Arial"/>
                <a:ea typeface="Arial"/>
                <a:cs typeface="Arial"/>
              </a:defRPr>
            </a:lvl5pPr>
            <a:lvl6pPr algn="l">
              <a:defRPr sz="1500" b="1">
                <a:solidFill>
                  <a:srgbClr val="17243F"/>
                </a:solidFill>
                <a:latin typeface="Arial"/>
                <a:ea typeface="Arial"/>
                <a:cs typeface="Arial"/>
              </a:defRPr>
            </a:lvl6pPr>
            <a:lvl7pPr algn="l">
              <a:defRPr sz="1500" b="1">
                <a:solidFill>
                  <a:srgbClr val="17243F"/>
                </a:solidFill>
                <a:latin typeface="Arial"/>
                <a:ea typeface="Arial"/>
                <a:cs typeface="Arial"/>
              </a:defRPr>
            </a:lvl7pPr>
            <a:lvl8pPr algn="l">
              <a:defRPr sz="1500" b="1">
                <a:solidFill>
                  <a:srgbClr val="17243F"/>
                </a:solidFill>
                <a:latin typeface="Arial"/>
                <a:ea typeface="Arial"/>
                <a:cs typeface="Arial"/>
              </a:defRPr>
            </a:lvl8pPr>
            <a:lvl9pPr algn="l">
              <a:defRPr sz="1500" b="1">
                <a:solidFill>
                  <a:srgbClr val="17243F"/>
                </a:solidFill>
                <a:latin typeface="Arial"/>
                <a:ea typeface="Arial"/>
                <a:cs typeface="Arial"/>
              </a:defRPr>
            </a:lvl9pPr>
          </a:lstStyle>
          <a:p xmlns:a="http://schemas.openxmlformats.org/drawingml/2006/main">
            <a:pPr algn="l">
              <a:defRPr sz="1500" b="1">
                <a:solidFill>
                  <a:srgbClr val="17243F"/>
                </a:solidFill>
                <a:latin typeface="Arial"/>
                <a:ea typeface="Arial"/>
                <a:cs typeface="Arial"/>
              </a:defRPr>
            </a:pPr>
            <a:r>
              <a:rPr sz="1500" b="1">
                <a:solidFill>
                  <a:srgbClr val="17243F"/>
                </a:solidFill>
                <a:latin typeface="Arial"/>
                <a:ea typeface="Arial"/>
                <a:cs typeface="Arial"/>
              </a:rPr>
              <a:t>Accountant / Bookkeeper</a:t>
            </a:r>
          </a:p>
        </p:txBody>
      </p:sp>
      <p:sp>
        <p:nvSpPr>
          <p:cNvPr id="62" name="Accountant / Bookkeeper responsibilities">
            <a:extLst xmlns:a="http://schemas.openxmlformats.org/drawingml/2006/main">
              <a:ext uri="{FF2B5EF4-FFF2-40B4-BE49-F238E27FC236}">
                <a16:creationId xmlns:a16="http://schemas.microsoft.com/office/drawing/2014/main" id="{1B0395CE-FF55-4080-97CA-12530CB64FBD}"/>
              </a:ext>
            </a:extLst>
          </p:cNvPr>
          <p:cNvSpPr>
            <a:spLocks xmlns:a="http://schemas.openxmlformats.org/drawingml/2006/main" noGrp="1"/>
          </p:cNvSpPr>
          <p:nvPr/>
        </p:nvSpPr>
        <p:spPr>
          <a:xfrm xmlns:a="http://schemas.openxmlformats.org/drawingml/2006/main">
            <a:off x="895350" y="3819525"/>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0">
                <a:solidFill>
                  <a:srgbClr val="17243F"/>
                </a:solidFill>
                <a:latin typeface="Arial"/>
                <a:ea typeface="Arial"/>
                <a:cs typeface="Arial"/>
              </a:defRPr>
            </a:defPPr>
            <a:lvl1pPr algn="l">
              <a:defRPr sz="1313" b="0">
                <a:solidFill>
                  <a:srgbClr val="17243F"/>
                </a:solidFill>
                <a:latin typeface="Arial"/>
                <a:ea typeface="Arial"/>
                <a:cs typeface="Arial"/>
              </a:defRPr>
            </a:lvl1pPr>
            <a:lvl2pPr algn="l">
              <a:defRPr sz="1313" b="0">
                <a:solidFill>
                  <a:srgbClr val="17243F"/>
                </a:solidFill>
                <a:latin typeface="Arial"/>
                <a:ea typeface="Arial"/>
                <a:cs typeface="Arial"/>
              </a:defRPr>
            </a:lvl2pPr>
            <a:lvl3pPr algn="l">
              <a:defRPr sz="1313" b="0">
                <a:solidFill>
                  <a:srgbClr val="17243F"/>
                </a:solidFill>
                <a:latin typeface="Arial"/>
                <a:ea typeface="Arial"/>
                <a:cs typeface="Arial"/>
              </a:defRPr>
            </a:lvl3pPr>
            <a:lvl4pPr algn="l">
              <a:defRPr sz="1313" b="0">
                <a:solidFill>
                  <a:srgbClr val="17243F"/>
                </a:solidFill>
                <a:latin typeface="Arial"/>
                <a:ea typeface="Arial"/>
                <a:cs typeface="Arial"/>
              </a:defRPr>
            </a:lvl4pPr>
            <a:lvl5pPr algn="l">
              <a:defRPr sz="1313" b="0">
                <a:solidFill>
                  <a:srgbClr val="17243F"/>
                </a:solidFill>
                <a:latin typeface="Arial"/>
                <a:ea typeface="Arial"/>
                <a:cs typeface="Arial"/>
              </a:defRPr>
            </a:lvl5pPr>
            <a:lvl6pPr algn="l">
              <a:defRPr sz="1313" b="0">
                <a:solidFill>
                  <a:srgbClr val="17243F"/>
                </a:solidFill>
                <a:latin typeface="Arial"/>
                <a:ea typeface="Arial"/>
                <a:cs typeface="Arial"/>
              </a:defRPr>
            </a:lvl6pPr>
            <a:lvl7pPr algn="l">
              <a:defRPr sz="1313" b="0">
                <a:solidFill>
                  <a:srgbClr val="17243F"/>
                </a:solidFill>
                <a:latin typeface="Arial"/>
                <a:ea typeface="Arial"/>
                <a:cs typeface="Arial"/>
              </a:defRPr>
            </a:lvl7pPr>
            <a:lvl8pPr algn="l">
              <a:defRPr sz="1313" b="0">
                <a:solidFill>
                  <a:srgbClr val="17243F"/>
                </a:solidFill>
                <a:latin typeface="Arial"/>
                <a:ea typeface="Arial"/>
                <a:cs typeface="Arial"/>
              </a:defRPr>
            </a:lvl8pPr>
            <a:lvl9pPr algn="l">
              <a:defRPr sz="1313" b="0">
                <a:solidFill>
                  <a:srgbClr val="17243F"/>
                </a:solidFill>
                <a:latin typeface="Arial"/>
                <a:ea typeface="Arial"/>
                <a:cs typeface="Arial"/>
              </a:defRPr>
            </a:lvl9pPr>
          </a:lstStyle>
          <a:p xmlns:a="http://schemas.openxmlformats.org/drawingml/2006/main">
            <a:pPr algn="l">
              <a:defRPr sz="1313" b="0">
                <a:solidFill>
                  <a:srgbClr val="17243F"/>
                </a:solidFill>
                <a:latin typeface="Arial"/>
                <a:ea typeface="Arial"/>
                <a:cs typeface="Arial"/>
              </a:defRPr>
            </a:pPr>
            <a:r>
              <a:rPr sz="1313" b="0">
                <a:solidFill>
                  <a:srgbClr val="17243F"/>
                </a:solidFill>
                <a:latin typeface="Arial"/>
                <a:ea typeface="Arial"/>
                <a:cs typeface="Arial"/>
              </a:rPr>
              <a:t>Supply 1, 2   Shape 3, 4</a:t>
            </a:r>
          </a:p>
          <a:p xmlns:a="http://schemas.openxmlformats.org/drawingml/2006/main">
            <a:pPr algn="l">
              <a:defRPr sz="1313" b="0">
                <a:solidFill>
                  <a:srgbClr val="17243F"/>
                </a:solidFill>
                <a:latin typeface="Arial"/>
                <a:ea typeface="Arial"/>
                <a:cs typeface="Arial"/>
              </a:defRPr>
            </a:pPr>
            <a:r>
              <a:rPr sz="1313" b="0">
                <a:solidFill>
                  <a:srgbClr val="17243F"/>
                </a:solidFill>
                <a:latin typeface="Arial"/>
                <a:ea typeface="Arial"/>
                <a:cs typeface="Arial"/>
              </a:rPr>
              <a:t>Resolve 6   Verify 7–9</a:t>
            </a:r>
          </a:p>
          <a:p xmlns:a="http://schemas.openxmlformats.org/drawingml/2006/main">
            <a:pPr algn="l">
              <a:defRPr sz="1313" b="0">
                <a:solidFill>
                  <a:srgbClr val="17243F"/>
                </a:solidFill>
                <a:latin typeface="Arial"/>
                <a:ea typeface="Arial"/>
                <a:cs typeface="Arial"/>
              </a:defRPr>
            </a:pPr>
            <a:r>
              <a:rPr sz="1313" b="0">
                <a:solidFill>
                  <a:srgbClr val="17243F"/>
                </a:solidFill>
                <a:latin typeface="Arial"/>
                <a:ea typeface="Arial"/>
                <a:cs typeface="Arial"/>
              </a:rPr>
              <a:t>Inspect 10</a:t>
            </a:r>
          </a:p>
        </p:txBody>
      </p:sp>
      <p:cxnSp>
        <p:nvCxnSpPr>
          <p:cNvPr id="63" name="Accountant / Bookkeeper numbered association">
            <a:extLst xmlns:a="http://schemas.openxmlformats.org/drawingml/2006/main">
              <a:ext uri="{FF2B5EF4-FFF2-40B4-BE49-F238E27FC236}">
                <a16:creationId xmlns:a16="http://schemas.microsoft.com/office/drawing/2014/main" id="{7B4666D9-DB7B-4A9E-BC0F-F809F8A81755}"/>
              </a:ext>
            </a:extLst>
          </p:cNvPr>
          <p:cNvCxnSpPr/>
          <p:nvPr/>
        </p:nvCxnSpPr>
        <p:spPr>
          <a:xfrm xmlns:a="http://schemas.openxmlformats.org/drawingml/2006/main" flipH="0" flipV="0">
            <a:off x="2905125" y="4229100"/>
            <a:ext cx="428625" cy="0"/>
          </a:xfrm>
          <a:prstGeom xmlns:a="http://schemas.openxmlformats.org/drawingml/2006/main" prst="straightConnector1">
            <a:avLst/>
          </a:prstGeom>
          <a:ln xmlns:a="http://schemas.openxmlformats.org/drawingml/2006/main" w="13335">
            <a:solidFill>
              <a:srgbClr val="17243F"/>
            </a:solidFill>
            <a:prstDash val="solid"/>
            <a:tailEnd type="triangle" w="sm" len="sm"/>
          </a:ln>
        </p:spPr>
      </p:cxnSp>
      <p:sp>
        <p:nvSpPr>
          <p:cNvPr id="64" name="Human Reviewer head">
            <a:extLst xmlns:a="http://schemas.openxmlformats.org/drawingml/2006/main">
              <a:ext uri="{FF2B5EF4-FFF2-40B4-BE49-F238E27FC236}">
                <a16:creationId xmlns:a16="http://schemas.microsoft.com/office/drawing/2014/main" id="{11959D11-5D30-4CCD-8DB7-C7C049AC7DEF}"/>
              </a:ext>
            </a:extLst>
          </p:cNvPr>
          <p:cNvSpPr>
            <a:spLocks xmlns:a="http://schemas.openxmlformats.org/drawingml/2006/main" noGrp="1"/>
          </p:cNvSpPr>
          <p:nvPr/>
        </p:nvSpPr>
        <p:spPr>
          <a:xfrm xmlns:a="http://schemas.openxmlformats.org/drawingml/2006/main">
            <a:off x="504825" y="4895850"/>
            <a:ext cx="171450" cy="171450"/>
          </a:xfrm>
          <a:prstGeom xmlns:a="http://schemas.openxmlformats.org/drawingml/2006/main" prst="ellipse">
            <a:avLst/>
          </a:prstGeom>
          <a:solidFill xmlns:a="http://schemas.openxmlformats.org/drawingml/2006/main">
            <a:srgbClr val="FBFCFE"/>
          </a:solidFill>
          <a:ln xmlns:a="http://schemas.openxmlformats.org/drawingml/2006/main" w="16193">
            <a:solidFill>
              <a:srgbClr val="17243F"/>
            </a:solidFill>
            <a:prstDash val="solid"/>
          </a:ln>
        </p:spPr>
      </p:sp>
      <p:cxnSp>
        <p:nvCxnSpPr>
          <p:cNvPr id="65" name="Human Reviewer body">
            <a:extLst xmlns:a="http://schemas.openxmlformats.org/drawingml/2006/main">
              <a:ext uri="{FF2B5EF4-FFF2-40B4-BE49-F238E27FC236}">
                <a16:creationId xmlns:a16="http://schemas.microsoft.com/office/drawing/2014/main" id="{1ABB9CFE-B2A0-4219-8A5D-F99941CAEE04}"/>
              </a:ext>
            </a:extLst>
          </p:cNvPr>
          <p:cNvCxnSpPr/>
          <p:nvPr/>
        </p:nvCxnSpPr>
        <p:spPr>
          <a:xfrm xmlns:a="http://schemas.openxmlformats.org/drawingml/2006/main" flipH="0" flipV="0">
            <a:off x="590550" y="5067300"/>
            <a:ext cx="0" cy="219075"/>
          </a:xfrm>
          <a:prstGeom xmlns:a="http://schemas.openxmlformats.org/drawingml/2006/main" prst="straightConnector1">
            <a:avLst/>
          </a:prstGeom>
          <a:ln xmlns:a="http://schemas.openxmlformats.org/drawingml/2006/main" w="16193">
            <a:solidFill>
              <a:srgbClr val="17243F"/>
            </a:solidFill>
            <a:prstDash val="solid"/>
            <a:tailEnd type="none" w="sm" len="sm"/>
          </a:ln>
        </p:spPr>
      </p:cxnSp>
      <p:cxnSp>
        <p:nvCxnSpPr>
          <p:cNvPr id="66" name="Human Reviewer arms">
            <a:extLst xmlns:a="http://schemas.openxmlformats.org/drawingml/2006/main">
              <a:ext uri="{FF2B5EF4-FFF2-40B4-BE49-F238E27FC236}">
                <a16:creationId xmlns:a16="http://schemas.microsoft.com/office/drawing/2014/main" id="{3EDA6ED7-9890-48E1-9979-A9919CAF3549}"/>
              </a:ext>
            </a:extLst>
          </p:cNvPr>
          <p:cNvCxnSpPr/>
          <p:nvPr/>
        </p:nvCxnSpPr>
        <p:spPr>
          <a:xfrm xmlns:a="http://schemas.openxmlformats.org/drawingml/2006/main" flipH="0" flipV="0">
            <a:off x="428625" y="5153025"/>
            <a:ext cx="323850" cy="0"/>
          </a:xfrm>
          <a:prstGeom xmlns:a="http://schemas.openxmlformats.org/drawingml/2006/main" prst="straightConnector1">
            <a:avLst/>
          </a:prstGeom>
          <a:ln xmlns:a="http://schemas.openxmlformats.org/drawingml/2006/main" w="16193">
            <a:solidFill>
              <a:srgbClr val="17243F"/>
            </a:solidFill>
            <a:prstDash val="solid"/>
            <a:tailEnd type="none" w="sm" len="sm"/>
          </a:ln>
        </p:spPr>
      </p:cxnSp>
      <p:cxnSp>
        <p:nvCxnSpPr>
          <p:cNvPr id="67" name="Human Reviewer left leg">
            <a:extLst xmlns:a="http://schemas.openxmlformats.org/drawingml/2006/main">
              <a:ext uri="{FF2B5EF4-FFF2-40B4-BE49-F238E27FC236}">
                <a16:creationId xmlns:a16="http://schemas.microsoft.com/office/drawing/2014/main" id="{4ECDE7FF-3DFB-4154-B87F-1E4A8416E62B}"/>
              </a:ext>
            </a:extLst>
          </p:cNvPr>
          <p:cNvCxnSpPr/>
          <p:nvPr/>
        </p:nvCxnSpPr>
        <p:spPr>
          <a:xfrm xmlns:a="http://schemas.openxmlformats.org/drawingml/2006/main" flipH="1" flipV="0">
            <a:off x="447675" y="5286375"/>
            <a:ext cx="142875" cy="161925"/>
          </a:xfrm>
          <a:prstGeom xmlns:a="http://schemas.openxmlformats.org/drawingml/2006/main" prst="straightConnector1">
            <a:avLst/>
          </a:prstGeom>
          <a:ln xmlns:a="http://schemas.openxmlformats.org/drawingml/2006/main" w="16193">
            <a:solidFill>
              <a:srgbClr val="17243F"/>
            </a:solidFill>
            <a:prstDash val="solid"/>
            <a:tailEnd type="none" w="sm" len="sm"/>
          </a:ln>
        </p:spPr>
      </p:cxnSp>
      <p:cxnSp>
        <p:nvCxnSpPr>
          <p:cNvPr id="68" name="Human Reviewer right leg">
            <a:extLst xmlns:a="http://schemas.openxmlformats.org/drawingml/2006/main">
              <a:ext uri="{FF2B5EF4-FFF2-40B4-BE49-F238E27FC236}">
                <a16:creationId xmlns:a16="http://schemas.microsoft.com/office/drawing/2014/main" id="{2FD2515E-2A24-49F0-8AFC-456FA902FD73}"/>
              </a:ext>
            </a:extLst>
          </p:cNvPr>
          <p:cNvCxnSpPr/>
          <p:nvPr/>
        </p:nvCxnSpPr>
        <p:spPr>
          <a:xfrm xmlns:a="http://schemas.openxmlformats.org/drawingml/2006/main" flipH="0" flipV="0">
            <a:off x="590550" y="5286375"/>
            <a:ext cx="142875" cy="161925"/>
          </a:xfrm>
          <a:prstGeom xmlns:a="http://schemas.openxmlformats.org/drawingml/2006/main" prst="straightConnector1">
            <a:avLst/>
          </a:prstGeom>
          <a:ln xmlns:a="http://schemas.openxmlformats.org/drawingml/2006/main" w="16193">
            <a:solidFill>
              <a:srgbClr val="17243F"/>
            </a:solidFill>
            <a:prstDash val="solid"/>
            <a:tailEnd type="none" w="sm" len="sm"/>
          </a:ln>
        </p:spPr>
      </p:cxnSp>
      <p:sp>
        <p:nvSpPr>
          <p:cNvPr id="69" name="Human Reviewer label">
            <a:extLst xmlns:a="http://schemas.openxmlformats.org/drawingml/2006/main">
              <a:ext uri="{FF2B5EF4-FFF2-40B4-BE49-F238E27FC236}">
                <a16:creationId xmlns:a16="http://schemas.microsoft.com/office/drawing/2014/main" id="{B87C89AF-F02D-4B2E-B1BB-CD7841D67100}"/>
              </a:ext>
            </a:extLst>
          </p:cNvPr>
          <p:cNvSpPr>
            <a:spLocks xmlns:a="http://schemas.openxmlformats.org/drawingml/2006/main" noGrp="1"/>
          </p:cNvSpPr>
          <p:nvPr/>
        </p:nvSpPr>
        <p:spPr>
          <a:xfrm xmlns:a="http://schemas.openxmlformats.org/drawingml/2006/main">
            <a:off x="895350" y="485775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7243F"/>
                </a:solidFill>
                <a:latin typeface="Arial"/>
                <a:ea typeface="Arial"/>
                <a:cs typeface="Arial"/>
              </a:defRPr>
            </a:defPPr>
            <a:lvl1pPr algn="l">
              <a:defRPr sz="1575" b="1">
                <a:solidFill>
                  <a:srgbClr val="17243F"/>
                </a:solidFill>
                <a:latin typeface="Arial"/>
                <a:ea typeface="Arial"/>
                <a:cs typeface="Arial"/>
              </a:defRPr>
            </a:lvl1pPr>
            <a:lvl2pPr algn="l">
              <a:defRPr sz="1575" b="1">
                <a:solidFill>
                  <a:srgbClr val="17243F"/>
                </a:solidFill>
                <a:latin typeface="Arial"/>
                <a:ea typeface="Arial"/>
                <a:cs typeface="Arial"/>
              </a:defRPr>
            </a:lvl2pPr>
            <a:lvl3pPr algn="l">
              <a:defRPr sz="1575" b="1">
                <a:solidFill>
                  <a:srgbClr val="17243F"/>
                </a:solidFill>
                <a:latin typeface="Arial"/>
                <a:ea typeface="Arial"/>
                <a:cs typeface="Arial"/>
              </a:defRPr>
            </a:lvl3pPr>
            <a:lvl4pPr algn="l">
              <a:defRPr sz="1575" b="1">
                <a:solidFill>
                  <a:srgbClr val="17243F"/>
                </a:solidFill>
                <a:latin typeface="Arial"/>
                <a:ea typeface="Arial"/>
                <a:cs typeface="Arial"/>
              </a:defRPr>
            </a:lvl4pPr>
            <a:lvl5pPr algn="l">
              <a:defRPr sz="1575" b="1">
                <a:solidFill>
                  <a:srgbClr val="17243F"/>
                </a:solidFill>
                <a:latin typeface="Arial"/>
                <a:ea typeface="Arial"/>
                <a:cs typeface="Arial"/>
              </a:defRPr>
            </a:lvl5pPr>
            <a:lvl6pPr algn="l">
              <a:defRPr sz="1575" b="1">
                <a:solidFill>
                  <a:srgbClr val="17243F"/>
                </a:solidFill>
                <a:latin typeface="Arial"/>
                <a:ea typeface="Arial"/>
                <a:cs typeface="Arial"/>
              </a:defRPr>
            </a:lvl6pPr>
            <a:lvl7pPr algn="l">
              <a:defRPr sz="1575" b="1">
                <a:solidFill>
                  <a:srgbClr val="17243F"/>
                </a:solidFill>
                <a:latin typeface="Arial"/>
                <a:ea typeface="Arial"/>
                <a:cs typeface="Arial"/>
              </a:defRPr>
            </a:lvl7pPr>
            <a:lvl8pPr algn="l">
              <a:defRPr sz="1575" b="1">
                <a:solidFill>
                  <a:srgbClr val="17243F"/>
                </a:solidFill>
                <a:latin typeface="Arial"/>
                <a:ea typeface="Arial"/>
                <a:cs typeface="Arial"/>
              </a:defRPr>
            </a:lvl8pPr>
            <a:lvl9pPr algn="l">
              <a:defRPr sz="1575" b="1">
                <a:solidFill>
                  <a:srgbClr val="17243F"/>
                </a:solidFill>
                <a:latin typeface="Arial"/>
                <a:ea typeface="Arial"/>
                <a:cs typeface="Arial"/>
              </a:defRPr>
            </a:lvl9pPr>
          </a:lstStyle>
          <a:p xmlns:a="http://schemas.openxmlformats.org/drawingml/2006/main">
            <a:pPr algn="l">
              <a:defRPr sz="1575" b="1">
                <a:solidFill>
                  <a:srgbClr val="17243F"/>
                </a:solidFill>
                <a:latin typeface="Arial"/>
                <a:ea typeface="Arial"/>
                <a:cs typeface="Arial"/>
              </a:defRPr>
            </a:pPr>
            <a:r>
              <a:rPr sz="1575" b="1">
                <a:solidFill>
                  <a:srgbClr val="17243F"/>
                </a:solidFill>
                <a:latin typeface="Arial"/>
                <a:ea typeface="Arial"/>
                <a:cs typeface="Arial"/>
              </a:rPr>
              <a:t>Human Reviewer</a:t>
            </a:r>
          </a:p>
        </p:txBody>
      </p:sp>
      <p:sp>
        <p:nvSpPr>
          <p:cNvPr id="70" name="Human Reviewer responsibilities">
            <a:extLst xmlns:a="http://schemas.openxmlformats.org/drawingml/2006/main">
              <a:ext uri="{FF2B5EF4-FFF2-40B4-BE49-F238E27FC236}">
                <a16:creationId xmlns:a16="http://schemas.microsoft.com/office/drawing/2014/main" id="{CE7322A4-EC0C-4CF5-96F6-8AAF2740A3AA}"/>
              </a:ext>
            </a:extLst>
          </p:cNvPr>
          <p:cNvSpPr>
            <a:spLocks xmlns:a="http://schemas.openxmlformats.org/drawingml/2006/main" noGrp="1"/>
          </p:cNvSpPr>
          <p:nvPr/>
        </p:nvSpPr>
        <p:spPr>
          <a:xfrm xmlns:a="http://schemas.openxmlformats.org/drawingml/2006/main">
            <a:off x="895350" y="514350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0">
                <a:solidFill>
                  <a:srgbClr val="17243F"/>
                </a:solidFill>
                <a:latin typeface="Arial"/>
                <a:ea typeface="Arial"/>
                <a:cs typeface="Arial"/>
              </a:defRPr>
            </a:defPPr>
            <a:lvl1pPr algn="l">
              <a:defRPr sz="1313" b="0">
                <a:solidFill>
                  <a:srgbClr val="17243F"/>
                </a:solidFill>
                <a:latin typeface="Arial"/>
                <a:ea typeface="Arial"/>
                <a:cs typeface="Arial"/>
              </a:defRPr>
            </a:lvl1pPr>
            <a:lvl2pPr algn="l">
              <a:defRPr sz="1313" b="0">
                <a:solidFill>
                  <a:srgbClr val="17243F"/>
                </a:solidFill>
                <a:latin typeface="Arial"/>
                <a:ea typeface="Arial"/>
                <a:cs typeface="Arial"/>
              </a:defRPr>
            </a:lvl2pPr>
            <a:lvl3pPr algn="l">
              <a:defRPr sz="1313" b="0">
                <a:solidFill>
                  <a:srgbClr val="17243F"/>
                </a:solidFill>
                <a:latin typeface="Arial"/>
                <a:ea typeface="Arial"/>
                <a:cs typeface="Arial"/>
              </a:defRPr>
            </a:lvl3pPr>
            <a:lvl4pPr algn="l">
              <a:defRPr sz="1313" b="0">
                <a:solidFill>
                  <a:srgbClr val="17243F"/>
                </a:solidFill>
                <a:latin typeface="Arial"/>
                <a:ea typeface="Arial"/>
                <a:cs typeface="Arial"/>
              </a:defRPr>
            </a:lvl4pPr>
            <a:lvl5pPr algn="l">
              <a:defRPr sz="1313" b="0">
                <a:solidFill>
                  <a:srgbClr val="17243F"/>
                </a:solidFill>
                <a:latin typeface="Arial"/>
                <a:ea typeface="Arial"/>
                <a:cs typeface="Arial"/>
              </a:defRPr>
            </a:lvl5pPr>
            <a:lvl6pPr algn="l">
              <a:defRPr sz="1313" b="0">
                <a:solidFill>
                  <a:srgbClr val="17243F"/>
                </a:solidFill>
                <a:latin typeface="Arial"/>
                <a:ea typeface="Arial"/>
                <a:cs typeface="Arial"/>
              </a:defRPr>
            </a:lvl6pPr>
            <a:lvl7pPr algn="l">
              <a:defRPr sz="1313" b="0">
                <a:solidFill>
                  <a:srgbClr val="17243F"/>
                </a:solidFill>
                <a:latin typeface="Arial"/>
                <a:ea typeface="Arial"/>
                <a:cs typeface="Arial"/>
              </a:defRPr>
            </a:lvl7pPr>
            <a:lvl8pPr algn="l">
              <a:defRPr sz="1313" b="0">
                <a:solidFill>
                  <a:srgbClr val="17243F"/>
                </a:solidFill>
                <a:latin typeface="Arial"/>
                <a:ea typeface="Arial"/>
                <a:cs typeface="Arial"/>
              </a:defRPr>
            </a:lvl8pPr>
            <a:lvl9pPr algn="l">
              <a:defRPr sz="1313" b="0">
                <a:solidFill>
                  <a:srgbClr val="17243F"/>
                </a:solidFill>
                <a:latin typeface="Arial"/>
                <a:ea typeface="Arial"/>
                <a:cs typeface="Arial"/>
              </a:defRPr>
            </a:lvl9pPr>
          </a:lstStyle>
          <a:p xmlns:a="http://schemas.openxmlformats.org/drawingml/2006/main">
            <a:pPr algn="l">
              <a:defRPr sz="1313" b="0">
                <a:solidFill>
                  <a:srgbClr val="17243F"/>
                </a:solidFill>
                <a:latin typeface="Arial"/>
                <a:ea typeface="Arial"/>
                <a:cs typeface="Arial"/>
              </a:defRPr>
            </a:pPr>
            <a:r>
              <a:rPr sz="1313" b="0">
                <a:solidFill>
                  <a:srgbClr val="17243F"/>
                </a:solidFill>
                <a:latin typeface="Arial"/>
                <a:ea typeface="Arial"/>
                <a:cs typeface="Arial"/>
              </a:rPr>
              <a:t>Review 4, 6–9</a:t>
            </a:r>
          </a:p>
          <a:p xmlns:a="http://schemas.openxmlformats.org/drawingml/2006/main">
            <a:pPr algn="l">
              <a:defRPr sz="1313" b="0">
                <a:solidFill>
                  <a:srgbClr val="17243F"/>
                </a:solidFill>
                <a:latin typeface="Arial"/>
                <a:ea typeface="Arial"/>
                <a:cs typeface="Arial"/>
              </a:defRPr>
            </a:pPr>
            <a:r>
              <a:rPr sz="1313" b="0">
                <a:solidFill>
                  <a:srgbClr val="17243F"/>
                </a:solidFill>
                <a:latin typeface="Arial"/>
                <a:ea typeface="Arial"/>
                <a:cs typeface="Arial"/>
              </a:rPr>
              <a:t>Inspect 10</a:t>
            </a:r>
          </a:p>
        </p:txBody>
      </p:sp>
      <p:cxnSp>
        <p:nvCxnSpPr>
          <p:cNvPr id="71" name="Human Reviewer numbered association">
            <a:extLst xmlns:a="http://schemas.openxmlformats.org/drawingml/2006/main">
              <a:ext uri="{FF2B5EF4-FFF2-40B4-BE49-F238E27FC236}">
                <a16:creationId xmlns:a16="http://schemas.microsoft.com/office/drawing/2014/main" id="{61F3CC7F-666C-4D1A-903C-9BCF8A4D405C}"/>
              </a:ext>
            </a:extLst>
          </p:cNvPr>
          <p:cNvCxnSpPr/>
          <p:nvPr/>
        </p:nvCxnSpPr>
        <p:spPr>
          <a:xfrm xmlns:a="http://schemas.openxmlformats.org/drawingml/2006/main" flipH="0" flipV="0">
            <a:off x="2905125" y="5553075"/>
            <a:ext cx="428625" cy="0"/>
          </a:xfrm>
          <a:prstGeom xmlns:a="http://schemas.openxmlformats.org/drawingml/2006/main" prst="straightConnector1">
            <a:avLst/>
          </a:prstGeom>
          <a:ln xmlns:a="http://schemas.openxmlformats.org/drawingml/2006/main" w="13335">
            <a:solidFill>
              <a:srgbClr val="17243F"/>
            </a:solidFill>
            <a:prstDash val="solid"/>
            <a:tailEnd type="triangle" w="sm" len="sm"/>
          </a:ln>
        </p:spPr>
      </p:cxnSp>
      <p:sp>
        <p:nvSpPr>
          <p:cNvPr id="72" name="Administrator head">
            <a:extLst xmlns:a="http://schemas.openxmlformats.org/drawingml/2006/main">
              <a:ext uri="{FF2B5EF4-FFF2-40B4-BE49-F238E27FC236}">
                <a16:creationId xmlns:a16="http://schemas.microsoft.com/office/drawing/2014/main" id="{3B95959B-C5CB-432C-A97E-6A5000F0C45B}"/>
              </a:ext>
            </a:extLst>
          </p:cNvPr>
          <p:cNvSpPr>
            <a:spLocks xmlns:a="http://schemas.openxmlformats.org/drawingml/2006/main" noGrp="1"/>
          </p:cNvSpPr>
          <p:nvPr/>
        </p:nvSpPr>
        <p:spPr>
          <a:xfrm xmlns:a="http://schemas.openxmlformats.org/drawingml/2006/main">
            <a:off x="504825" y="6105525"/>
            <a:ext cx="171450" cy="171450"/>
          </a:xfrm>
          <a:prstGeom xmlns:a="http://schemas.openxmlformats.org/drawingml/2006/main" prst="ellipse">
            <a:avLst/>
          </a:prstGeom>
          <a:solidFill xmlns:a="http://schemas.openxmlformats.org/drawingml/2006/main">
            <a:srgbClr val="FBFCFE"/>
          </a:solidFill>
          <a:ln xmlns:a="http://schemas.openxmlformats.org/drawingml/2006/main" w="16193">
            <a:solidFill>
              <a:srgbClr val="8793A4"/>
            </a:solidFill>
            <a:prstDash val="solid"/>
          </a:ln>
        </p:spPr>
      </p:sp>
      <p:cxnSp>
        <p:nvCxnSpPr>
          <p:cNvPr id="73" name="Administrator body">
            <a:extLst xmlns:a="http://schemas.openxmlformats.org/drawingml/2006/main">
              <a:ext uri="{FF2B5EF4-FFF2-40B4-BE49-F238E27FC236}">
                <a16:creationId xmlns:a16="http://schemas.microsoft.com/office/drawing/2014/main" id="{E23FA565-9750-462F-B9D4-CDC74FAC49E8}"/>
              </a:ext>
            </a:extLst>
          </p:cNvPr>
          <p:cNvCxnSpPr/>
          <p:nvPr/>
        </p:nvCxnSpPr>
        <p:spPr>
          <a:xfrm xmlns:a="http://schemas.openxmlformats.org/drawingml/2006/main" flipH="0" flipV="0">
            <a:off x="590550" y="6276975"/>
            <a:ext cx="0" cy="219075"/>
          </a:xfrm>
          <a:prstGeom xmlns:a="http://schemas.openxmlformats.org/drawingml/2006/main" prst="straightConnector1">
            <a:avLst/>
          </a:prstGeom>
          <a:ln xmlns:a="http://schemas.openxmlformats.org/drawingml/2006/main" w="16193">
            <a:solidFill>
              <a:srgbClr val="8793A4"/>
            </a:solidFill>
            <a:prstDash val="solid"/>
            <a:tailEnd type="none" w="sm" len="sm"/>
          </a:ln>
        </p:spPr>
      </p:cxnSp>
      <p:cxnSp>
        <p:nvCxnSpPr>
          <p:cNvPr id="74" name="Administrator arms">
            <a:extLst xmlns:a="http://schemas.openxmlformats.org/drawingml/2006/main">
              <a:ext uri="{FF2B5EF4-FFF2-40B4-BE49-F238E27FC236}">
                <a16:creationId xmlns:a16="http://schemas.microsoft.com/office/drawing/2014/main" id="{9BB5F6E1-E949-402A-9F11-51497A489844}"/>
              </a:ext>
            </a:extLst>
          </p:cNvPr>
          <p:cNvCxnSpPr/>
          <p:nvPr/>
        </p:nvCxnSpPr>
        <p:spPr>
          <a:xfrm xmlns:a="http://schemas.openxmlformats.org/drawingml/2006/main" flipH="0" flipV="0">
            <a:off x="428625" y="6362700"/>
            <a:ext cx="323850" cy="0"/>
          </a:xfrm>
          <a:prstGeom xmlns:a="http://schemas.openxmlformats.org/drawingml/2006/main" prst="straightConnector1">
            <a:avLst/>
          </a:prstGeom>
          <a:ln xmlns:a="http://schemas.openxmlformats.org/drawingml/2006/main" w="16193">
            <a:solidFill>
              <a:srgbClr val="8793A4"/>
            </a:solidFill>
            <a:prstDash val="solid"/>
            <a:tailEnd type="none" w="sm" len="sm"/>
          </a:ln>
        </p:spPr>
      </p:cxnSp>
      <p:cxnSp>
        <p:nvCxnSpPr>
          <p:cNvPr id="75" name="Administrator left leg">
            <a:extLst xmlns:a="http://schemas.openxmlformats.org/drawingml/2006/main">
              <a:ext uri="{FF2B5EF4-FFF2-40B4-BE49-F238E27FC236}">
                <a16:creationId xmlns:a16="http://schemas.microsoft.com/office/drawing/2014/main" id="{C95B867A-DA98-40C4-BA01-E21FFB6CEE70}"/>
              </a:ext>
            </a:extLst>
          </p:cNvPr>
          <p:cNvCxnSpPr/>
          <p:nvPr/>
        </p:nvCxnSpPr>
        <p:spPr>
          <a:xfrm xmlns:a="http://schemas.openxmlformats.org/drawingml/2006/main" flipH="1" flipV="0">
            <a:off x="447675" y="6496050"/>
            <a:ext cx="142875" cy="161925"/>
          </a:xfrm>
          <a:prstGeom xmlns:a="http://schemas.openxmlformats.org/drawingml/2006/main" prst="straightConnector1">
            <a:avLst/>
          </a:prstGeom>
          <a:ln xmlns:a="http://schemas.openxmlformats.org/drawingml/2006/main" w="16193">
            <a:solidFill>
              <a:srgbClr val="8793A4"/>
            </a:solidFill>
            <a:prstDash val="solid"/>
            <a:tailEnd type="none" w="sm" len="sm"/>
          </a:ln>
        </p:spPr>
      </p:cxnSp>
      <p:cxnSp>
        <p:nvCxnSpPr>
          <p:cNvPr id="76" name="Administrator right leg">
            <a:extLst xmlns:a="http://schemas.openxmlformats.org/drawingml/2006/main">
              <a:ext uri="{FF2B5EF4-FFF2-40B4-BE49-F238E27FC236}">
                <a16:creationId xmlns:a16="http://schemas.microsoft.com/office/drawing/2014/main" id="{3A59C1BD-E434-4CAC-BC96-CE5F279D1CA5}"/>
              </a:ext>
            </a:extLst>
          </p:cNvPr>
          <p:cNvCxnSpPr/>
          <p:nvPr/>
        </p:nvCxnSpPr>
        <p:spPr>
          <a:xfrm xmlns:a="http://schemas.openxmlformats.org/drawingml/2006/main" flipH="0" flipV="0">
            <a:off x="590550" y="6496050"/>
            <a:ext cx="142875" cy="161925"/>
          </a:xfrm>
          <a:prstGeom xmlns:a="http://schemas.openxmlformats.org/drawingml/2006/main" prst="straightConnector1">
            <a:avLst/>
          </a:prstGeom>
          <a:ln xmlns:a="http://schemas.openxmlformats.org/drawingml/2006/main" w="16193">
            <a:solidFill>
              <a:srgbClr val="8793A4"/>
            </a:solidFill>
            <a:prstDash val="solid"/>
            <a:tailEnd type="none" w="sm" len="sm"/>
          </a:ln>
        </p:spPr>
      </p:cxnSp>
      <p:sp>
        <p:nvSpPr>
          <p:cNvPr id="77" name="Administrator label">
            <a:extLst xmlns:a="http://schemas.openxmlformats.org/drawingml/2006/main">
              <a:ext uri="{FF2B5EF4-FFF2-40B4-BE49-F238E27FC236}">
                <a16:creationId xmlns:a16="http://schemas.microsoft.com/office/drawing/2014/main" id="{B1D105D8-8002-4A80-89F9-A0721C6DFC89}"/>
              </a:ext>
            </a:extLst>
          </p:cNvPr>
          <p:cNvSpPr>
            <a:spLocks xmlns:a="http://schemas.openxmlformats.org/drawingml/2006/main" noGrp="1"/>
          </p:cNvSpPr>
          <p:nvPr/>
        </p:nvSpPr>
        <p:spPr>
          <a:xfrm xmlns:a="http://schemas.openxmlformats.org/drawingml/2006/main">
            <a:off x="895350" y="6067425"/>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7243F"/>
                </a:solidFill>
                <a:latin typeface="Arial"/>
                <a:ea typeface="Arial"/>
                <a:cs typeface="Arial"/>
              </a:defRPr>
            </a:defPPr>
            <a:lvl1pPr algn="l">
              <a:defRPr sz="1575" b="1">
                <a:solidFill>
                  <a:srgbClr val="17243F"/>
                </a:solidFill>
                <a:latin typeface="Arial"/>
                <a:ea typeface="Arial"/>
                <a:cs typeface="Arial"/>
              </a:defRPr>
            </a:lvl1pPr>
            <a:lvl2pPr algn="l">
              <a:defRPr sz="1575" b="1">
                <a:solidFill>
                  <a:srgbClr val="17243F"/>
                </a:solidFill>
                <a:latin typeface="Arial"/>
                <a:ea typeface="Arial"/>
                <a:cs typeface="Arial"/>
              </a:defRPr>
            </a:lvl2pPr>
            <a:lvl3pPr algn="l">
              <a:defRPr sz="1575" b="1">
                <a:solidFill>
                  <a:srgbClr val="17243F"/>
                </a:solidFill>
                <a:latin typeface="Arial"/>
                <a:ea typeface="Arial"/>
                <a:cs typeface="Arial"/>
              </a:defRPr>
            </a:lvl3pPr>
            <a:lvl4pPr algn="l">
              <a:defRPr sz="1575" b="1">
                <a:solidFill>
                  <a:srgbClr val="17243F"/>
                </a:solidFill>
                <a:latin typeface="Arial"/>
                <a:ea typeface="Arial"/>
                <a:cs typeface="Arial"/>
              </a:defRPr>
            </a:lvl4pPr>
            <a:lvl5pPr algn="l">
              <a:defRPr sz="1575" b="1">
                <a:solidFill>
                  <a:srgbClr val="17243F"/>
                </a:solidFill>
                <a:latin typeface="Arial"/>
                <a:ea typeface="Arial"/>
                <a:cs typeface="Arial"/>
              </a:defRPr>
            </a:lvl5pPr>
            <a:lvl6pPr algn="l">
              <a:defRPr sz="1575" b="1">
                <a:solidFill>
                  <a:srgbClr val="17243F"/>
                </a:solidFill>
                <a:latin typeface="Arial"/>
                <a:ea typeface="Arial"/>
                <a:cs typeface="Arial"/>
              </a:defRPr>
            </a:lvl6pPr>
            <a:lvl7pPr algn="l">
              <a:defRPr sz="1575" b="1">
                <a:solidFill>
                  <a:srgbClr val="17243F"/>
                </a:solidFill>
                <a:latin typeface="Arial"/>
                <a:ea typeface="Arial"/>
                <a:cs typeface="Arial"/>
              </a:defRPr>
            </a:lvl7pPr>
            <a:lvl8pPr algn="l">
              <a:defRPr sz="1575" b="1">
                <a:solidFill>
                  <a:srgbClr val="17243F"/>
                </a:solidFill>
                <a:latin typeface="Arial"/>
                <a:ea typeface="Arial"/>
                <a:cs typeface="Arial"/>
              </a:defRPr>
            </a:lvl8pPr>
            <a:lvl9pPr algn="l">
              <a:defRPr sz="1575" b="1">
                <a:solidFill>
                  <a:srgbClr val="17243F"/>
                </a:solidFill>
                <a:latin typeface="Arial"/>
                <a:ea typeface="Arial"/>
                <a:cs typeface="Arial"/>
              </a:defRPr>
            </a:lvl9pPr>
          </a:lstStyle>
          <a:p xmlns:a="http://schemas.openxmlformats.org/drawingml/2006/main">
            <a:pPr algn="l">
              <a:defRPr sz="1575" b="1">
                <a:solidFill>
                  <a:srgbClr val="17243F"/>
                </a:solidFill>
                <a:latin typeface="Arial"/>
                <a:ea typeface="Arial"/>
                <a:cs typeface="Arial"/>
              </a:defRPr>
            </a:pPr>
            <a:r>
              <a:rPr sz="1575" b="1">
                <a:solidFill>
                  <a:srgbClr val="17243F"/>
                </a:solidFill>
                <a:latin typeface="Arial"/>
                <a:ea typeface="Arial"/>
                <a:cs typeface="Arial"/>
              </a:rPr>
              <a:t>Administrator</a:t>
            </a:r>
          </a:p>
        </p:txBody>
      </p:sp>
      <p:sp>
        <p:nvSpPr>
          <p:cNvPr id="78" name="Administrator responsibilities">
            <a:extLst xmlns:a="http://schemas.openxmlformats.org/drawingml/2006/main">
              <a:ext uri="{FF2B5EF4-FFF2-40B4-BE49-F238E27FC236}">
                <a16:creationId xmlns:a16="http://schemas.microsoft.com/office/drawing/2014/main" id="{399720A1-610D-459D-B7CE-075B4B2D9DF2}"/>
              </a:ext>
            </a:extLst>
          </p:cNvPr>
          <p:cNvSpPr>
            <a:spLocks xmlns:a="http://schemas.openxmlformats.org/drawingml/2006/main" noGrp="1"/>
          </p:cNvSpPr>
          <p:nvPr/>
        </p:nvSpPr>
        <p:spPr>
          <a:xfrm xmlns:a="http://schemas.openxmlformats.org/drawingml/2006/main">
            <a:off x="895350" y="6353175"/>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0">
                <a:solidFill>
                  <a:srgbClr val="59657A"/>
                </a:solidFill>
                <a:latin typeface="Arial"/>
                <a:ea typeface="Arial"/>
                <a:cs typeface="Arial"/>
              </a:defRPr>
            </a:defPPr>
            <a:lvl1pPr algn="l">
              <a:defRPr sz="1313" b="0">
                <a:solidFill>
                  <a:srgbClr val="59657A"/>
                </a:solidFill>
                <a:latin typeface="Arial"/>
                <a:ea typeface="Arial"/>
                <a:cs typeface="Arial"/>
              </a:defRPr>
            </a:lvl1pPr>
            <a:lvl2pPr algn="l">
              <a:defRPr sz="1313" b="0">
                <a:solidFill>
                  <a:srgbClr val="59657A"/>
                </a:solidFill>
                <a:latin typeface="Arial"/>
                <a:ea typeface="Arial"/>
                <a:cs typeface="Arial"/>
              </a:defRPr>
            </a:lvl2pPr>
            <a:lvl3pPr algn="l">
              <a:defRPr sz="1313" b="0">
                <a:solidFill>
                  <a:srgbClr val="59657A"/>
                </a:solidFill>
                <a:latin typeface="Arial"/>
                <a:ea typeface="Arial"/>
                <a:cs typeface="Arial"/>
              </a:defRPr>
            </a:lvl3pPr>
            <a:lvl4pPr algn="l">
              <a:defRPr sz="1313" b="0">
                <a:solidFill>
                  <a:srgbClr val="59657A"/>
                </a:solidFill>
                <a:latin typeface="Arial"/>
                <a:ea typeface="Arial"/>
                <a:cs typeface="Arial"/>
              </a:defRPr>
            </a:lvl4pPr>
            <a:lvl5pPr algn="l">
              <a:defRPr sz="1313" b="0">
                <a:solidFill>
                  <a:srgbClr val="59657A"/>
                </a:solidFill>
                <a:latin typeface="Arial"/>
                <a:ea typeface="Arial"/>
                <a:cs typeface="Arial"/>
              </a:defRPr>
            </a:lvl5pPr>
            <a:lvl6pPr algn="l">
              <a:defRPr sz="1313" b="0">
                <a:solidFill>
                  <a:srgbClr val="59657A"/>
                </a:solidFill>
                <a:latin typeface="Arial"/>
                <a:ea typeface="Arial"/>
                <a:cs typeface="Arial"/>
              </a:defRPr>
            </a:lvl6pPr>
            <a:lvl7pPr algn="l">
              <a:defRPr sz="1313" b="0">
                <a:solidFill>
                  <a:srgbClr val="59657A"/>
                </a:solidFill>
                <a:latin typeface="Arial"/>
                <a:ea typeface="Arial"/>
                <a:cs typeface="Arial"/>
              </a:defRPr>
            </a:lvl7pPr>
            <a:lvl8pPr algn="l">
              <a:defRPr sz="1313" b="0">
                <a:solidFill>
                  <a:srgbClr val="59657A"/>
                </a:solidFill>
                <a:latin typeface="Arial"/>
                <a:ea typeface="Arial"/>
                <a:cs typeface="Arial"/>
              </a:defRPr>
            </a:lvl8pPr>
            <a:lvl9pPr algn="l">
              <a:defRPr sz="1313" b="0">
                <a:solidFill>
                  <a:srgbClr val="59657A"/>
                </a:solidFill>
                <a:latin typeface="Arial"/>
                <a:ea typeface="Arial"/>
                <a:cs typeface="Arial"/>
              </a:defRPr>
            </a:lvl9pPr>
          </a:lstStyle>
          <a:p xmlns:a="http://schemas.openxmlformats.org/drawingml/2006/main">
            <a:pPr algn="l">
              <a:defRPr sz="1313" b="0">
                <a:solidFill>
                  <a:srgbClr val="59657A"/>
                </a:solidFill>
                <a:latin typeface="Arial"/>
                <a:ea typeface="Arial"/>
                <a:cs typeface="Arial"/>
              </a:defRPr>
            </a:pPr>
            <a:r>
              <a:rPr sz="1313" b="0">
                <a:solidFill>
                  <a:srgbClr val="59657A"/>
                </a:solidFill>
                <a:latin typeface="Arial"/>
                <a:ea typeface="Arial"/>
                <a:cs typeface="Arial"/>
              </a:rPr>
              <a:t>Target: access &amp; policy</a:t>
            </a:r>
          </a:p>
          <a:p xmlns:a="http://schemas.openxmlformats.org/drawingml/2006/main">
            <a:pPr algn="l">
              <a:defRPr sz="1313" b="0">
                <a:solidFill>
                  <a:srgbClr val="59657A"/>
                </a:solidFill>
                <a:latin typeface="Arial"/>
                <a:ea typeface="Arial"/>
                <a:cs typeface="Arial"/>
              </a:defRPr>
            </a:pPr>
            <a:r>
              <a:rPr sz="1313" b="0">
                <a:solidFill>
                  <a:srgbClr val="59657A"/>
                </a:solidFill>
                <a:latin typeface="Arial"/>
                <a:ea typeface="Arial"/>
                <a:cs typeface="Arial"/>
              </a:rPr>
              <a:t>Support 5, 8, 10</a:t>
            </a:r>
          </a:p>
        </p:txBody>
      </p:sp>
      <p:cxnSp>
        <p:nvCxnSpPr>
          <p:cNvPr id="79" name="Administrator numbered association">
            <a:extLst xmlns:a="http://schemas.openxmlformats.org/drawingml/2006/main">
              <a:ext uri="{FF2B5EF4-FFF2-40B4-BE49-F238E27FC236}">
                <a16:creationId xmlns:a16="http://schemas.microsoft.com/office/drawing/2014/main" id="{CD2515AE-BB5B-4598-8E01-358DE2297585}"/>
              </a:ext>
            </a:extLst>
          </p:cNvPr>
          <p:cNvCxnSpPr/>
          <p:nvPr/>
        </p:nvCxnSpPr>
        <p:spPr>
          <a:xfrm xmlns:a="http://schemas.openxmlformats.org/drawingml/2006/main" flipH="0" flipV="0">
            <a:off x="2905125" y="6762750"/>
            <a:ext cx="428625" cy="0"/>
          </a:xfrm>
          <a:prstGeom xmlns:a="http://schemas.openxmlformats.org/drawingml/2006/main" prst="straightConnector1">
            <a:avLst/>
          </a:prstGeom>
          <a:ln xmlns:a="http://schemas.openxmlformats.org/drawingml/2006/main" w="13335">
            <a:solidFill>
              <a:srgbClr val="8793A4"/>
            </a:solidFill>
            <a:prstDash val="dash"/>
            <a:tailEnd type="triangle" w="sm" len="sm"/>
          </a:ln>
        </p:spPr>
      </p:cxnSp>
      <p:sp>
        <p:nvSpPr>
          <p:cNvPr id="80" name="Source accounting interface">
            <a:extLst xmlns:a="http://schemas.openxmlformats.org/drawingml/2006/main">
              <a:ext uri="{FF2B5EF4-FFF2-40B4-BE49-F238E27FC236}">
                <a16:creationId xmlns:a16="http://schemas.microsoft.com/office/drawing/2014/main" id="{52C0D604-4C69-4FC8-9DFA-4199383BD016}"/>
              </a:ext>
            </a:extLst>
          </p:cNvPr>
          <p:cNvSpPr>
            <a:spLocks xmlns:a="http://schemas.openxmlformats.org/drawingml/2006/main" noGrp="1"/>
          </p:cNvSpPr>
          <p:nvPr/>
        </p:nvSpPr>
        <p:spPr>
          <a:xfrm xmlns:a="http://schemas.openxmlformats.org/drawingml/2006/main">
            <a:off x="12573000" y="2619375"/>
            <a:ext cx="2238375" cy="828675"/>
          </a:xfrm>
          <a:prstGeom xmlns:a="http://schemas.openxmlformats.org/drawingml/2006/main" prst="rect">
            <a:avLst/>
          </a:prstGeom>
          <a:solidFill xmlns:a="http://schemas.openxmlformats.org/drawingml/2006/main">
            <a:srgbClr val="FFFFFF"/>
          </a:solidFill>
          <a:ln xmlns:a="http://schemas.openxmlformats.org/drawingml/2006/main" w="13335">
            <a:solidFill>
              <a:srgbClr val="8793A4"/>
            </a:solidFill>
            <a:prstDash val="dash"/>
          </a:ln>
        </p:spPr>
      </p:sp>
      <p:sp>
        <p:nvSpPr>
          <p:cNvPr id="81" name="Source accounting label">
            <a:extLst xmlns:a="http://schemas.openxmlformats.org/drawingml/2006/main">
              <a:ext uri="{FF2B5EF4-FFF2-40B4-BE49-F238E27FC236}">
                <a16:creationId xmlns:a16="http://schemas.microsoft.com/office/drawing/2014/main" id="{D0755335-38FA-4700-9975-33AD60085989}"/>
              </a:ext>
            </a:extLst>
          </p:cNvPr>
          <p:cNvSpPr>
            <a:spLocks xmlns:a="http://schemas.openxmlformats.org/drawingml/2006/main" noGrp="1"/>
          </p:cNvSpPr>
          <p:nvPr/>
        </p:nvSpPr>
        <p:spPr>
          <a:xfrm xmlns:a="http://schemas.openxmlformats.org/drawingml/2006/main">
            <a:off x="12696825" y="27146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7243F"/>
                </a:solidFill>
                <a:latin typeface="Arial"/>
                <a:ea typeface="Arial"/>
                <a:cs typeface="Arial"/>
              </a:defRPr>
            </a:defPPr>
            <a:lvl1pPr algn="l">
              <a:defRPr sz="1350" b="1">
                <a:solidFill>
                  <a:srgbClr val="17243F"/>
                </a:solidFill>
                <a:latin typeface="Arial"/>
                <a:ea typeface="Arial"/>
                <a:cs typeface="Arial"/>
              </a:defRPr>
            </a:lvl1pPr>
            <a:lvl2pPr algn="l">
              <a:defRPr sz="1350" b="1">
                <a:solidFill>
                  <a:srgbClr val="17243F"/>
                </a:solidFill>
                <a:latin typeface="Arial"/>
                <a:ea typeface="Arial"/>
                <a:cs typeface="Arial"/>
              </a:defRPr>
            </a:lvl2pPr>
            <a:lvl3pPr algn="l">
              <a:defRPr sz="1350" b="1">
                <a:solidFill>
                  <a:srgbClr val="17243F"/>
                </a:solidFill>
                <a:latin typeface="Arial"/>
                <a:ea typeface="Arial"/>
                <a:cs typeface="Arial"/>
              </a:defRPr>
            </a:lvl3pPr>
            <a:lvl4pPr algn="l">
              <a:defRPr sz="1350" b="1">
                <a:solidFill>
                  <a:srgbClr val="17243F"/>
                </a:solidFill>
                <a:latin typeface="Arial"/>
                <a:ea typeface="Arial"/>
                <a:cs typeface="Arial"/>
              </a:defRPr>
            </a:lvl4pPr>
            <a:lvl5pPr algn="l">
              <a:defRPr sz="1350" b="1">
                <a:solidFill>
                  <a:srgbClr val="17243F"/>
                </a:solidFill>
                <a:latin typeface="Arial"/>
                <a:ea typeface="Arial"/>
                <a:cs typeface="Arial"/>
              </a:defRPr>
            </a:lvl5pPr>
            <a:lvl6pPr algn="l">
              <a:defRPr sz="1350" b="1">
                <a:solidFill>
                  <a:srgbClr val="17243F"/>
                </a:solidFill>
                <a:latin typeface="Arial"/>
                <a:ea typeface="Arial"/>
                <a:cs typeface="Arial"/>
              </a:defRPr>
            </a:lvl6pPr>
            <a:lvl7pPr algn="l">
              <a:defRPr sz="1350" b="1">
                <a:solidFill>
                  <a:srgbClr val="17243F"/>
                </a:solidFill>
                <a:latin typeface="Arial"/>
                <a:ea typeface="Arial"/>
                <a:cs typeface="Arial"/>
              </a:defRPr>
            </a:lvl7pPr>
            <a:lvl8pPr algn="l">
              <a:defRPr sz="1350" b="1">
                <a:solidFill>
                  <a:srgbClr val="17243F"/>
                </a:solidFill>
                <a:latin typeface="Arial"/>
                <a:ea typeface="Arial"/>
                <a:cs typeface="Arial"/>
              </a:defRPr>
            </a:lvl8pPr>
            <a:lvl9pPr algn="l">
              <a:defRPr sz="1350" b="1">
                <a:solidFill>
                  <a:srgbClr val="17243F"/>
                </a:solidFill>
                <a:latin typeface="Arial"/>
                <a:ea typeface="Arial"/>
                <a:cs typeface="Arial"/>
              </a:defRPr>
            </a:lvl9pPr>
          </a:lstStyle>
          <a:p xmlns:a="http://schemas.openxmlformats.org/drawingml/2006/main">
            <a:pPr algn="l">
              <a:defRPr sz="1350" b="1">
                <a:solidFill>
                  <a:srgbClr val="17243F"/>
                </a:solidFill>
                <a:latin typeface="Arial"/>
                <a:ea typeface="Arial"/>
                <a:cs typeface="Arial"/>
              </a:defRPr>
            </a:pPr>
            <a:r>
              <a:rPr sz="1350" b="1">
                <a:solidFill>
                  <a:srgbClr val="17243F"/>
                </a:solidFill>
                <a:latin typeface="Arial"/>
                <a:ea typeface="Arial"/>
                <a:cs typeface="Arial"/>
              </a:rPr>
              <a:t>Source accounting</a:t>
            </a:r>
          </a:p>
        </p:txBody>
      </p:sp>
      <p:sp>
        <p:nvSpPr>
          <p:cNvPr id="82" name="Source accounting details">
            <a:extLst xmlns:a="http://schemas.openxmlformats.org/drawingml/2006/main">
              <a:ext uri="{FF2B5EF4-FFF2-40B4-BE49-F238E27FC236}">
                <a16:creationId xmlns:a16="http://schemas.microsoft.com/office/drawing/2014/main" id="{83C23AA5-8883-4AEA-B468-C21FA94AC6B4}"/>
              </a:ext>
            </a:extLst>
          </p:cNvPr>
          <p:cNvSpPr>
            <a:spLocks xmlns:a="http://schemas.openxmlformats.org/drawingml/2006/main" noGrp="1"/>
          </p:cNvSpPr>
          <p:nvPr/>
        </p:nvSpPr>
        <p:spPr>
          <a:xfrm xmlns:a="http://schemas.openxmlformats.org/drawingml/2006/main">
            <a:off x="12696825" y="30099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Target State: providers</a:t>
            </a:r>
          </a:p>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Read / compare 1–3, 7</a:t>
            </a:r>
          </a:p>
        </p:txBody>
      </p:sp>
      <p:cxnSp>
        <p:nvCxnSpPr>
          <p:cNvPr id="83" name="Source accounting interface association">
            <a:extLst xmlns:a="http://schemas.openxmlformats.org/drawingml/2006/main">
              <a:ext uri="{FF2B5EF4-FFF2-40B4-BE49-F238E27FC236}">
                <a16:creationId xmlns:a16="http://schemas.microsoft.com/office/drawing/2014/main" id="{596C38B1-67CC-472B-87FC-0DD7A9CE2883}"/>
              </a:ext>
            </a:extLst>
          </p:cNvPr>
          <p:cNvCxnSpPr/>
          <p:nvPr/>
        </p:nvCxnSpPr>
        <p:spPr>
          <a:xfrm xmlns:a="http://schemas.openxmlformats.org/drawingml/2006/main" flipH="0" flipV="0">
            <a:off x="12001500" y="3028950"/>
            <a:ext cx="571500" cy="0"/>
          </a:xfrm>
          <a:prstGeom xmlns:a="http://schemas.openxmlformats.org/drawingml/2006/main" prst="straightConnector1">
            <a:avLst/>
          </a:prstGeom>
          <a:ln xmlns:a="http://schemas.openxmlformats.org/drawingml/2006/main" w="14288">
            <a:solidFill>
              <a:srgbClr val="8793A4"/>
            </a:solidFill>
            <a:prstDash val="dash"/>
            <a:tailEnd type="none" w="sm" len="sm"/>
          </a:ln>
        </p:spPr>
      </p:cxnSp>
      <p:sp>
        <p:nvSpPr>
          <p:cNvPr id="84" name="Target cloud accounting interface">
            <a:extLst xmlns:a="http://schemas.openxmlformats.org/drawingml/2006/main">
              <a:ext uri="{FF2B5EF4-FFF2-40B4-BE49-F238E27FC236}">
                <a16:creationId xmlns:a16="http://schemas.microsoft.com/office/drawing/2014/main" id="{0C17FC2B-96B9-42EE-9A10-8603DCFD0BD6}"/>
              </a:ext>
            </a:extLst>
          </p:cNvPr>
          <p:cNvSpPr>
            <a:spLocks xmlns:a="http://schemas.openxmlformats.org/drawingml/2006/main" noGrp="1"/>
          </p:cNvSpPr>
          <p:nvPr/>
        </p:nvSpPr>
        <p:spPr>
          <a:xfrm xmlns:a="http://schemas.openxmlformats.org/drawingml/2006/main">
            <a:off x="12573000" y="3724275"/>
            <a:ext cx="2238375" cy="828675"/>
          </a:xfrm>
          <a:prstGeom xmlns:a="http://schemas.openxmlformats.org/drawingml/2006/main" prst="rect">
            <a:avLst/>
          </a:prstGeom>
          <a:solidFill xmlns:a="http://schemas.openxmlformats.org/drawingml/2006/main">
            <a:srgbClr val="FFFFFF"/>
          </a:solidFill>
          <a:ln xmlns:a="http://schemas.openxmlformats.org/drawingml/2006/main" w="13335">
            <a:solidFill>
              <a:srgbClr val="8793A4"/>
            </a:solidFill>
            <a:prstDash val="dash"/>
          </a:ln>
        </p:spPr>
      </p:sp>
      <p:sp>
        <p:nvSpPr>
          <p:cNvPr id="85" name="Target cloud accounting label">
            <a:extLst xmlns:a="http://schemas.openxmlformats.org/drawingml/2006/main">
              <a:ext uri="{FF2B5EF4-FFF2-40B4-BE49-F238E27FC236}">
                <a16:creationId xmlns:a16="http://schemas.microsoft.com/office/drawing/2014/main" id="{98F70313-ED07-4A0C-A55C-C76EEBA9D095}"/>
              </a:ext>
            </a:extLst>
          </p:cNvPr>
          <p:cNvSpPr>
            <a:spLocks xmlns:a="http://schemas.openxmlformats.org/drawingml/2006/main" noGrp="1"/>
          </p:cNvSpPr>
          <p:nvPr/>
        </p:nvSpPr>
        <p:spPr>
          <a:xfrm xmlns:a="http://schemas.openxmlformats.org/drawingml/2006/main">
            <a:off x="12696825" y="38195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7243F"/>
                </a:solidFill>
                <a:latin typeface="Arial"/>
                <a:ea typeface="Arial"/>
                <a:cs typeface="Arial"/>
              </a:defRPr>
            </a:defPPr>
            <a:lvl1pPr algn="l">
              <a:defRPr sz="1350" b="1">
                <a:solidFill>
                  <a:srgbClr val="17243F"/>
                </a:solidFill>
                <a:latin typeface="Arial"/>
                <a:ea typeface="Arial"/>
                <a:cs typeface="Arial"/>
              </a:defRPr>
            </a:lvl1pPr>
            <a:lvl2pPr algn="l">
              <a:defRPr sz="1350" b="1">
                <a:solidFill>
                  <a:srgbClr val="17243F"/>
                </a:solidFill>
                <a:latin typeface="Arial"/>
                <a:ea typeface="Arial"/>
                <a:cs typeface="Arial"/>
              </a:defRPr>
            </a:lvl2pPr>
            <a:lvl3pPr algn="l">
              <a:defRPr sz="1350" b="1">
                <a:solidFill>
                  <a:srgbClr val="17243F"/>
                </a:solidFill>
                <a:latin typeface="Arial"/>
                <a:ea typeface="Arial"/>
                <a:cs typeface="Arial"/>
              </a:defRPr>
            </a:lvl3pPr>
            <a:lvl4pPr algn="l">
              <a:defRPr sz="1350" b="1">
                <a:solidFill>
                  <a:srgbClr val="17243F"/>
                </a:solidFill>
                <a:latin typeface="Arial"/>
                <a:ea typeface="Arial"/>
                <a:cs typeface="Arial"/>
              </a:defRPr>
            </a:lvl4pPr>
            <a:lvl5pPr algn="l">
              <a:defRPr sz="1350" b="1">
                <a:solidFill>
                  <a:srgbClr val="17243F"/>
                </a:solidFill>
                <a:latin typeface="Arial"/>
                <a:ea typeface="Arial"/>
                <a:cs typeface="Arial"/>
              </a:defRPr>
            </a:lvl5pPr>
            <a:lvl6pPr algn="l">
              <a:defRPr sz="1350" b="1">
                <a:solidFill>
                  <a:srgbClr val="17243F"/>
                </a:solidFill>
                <a:latin typeface="Arial"/>
                <a:ea typeface="Arial"/>
                <a:cs typeface="Arial"/>
              </a:defRPr>
            </a:lvl6pPr>
            <a:lvl7pPr algn="l">
              <a:defRPr sz="1350" b="1">
                <a:solidFill>
                  <a:srgbClr val="17243F"/>
                </a:solidFill>
                <a:latin typeface="Arial"/>
                <a:ea typeface="Arial"/>
                <a:cs typeface="Arial"/>
              </a:defRPr>
            </a:lvl7pPr>
            <a:lvl8pPr algn="l">
              <a:defRPr sz="1350" b="1">
                <a:solidFill>
                  <a:srgbClr val="17243F"/>
                </a:solidFill>
                <a:latin typeface="Arial"/>
                <a:ea typeface="Arial"/>
                <a:cs typeface="Arial"/>
              </a:defRPr>
            </a:lvl8pPr>
            <a:lvl9pPr algn="l">
              <a:defRPr sz="1350" b="1">
                <a:solidFill>
                  <a:srgbClr val="17243F"/>
                </a:solidFill>
                <a:latin typeface="Arial"/>
                <a:ea typeface="Arial"/>
                <a:cs typeface="Arial"/>
              </a:defRPr>
            </a:lvl9pPr>
          </a:lstStyle>
          <a:p xmlns:a="http://schemas.openxmlformats.org/drawingml/2006/main">
            <a:pPr algn="l">
              <a:defRPr sz="1350" b="1">
                <a:solidFill>
                  <a:srgbClr val="17243F"/>
                </a:solidFill>
                <a:latin typeface="Arial"/>
                <a:ea typeface="Arial"/>
                <a:cs typeface="Arial"/>
              </a:defRPr>
            </a:pPr>
            <a:r>
              <a:rPr sz="1350" b="1">
                <a:solidFill>
                  <a:srgbClr val="17243F"/>
                </a:solidFill>
                <a:latin typeface="Arial"/>
                <a:ea typeface="Arial"/>
                <a:cs typeface="Arial"/>
              </a:rPr>
              <a:t>Target cloud accounting</a:t>
            </a:r>
          </a:p>
        </p:txBody>
      </p:sp>
      <p:sp>
        <p:nvSpPr>
          <p:cNvPr id="86" name="Target cloud accounting details">
            <a:extLst xmlns:a="http://schemas.openxmlformats.org/drawingml/2006/main">
              <a:ext uri="{FF2B5EF4-FFF2-40B4-BE49-F238E27FC236}">
                <a16:creationId xmlns:a16="http://schemas.microsoft.com/office/drawing/2014/main" id="{64B9A094-5650-4BAC-90C0-B756472E7550}"/>
              </a:ext>
            </a:extLst>
          </p:cNvPr>
          <p:cNvSpPr>
            <a:spLocks xmlns:a="http://schemas.openxmlformats.org/drawingml/2006/main" noGrp="1"/>
          </p:cNvSpPr>
          <p:nvPr/>
        </p:nvSpPr>
        <p:spPr>
          <a:xfrm xmlns:a="http://schemas.openxmlformats.org/drawingml/2006/main">
            <a:off x="12696825" y="41148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Target State: providers</a:t>
            </a:r>
          </a:p>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Approved writes 5–9</a:t>
            </a:r>
          </a:p>
        </p:txBody>
      </p:sp>
      <p:cxnSp>
        <p:nvCxnSpPr>
          <p:cNvPr id="87" name="Target cloud accounting interface association">
            <a:extLst xmlns:a="http://schemas.openxmlformats.org/drawingml/2006/main">
              <a:ext uri="{FF2B5EF4-FFF2-40B4-BE49-F238E27FC236}">
                <a16:creationId xmlns:a16="http://schemas.microsoft.com/office/drawing/2014/main" id="{13C2688F-E1C1-494A-A69F-AB467E7FA5C4}"/>
              </a:ext>
            </a:extLst>
          </p:cNvPr>
          <p:cNvCxnSpPr/>
          <p:nvPr/>
        </p:nvCxnSpPr>
        <p:spPr>
          <a:xfrm xmlns:a="http://schemas.openxmlformats.org/drawingml/2006/main" flipH="0" flipV="0">
            <a:off x="12001500" y="4133850"/>
            <a:ext cx="571500" cy="0"/>
          </a:xfrm>
          <a:prstGeom xmlns:a="http://schemas.openxmlformats.org/drawingml/2006/main" prst="straightConnector1">
            <a:avLst/>
          </a:prstGeom>
          <a:ln xmlns:a="http://schemas.openxmlformats.org/drawingml/2006/main" w="14288">
            <a:solidFill>
              <a:srgbClr val="8793A4"/>
            </a:solidFill>
            <a:prstDash val="dash"/>
            <a:tailEnd type="none" w="sm" len="sm"/>
          </a:ln>
        </p:spPr>
      </p:cxnSp>
      <p:sp>
        <p:nvSpPr>
          <p:cNvPr id="88" name="Identity provider interface">
            <a:extLst xmlns:a="http://schemas.openxmlformats.org/drawingml/2006/main">
              <a:ext uri="{FF2B5EF4-FFF2-40B4-BE49-F238E27FC236}">
                <a16:creationId xmlns:a16="http://schemas.microsoft.com/office/drawing/2014/main" id="{8302B9CE-C0EE-45CB-B0F4-199C949ECDB9}"/>
              </a:ext>
            </a:extLst>
          </p:cNvPr>
          <p:cNvSpPr>
            <a:spLocks xmlns:a="http://schemas.openxmlformats.org/drawingml/2006/main" noGrp="1"/>
          </p:cNvSpPr>
          <p:nvPr/>
        </p:nvSpPr>
        <p:spPr>
          <a:xfrm xmlns:a="http://schemas.openxmlformats.org/drawingml/2006/main">
            <a:off x="12573000" y="4829175"/>
            <a:ext cx="2238375" cy="828675"/>
          </a:xfrm>
          <a:prstGeom xmlns:a="http://schemas.openxmlformats.org/drawingml/2006/main" prst="rect">
            <a:avLst/>
          </a:prstGeom>
          <a:solidFill xmlns:a="http://schemas.openxmlformats.org/drawingml/2006/main">
            <a:srgbClr val="FFFFFF"/>
          </a:solidFill>
          <a:ln xmlns:a="http://schemas.openxmlformats.org/drawingml/2006/main" w="13335">
            <a:solidFill>
              <a:srgbClr val="087F80"/>
            </a:solidFill>
            <a:prstDash val="solid"/>
          </a:ln>
        </p:spPr>
      </p:sp>
      <p:sp>
        <p:nvSpPr>
          <p:cNvPr id="89" name="Identity provider label">
            <a:extLst xmlns:a="http://schemas.openxmlformats.org/drawingml/2006/main">
              <a:ext uri="{FF2B5EF4-FFF2-40B4-BE49-F238E27FC236}">
                <a16:creationId xmlns:a16="http://schemas.microsoft.com/office/drawing/2014/main" id="{CDD73EC3-20BA-47E6-A37A-16A3145F4BA5}"/>
              </a:ext>
            </a:extLst>
          </p:cNvPr>
          <p:cNvSpPr>
            <a:spLocks xmlns:a="http://schemas.openxmlformats.org/drawingml/2006/main" noGrp="1"/>
          </p:cNvSpPr>
          <p:nvPr/>
        </p:nvSpPr>
        <p:spPr>
          <a:xfrm xmlns:a="http://schemas.openxmlformats.org/drawingml/2006/main">
            <a:off x="12696825" y="49244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7243F"/>
                </a:solidFill>
                <a:latin typeface="Arial"/>
                <a:ea typeface="Arial"/>
                <a:cs typeface="Arial"/>
              </a:defRPr>
            </a:defPPr>
            <a:lvl1pPr algn="l">
              <a:defRPr sz="1350" b="1">
                <a:solidFill>
                  <a:srgbClr val="17243F"/>
                </a:solidFill>
                <a:latin typeface="Arial"/>
                <a:ea typeface="Arial"/>
                <a:cs typeface="Arial"/>
              </a:defRPr>
            </a:lvl1pPr>
            <a:lvl2pPr algn="l">
              <a:defRPr sz="1350" b="1">
                <a:solidFill>
                  <a:srgbClr val="17243F"/>
                </a:solidFill>
                <a:latin typeface="Arial"/>
                <a:ea typeface="Arial"/>
                <a:cs typeface="Arial"/>
              </a:defRPr>
            </a:lvl2pPr>
            <a:lvl3pPr algn="l">
              <a:defRPr sz="1350" b="1">
                <a:solidFill>
                  <a:srgbClr val="17243F"/>
                </a:solidFill>
                <a:latin typeface="Arial"/>
                <a:ea typeface="Arial"/>
                <a:cs typeface="Arial"/>
              </a:defRPr>
            </a:lvl3pPr>
            <a:lvl4pPr algn="l">
              <a:defRPr sz="1350" b="1">
                <a:solidFill>
                  <a:srgbClr val="17243F"/>
                </a:solidFill>
                <a:latin typeface="Arial"/>
                <a:ea typeface="Arial"/>
                <a:cs typeface="Arial"/>
              </a:defRPr>
            </a:lvl4pPr>
            <a:lvl5pPr algn="l">
              <a:defRPr sz="1350" b="1">
                <a:solidFill>
                  <a:srgbClr val="17243F"/>
                </a:solidFill>
                <a:latin typeface="Arial"/>
                <a:ea typeface="Arial"/>
                <a:cs typeface="Arial"/>
              </a:defRPr>
            </a:lvl5pPr>
            <a:lvl6pPr algn="l">
              <a:defRPr sz="1350" b="1">
                <a:solidFill>
                  <a:srgbClr val="17243F"/>
                </a:solidFill>
                <a:latin typeface="Arial"/>
                <a:ea typeface="Arial"/>
                <a:cs typeface="Arial"/>
              </a:defRPr>
            </a:lvl6pPr>
            <a:lvl7pPr algn="l">
              <a:defRPr sz="1350" b="1">
                <a:solidFill>
                  <a:srgbClr val="17243F"/>
                </a:solidFill>
                <a:latin typeface="Arial"/>
                <a:ea typeface="Arial"/>
                <a:cs typeface="Arial"/>
              </a:defRPr>
            </a:lvl7pPr>
            <a:lvl8pPr algn="l">
              <a:defRPr sz="1350" b="1">
                <a:solidFill>
                  <a:srgbClr val="17243F"/>
                </a:solidFill>
                <a:latin typeface="Arial"/>
                <a:ea typeface="Arial"/>
                <a:cs typeface="Arial"/>
              </a:defRPr>
            </a:lvl8pPr>
            <a:lvl9pPr algn="l">
              <a:defRPr sz="1350" b="1">
                <a:solidFill>
                  <a:srgbClr val="17243F"/>
                </a:solidFill>
                <a:latin typeface="Arial"/>
                <a:ea typeface="Arial"/>
                <a:cs typeface="Arial"/>
              </a:defRPr>
            </a:lvl9pPr>
          </a:lstStyle>
          <a:p xmlns:a="http://schemas.openxmlformats.org/drawingml/2006/main">
            <a:pPr algn="l">
              <a:defRPr sz="1350" b="1">
                <a:solidFill>
                  <a:srgbClr val="17243F"/>
                </a:solidFill>
                <a:latin typeface="Arial"/>
                <a:ea typeface="Arial"/>
                <a:cs typeface="Arial"/>
              </a:defRPr>
            </a:pPr>
            <a:r>
              <a:rPr sz="1350" b="1">
                <a:solidFill>
                  <a:srgbClr val="17243F"/>
                </a:solidFill>
                <a:latin typeface="Arial"/>
                <a:ea typeface="Arial"/>
                <a:cs typeface="Arial"/>
              </a:rPr>
              <a:t>Identity provider</a:t>
            </a:r>
          </a:p>
        </p:txBody>
      </p:sp>
      <p:sp>
        <p:nvSpPr>
          <p:cNvPr id="90" name="Identity provider details">
            <a:extLst xmlns:a="http://schemas.openxmlformats.org/drawingml/2006/main">
              <a:ext uri="{FF2B5EF4-FFF2-40B4-BE49-F238E27FC236}">
                <a16:creationId xmlns:a16="http://schemas.microsoft.com/office/drawing/2014/main" id="{B13BB0B1-5035-4A5D-A693-AD22707EA24E}"/>
              </a:ext>
            </a:extLst>
          </p:cNvPr>
          <p:cNvSpPr>
            <a:spLocks xmlns:a="http://schemas.openxmlformats.org/drawingml/2006/main" noGrp="1"/>
          </p:cNvSpPr>
          <p:nvPr/>
        </p:nvSpPr>
        <p:spPr>
          <a:xfrm xmlns:a="http://schemas.openxmlformats.org/drawingml/2006/main">
            <a:off x="12696825" y="52197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Beta: Firebase identity</a:t>
            </a:r>
          </a:p>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Owner scope for 1–10</a:t>
            </a:r>
          </a:p>
        </p:txBody>
      </p:sp>
      <p:cxnSp>
        <p:nvCxnSpPr>
          <p:cNvPr id="91" name="Identity provider interface association">
            <a:extLst xmlns:a="http://schemas.openxmlformats.org/drawingml/2006/main">
              <a:ext uri="{FF2B5EF4-FFF2-40B4-BE49-F238E27FC236}">
                <a16:creationId xmlns:a16="http://schemas.microsoft.com/office/drawing/2014/main" id="{C88718E0-FD25-4ACC-A2C2-DAD928461E42}"/>
              </a:ext>
            </a:extLst>
          </p:cNvPr>
          <p:cNvCxnSpPr/>
          <p:nvPr/>
        </p:nvCxnSpPr>
        <p:spPr>
          <a:xfrm xmlns:a="http://schemas.openxmlformats.org/drawingml/2006/main" flipH="0" flipV="0">
            <a:off x="12001500" y="5238750"/>
            <a:ext cx="571500" cy="0"/>
          </a:xfrm>
          <a:prstGeom xmlns:a="http://schemas.openxmlformats.org/drawingml/2006/main" prst="straightConnector1">
            <a:avLst/>
          </a:prstGeom>
          <a:ln xmlns:a="http://schemas.openxmlformats.org/drawingml/2006/main" w="14288">
            <a:solidFill>
              <a:srgbClr val="087F80"/>
            </a:solidFill>
            <a:prstDash val="solid"/>
            <a:tailEnd type="none" w="sm" len="sm"/>
          </a:ln>
        </p:spPr>
      </p:cxnSp>
      <p:sp>
        <p:nvSpPr>
          <p:cNvPr id="92" name="Document / file sources interface">
            <a:extLst xmlns:a="http://schemas.openxmlformats.org/drawingml/2006/main">
              <a:ext uri="{FF2B5EF4-FFF2-40B4-BE49-F238E27FC236}">
                <a16:creationId xmlns:a16="http://schemas.microsoft.com/office/drawing/2014/main" id="{66C3D623-6971-4A80-9418-8439EA6C7140}"/>
              </a:ext>
            </a:extLst>
          </p:cNvPr>
          <p:cNvSpPr>
            <a:spLocks xmlns:a="http://schemas.openxmlformats.org/drawingml/2006/main" noGrp="1"/>
          </p:cNvSpPr>
          <p:nvPr/>
        </p:nvSpPr>
        <p:spPr>
          <a:xfrm xmlns:a="http://schemas.openxmlformats.org/drawingml/2006/main">
            <a:off x="12573000" y="6162675"/>
            <a:ext cx="2238375" cy="828675"/>
          </a:xfrm>
          <a:prstGeom xmlns:a="http://schemas.openxmlformats.org/drawingml/2006/main" prst="rect">
            <a:avLst/>
          </a:prstGeom>
          <a:solidFill xmlns:a="http://schemas.openxmlformats.org/drawingml/2006/main">
            <a:srgbClr val="FFFFFF"/>
          </a:solidFill>
          <a:ln xmlns:a="http://schemas.openxmlformats.org/drawingml/2006/main" w="13335">
            <a:solidFill>
              <a:srgbClr val="A56A18"/>
            </a:solidFill>
            <a:prstDash val="solid"/>
          </a:ln>
        </p:spPr>
      </p:sp>
      <p:sp>
        <p:nvSpPr>
          <p:cNvPr id="93" name="Document / file sources label">
            <a:extLst xmlns:a="http://schemas.openxmlformats.org/drawingml/2006/main">
              <a:ext uri="{FF2B5EF4-FFF2-40B4-BE49-F238E27FC236}">
                <a16:creationId xmlns:a16="http://schemas.microsoft.com/office/drawing/2014/main" id="{67699C73-7604-4E68-8D97-DC3ED10862C1}"/>
              </a:ext>
            </a:extLst>
          </p:cNvPr>
          <p:cNvSpPr>
            <a:spLocks xmlns:a="http://schemas.openxmlformats.org/drawingml/2006/main" noGrp="1"/>
          </p:cNvSpPr>
          <p:nvPr/>
        </p:nvSpPr>
        <p:spPr>
          <a:xfrm xmlns:a="http://schemas.openxmlformats.org/drawingml/2006/main">
            <a:off x="12696825" y="62579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7243F"/>
                </a:solidFill>
                <a:latin typeface="Arial"/>
                <a:ea typeface="Arial"/>
                <a:cs typeface="Arial"/>
              </a:defRPr>
            </a:defPPr>
            <a:lvl1pPr algn="l">
              <a:defRPr sz="1350" b="1">
                <a:solidFill>
                  <a:srgbClr val="17243F"/>
                </a:solidFill>
                <a:latin typeface="Arial"/>
                <a:ea typeface="Arial"/>
                <a:cs typeface="Arial"/>
              </a:defRPr>
            </a:lvl1pPr>
            <a:lvl2pPr algn="l">
              <a:defRPr sz="1350" b="1">
                <a:solidFill>
                  <a:srgbClr val="17243F"/>
                </a:solidFill>
                <a:latin typeface="Arial"/>
                <a:ea typeface="Arial"/>
                <a:cs typeface="Arial"/>
              </a:defRPr>
            </a:lvl2pPr>
            <a:lvl3pPr algn="l">
              <a:defRPr sz="1350" b="1">
                <a:solidFill>
                  <a:srgbClr val="17243F"/>
                </a:solidFill>
                <a:latin typeface="Arial"/>
                <a:ea typeface="Arial"/>
                <a:cs typeface="Arial"/>
              </a:defRPr>
            </a:lvl3pPr>
            <a:lvl4pPr algn="l">
              <a:defRPr sz="1350" b="1">
                <a:solidFill>
                  <a:srgbClr val="17243F"/>
                </a:solidFill>
                <a:latin typeface="Arial"/>
                <a:ea typeface="Arial"/>
                <a:cs typeface="Arial"/>
              </a:defRPr>
            </a:lvl4pPr>
            <a:lvl5pPr algn="l">
              <a:defRPr sz="1350" b="1">
                <a:solidFill>
                  <a:srgbClr val="17243F"/>
                </a:solidFill>
                <a:latin typeface="Arial"/>
                <a:ea typeface="Arial"/>
                <a:cs typeface="Arial"/>
              </a:defRPr>
            </a:lvl5pPr>
            <a:lvl6pPr algn="l">
              <a:defRPr sz="1350" b="1">
                <a:solidFill>
                  <a:srgbClr val="17243F"/>
                </a:solidFill>
                <a:latin typeface="Arial"/>
                <a:ea typeface="Arial"/>
                <a:cs typeface="Arial"/>
              </a:defRPr>
            </a:lvl6pPr>
            <a:lvl7pPr algn="l">
              <a:defRPr sz="1350" b="1">
                <a:solidFill>
                  <a:srgbClr val="17243F"/>
                </a:solidFill>
                <a:latin typeface="Arial"/>
                <a:ea typeface="Arial"/>
                <a:cs typeface="Arial"/>
              </a:defRPr>
            </a:lvl7pPr>
            <a:lvl8pPr algn="l">
              <a:defRPr sz="1350" b="1">
                <a:solidFill>
                  <a:srgbClr val="17243F"/>
                </a:solidFill>
                <a:latin typeface="Arial"/>
                <a:ea typeface="Arial"/>
                <a:cs typeface="Arial"/>
              </a:defRPr>
            </a:lvl8pPr>
            <a:lvl9pPr algn="l">
              <a:defRPr sz="1350" b="1">
                <a:solidFill>
                  <a:srgbClr val="17243F"/>
                </a:solidFill>
                <a:latin typeface="Arial"/>
                <a:ea typeface="Arial"/>
                <a:cs typeface="Arial"/>
              </a:defRPr>
            </a:lvl9pPr>
          </a:lstStyle>
          <a:p xmlns:a="http://schemas.openxmlformats.org/drawingml/2006/main">
            <a:pPr algn="l">
              <a:defRPr sz="1350" b="1">
                <a:solidFill>
                  <a:srgbClr val="17243F"/>
                </a:solidFill>
                <a:latin typeface="Arial"/>
                <a:ea typeface="Arial"/>
                <a:cs typeface="Arial"/>
              </a:defRPr>
            </a:pPr>
            <a:r>
              <a:rPr sz="1350" b="1">
                <a:solidFill>
                  <a:srgbClr val="17243F"/>
                </a:solidFill>
                <a:latin typeface="Arial"/>
                <a:ea typeface="Arial"/>
                <a:cs typeface="Arial"/>
              </a:rPr>
              <a:t>Document / file sources</a:t>
            </a:r>
          </a:p>
        </p:txBody>
      </p:sp>
      <p:sp>
        <p:nvSpPr>
          <p:cNvPr id="94" name="Document / file sources details">
            <a:extLst xmlns:a="http://schemas.openxmlformats.org/drawingml/2006/main">
              <a:ext uri="{FF2B5EF4-FFF2-40B4-BE49-F238E27FC236}">
                <a16:creationId xmlns:a16="http://schemas.microsoft.com/office/drawing/2014/main" id="{9FD65315-246F-4F84-92E9-C4E729E01E05}"/>
              </a:ext>
            </a:extLst>
          </p:cNvPr>
          <p:cNvSpPr>
            <a:spLocks xmlns:a="http://schemas.openxmlformats.org/drawingml/2006/main" noGrp="1"/>
          </p:cNvSpPr>
          <p:nvPr/>
        </p:nvSpPr>
        <p:spPr>
          <a:xfrm xmlns:a="http://schemas.openxmlformats.org/drawingml/2006/main">
            <a:off x="12696825" y="65532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Partial: local checks 1, 2</a:t>
            </a:r>
          </a:p>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Hosted intake gated</a:t>
            </a:r>
          </a:p>
        </p:txBody>
      </p:sp>
      <p:cxnSp>
        <p:nvCxnSpPr>
          <p:cNvPr id="95" name="Document / file sources interface association">
            <a:extLst xmlns:a="http://schemas.openxmlformats.org/drawingml/2006/main">
              <a:ext uri="{FF2B5EF4-FFF2-40B4-BE49-F238E27FC236}">
                <a16:creationId xmlns:a16="http://schemas.microsoft.com/office/drawing/2014/main" id="{F9460432-82AB-412A-9375-5C19897C6414}"/>
              </a:ext>
            </a:extLst>
          </p:cNvPr>
          <p:cNvCxnSpPr/>
          <p:nvPr/>
        </p:nvCxnSpPr>
        <p:spPr>
          <a:xfrm xmlns:a="http://schemas.openxmlformats.org/drawingml/2006/main" flipH="0" flipV="0">
            <a:off x="12001500" y="6572250"/>
            <a:ext cx="571500" cy="0"/>
          </a:xfrm>
          <a:prstGeom xmlns:a="http://schemas.openxmlformats.org/drawingml/2006/main" prst="straightConnector1">
            <a:avLst/>
          </a:prstGeom>
          <a:ln xmlns:a="http://schemas.openxmlformats.org/drawingml/2006/main" w="14288">
            <a:solidFill>
              <a:srgbClr val="A56A18"/>
            </a:solidFill>
            <a:prstDash val="solid"/>
            <a:tailEnd type="none" w="sm" len="sm"/>
          </a:ln>
        </p:spPr>
      </p:cxnSp>
      <p:cxnSp>
        <p:nvCxnSpPr>
          <p:cNvPr id="96" name="Internal support separator">
            <a:extLst xmlns:a="http://schemas.openxmlformats.org/drawingml/2006/main">
              <a:ext uri="{FF2B5EF4-FFF2-40B4-BE49-F238E27FC236}">
                <a16:creationId xmlns:a16="http://schemas.microsoft.com/office/drawing/2014/main" id="{DC0080E8-A695-456C-A3B1-D0B238F71047}"/>
              </a:ext>
            </a:extLst>
          </p:cNvPr>
          <p:cNvCxnSpPr/>
          <p:nvPr/>
        </p:nvCxnSpPr>
        <p:spPr>
          <a:xfrm xmlns:a="http://schemas.openxmlformats.org/drawingml/2006/main" flipH="0" flipV="0">
            <a:off x="3581400" y="6191250"/>
            <a:ext cx="8172450" cy="0"/>
          </a:xfrm>
          <a:prstGeom xmlns:a="http://schemas.openxmlformats.org/drawingml/2006/main" prst="straightConnector1">
            <a:avLst/>
          </a:prstGeom>
          <a:ln xmlns:a="http://schemas.openxmlformats.org/drawingml/2006/main" w="9525">
            <a:solidFill>
              <a:srgbClr val="D8E2E7"/>
            </a:solidFill>
            <a:prstDash val="solid"/>
            <a:tailEnd type="none" w="sm" len="sm"/>
          </a:ln>
        </p:spPr>
      </p:cxnSp>
      <p:sp>
        <p:nvSpPr>
          <p:cNvPr id="97" name="Internal components heading">
            <a:extLst xmlns:a="http://schemas.openxmlformats.org/drawingml/2006/main">
              <a:ext uri="{FF2B5EF4-FFF2-40B4-BE49-F238E27FC236}">
                <a16:creationId xmlns:a16="http://schemas.microsoft.com/office/drawing/2014/main" id="{3482EF56-4FB9-4355-8BF1-F1DAB0B6D818}"/>
              </a:ext>
            </a:extLst>
          </p:cNvPr>
          <p:cNvSpPr>
            <a:spLocks xmlns:a="http://schemas.openxmlformats.org/drawingml/2006/main" noGrp="1"/>
          </p:cNvSpPr>
          <p:nvPr/>
        </p:nvSpPr>
        <p:spPr>
          <a:xfrm xmlns:a="http://schemas.openxmlformats.org/drawingml/2006/main">
            <a:off x="3581400" y="62960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9657A"/>
                </a:solidFill>
                <a:latin typeface="Arial"/>
                <a:ea typeface="Arial"/>
                <a:cs typeface="Arial"/>
              </a:defRPr>
            </a:defPPr>
            <a:lvl1pPr algn="l">
              <a:defRPr sz="1200" b="1">
                <a:solidFill>
                  <a:srgbClr val="59657A"/>
                </a:solidFill>
                <a:latin typeface="Arial"/>
                <a:ea typeface="Arial"/>
                <a:cs typeface="Arial"/>
              </a:defRPr>
            </a:lvl1pPr>
            <a:lvl2pPr algn="l">
              <a:defRPr sz="1200" b="1">
                <a:solidFill>
                  <a:srgbClr val="59657A"/>
                </a:solidFill>
                <a:latin typeface="Arial"/>
                <a:ea typeface="Arial"/>
                <a:cs typeface="Arial"/>
              </a:defRPr>
            </a:lvl2pPr>
            <a:lvl3pPr algn="l">
              <a:defRPr sz="1200" b="1">
                <a:solidFill>
                  <a:srgbClr val="59657A"/>
                </a:solidFill>
                <a:latin typeface="Arial"/>
                <a:ea typeface="Arial"/>
                <a:cs typeface="Arial"/>
              </a:defRPr>
            </a:lvl3pPr>
            <a:lvl4pPr algn="l">
              <a:defRPr sz="1200" b="1">
                <a:solidFill>
                  <a:srgbClr val="59657A"/>
                </a:solidFill>
                <a:latin typeface="Arial"/>
                <a:ea typeface="Arial"/>
                <a:cs typeface="Arial"/>
              </a:defRPr>
            </a:lvl4pPr>
            <a:lvl5pPr algn="l">
              <a:defRPr sz="1200" b="1">
                <a:solidFill>
                  <a:srgbClr val="59657A"/>
                </a:solidFill>
                <a:latin typeface="Arial"/>
                <a:ea typeface="Arial"/>
                <a:cs typeface="Arial"/>
              </a:defRPr>
            </a:lvl5pPr>
            <a:lvl6pPr algn="l">
              <a:defRPr sz="1200" b="1">
                <a:solidFill>
                  <a:srgbClr val="59657A"/>
                </a:solidFill>
                <a:latin typeface="Arial"/>
                <a:ea typeface="Arial"/>
                <a:cs typeface="Arial"/>
              </a:defRPr>
            </a:lvl6pPr>
            <a:lvl7pPr algn="l">
              <a:defRPr sz="1200" b="1">
                <a:solidFill>
                  <a:srgbClr val="59657A"/>
                </a:solidFill>
                <a:latin typeface="Arial"/>
                <a:ea typeface="Arial"/>
                <a:cs typeface="Arial"/>
              </a:defRPr>
            </a:lvl7pPr>
            <a:lvl8pPr algn="l">
              <a:defRPr sz="1200" b="1">
                <a:solidFill>
                  <a:srgbClr val="59657A"/>
                </a:solidFill>
                <a:latin typeface="Arial"/>
                <a:ea typeface="Arial"/>
                <a:cs typeface="Arial"/>
              </a:defRPr>
            </a:lvl8pPr>
            <a:lvl9pPr algn="l">
              <a:defRPr sz="1200" b="1">
                <a:solidFill>
                  <a:srgbClr val="59657A"/>
                </a:solidFill>
                <a:latin typeface="Arial"/>
                <a:ea typeface="Arial"/>
                <a:cs typeface="Arial"/>
              </a:defRPr>
            </a:lvl9pPr>
          </a:lstStyle>
          <a:p xmlns:a="http://schemas.openxmlformats.org/drawingml/2006/main">
            <a:pPr algn="l">
              <a:defRPr sz="1200" b="1">
                <a:solidFill>
                  <a:srgbClr val="59657A"/>
                </a:solidFill>
                <a:latin typeface="Arial"/>
                <a:ea typeface="Arial"/>
                <a:cs typeface="Arial"/>
              </a:defRPr>
            </a:pPr>
            <a:r>
              <a:rPr sz="1200" b="1">
                <a:solidFill>
                  <a:srgbClr val="59657A"/>
                </a:solidFill>
                <a:latin typeface="Arial"/>
                <a:ea typeface="Arial"/>
                <a:cs typeface="Arial"/>
              </a:rPr>
              <a:t>INTERNAL SUPPORT</a:t>
            </a:r>
          </a:p>
        </p:txBody>
      </p:sp>
      <p:sp>
        <p:nvSpPr>
          <p:cNvPr id="98" name="Internal component 0">
            <a:extLst xmlns:a="http://schemas.openxmlformats.org/drawingml/2006/main">
              <a:ext uri="{FF2B5EF4-FFF2-40B4-BE49-F238E27FC236}">
                <a16:creationId xmlns:a16="http://schemas.microsoft.com/office/drawing/2014/main" id="{5F84DF18-8D44-40EF-9FF4-9C8148575C2C}"/>
              </a:ext>
            </a:extLst>
          </p:cNvPr>
          <p:cNvSpPr>
            <a:spLocks xmlns:a="http://schemas.openxmlformats.org/drawingml/2006/main" noGrp="1"/>
          </p:cNvSpPr>
          <p:nvPr/>
        </p:nvSpPr>
        <p:spPr>
          <a:xfrm xmlns:a="http://schemas.openxmlformats.org/drawingml/2006/main">
            <a:off x="3581400" y="6591300"/>
            <a:ext cx="2286000" cy="523875"/>
          </a:xfrm>
          <a:prstGeom xmlns:a="http://schemas.openxmlformats.org/drawingml/2006/main" prst="rect">
            <a:avLst/>
          </a:prstGeom>
          <a:solidFill xmlns:a="http://schemas.openxmlformats.org/drawingml/2006/main">
            <a:srgbClr val="FFFFFF"/>
          </a:solidFill>
          <a:ln xmlns:a="http://schemas.openxmlformats.org/drawingml/2006/main" w="11430">
            <a:solidFill>
              <a:srgbClr val="087F80"/>
            </a:solidFill>
            <a:prstDash val="solid"/>
          </a:ln>
        </p:spPr>
      </p:sp>
      <p:sp>
        <p:nvSpPr>
          <p:cNvPr id="99" name="Component tab upper 0">
            <a:extLst xmlns:a="http://schemas.openxmlformats.org/drawingml/2006/main">
              <a:ext uri="{FF2B5EF4-FFF2-40B4-BE49-F238E27FC236}">
                <a16:creationId xmlns:a16="http://schemas.microsoft.com/office/drawing/2014/main" id="{D7941FCC-16A3-402C-9056-47E6E5EA526F}"/>
              </a:ext>
            </a:extLst>
          </p:cNvPr>
          <p:cNvSpPr>
            <a:spLocks xmlns:a="http://schemas.openxmlformats.org/drawingml/2006/main" noGrp="1"/>
          </p:cNvSpPr>
          <p:nvPr/>
        </p:nvSpPr>
        <p:spPr>
          <a:xfrm xmlns:a="http://schemas.openxmlformats.org/drawingml/2006/main">
            <a:off x="3543300" y="6696075"/>
            <a:ext cx="85725" cy="7620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00" name="Component tab lower 0">
            <a:extLst xmlns:a="http://schemas.openxmlformats.org/drawingml/2006/main">
              <a:ext uri="{FF2B5EF4-FFF2-40B4-BE49-F238E27FC236}">
                <a16:creationId xmlns:a16="http://schemas.microsoft.com/office/drawing/2014/main" id="{70CE89EF-7226-43A1-A517-D3A68C2B3A68}"/>
              </a:ext>
            </a:extLst>
          </p:cNvPr>
          <p:cNvSpPr>
            <a:spLocks xmlns:a="http://schemas.openxmlformats.org/drawingml/2006/main" noGrp="1"/>
          </p:cNvSpPr>
          <p:nvPr/>
        </p:nvSpPr>
        <p:spPr>
          <a:xfrm xmlns:a="http://schemas.openxmlformats.org/drawingml/2006/main">
            <a:off x="3543300" y="6858000"/>
            <a:ext cx="85725" cy="7620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01" name="Internal component label 0">
            <a:extLst xmlns:a="http://schemas.openxmlformats.org/drawingml/2006/main">
              <a:ext uri="{FF2B5EF4-FFF2-40B4-BE49-F238E27FC236}">
                <a16:creationId xmlns:a16="http://schemas.microsoft.com/office/drawing/2014/main" id="{04472029-D018-473A-9A49-0591FFF1E101}"/>
              </a:ext>
            </a:extLst>
          </p:cNvPr>
          <p:cNvSpPr>
            <a:spLocks xmlns:a="http://schemas.openxmlformats.org/drawingml/2006/main" noGrp="1"/>
          </p:cNvSpPr>
          <p:nvPr/>
        </p:nvSpPr>
        <p:spPr>
          <a:xfrm xmlns:a="http://schemas.openxmlformats.org/drawingml/2006/main">
            <a:off x="3705225" y="6657975"/>
            <a:ext cx="2038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50" b="1">
                <a:solidFill>
                  <a:srgbClr val="17243F"/>
                </a:solidFill>
                <a:latin typeface="Arial"/>
                <a:ea typeface="Arial"/>
                <a:cs typeface="Arial"/>
              </a:defRPr>
            </a:defPPr>
            <a:lvl1pPr algn="ctr">
              <a:defRPr sz="1350" b="1">
                <a:solidFill>
                  <a:srgbClr val="17243F"/>
                </a:solidFill>
                <a:latin typeface="Arial"/>
                <a:ea typeface="Arial"/>
                <a:cs typeface="Arial"/>
              </a:defRPr>
            </a:lvl1pPr>
            <a:lvl2pPr algn="ctr">
              <a:defRPr sz="1350" b="1">
                <a:solidFill>
                  <a:srgbClr val="17243F"/>
                </a:solidFill>
                <a:latin typeface="Arial"/>
                <a:ea typeface="Arial"/>
                <a:cs typeface="Arial"/>
              </a:defRPr>
            </a:lvl2pPr>
            <a:lvl3pPr algn="ctr">
              <a:defRPr sz="1350" b="1">
                <a:solidFill>
                  <a:srgbClr val="17243F"/>
                </a:solidFill>
                <a:latin typeface="Arial"/>
                <a:ea typeface="Arial"/>
                <a:cs typeface="Arial"/>
              </a:defRPr>
            </a:lvl3pPr>
            <a:lvl4pPr algn="ctr">
              <a:defRPr sz="1350" b="1">
                <a:solidFill>
                  <a:srgbClr val="17243F"/>
                </a:solidFill>
                <a:latin typeface="Arial"/>
                <a:ea typeface="Arial"/>
                <a:cs typeface="Arial"/>
              </a:defRPr>
            </a:lvl4pPr>
            <a:lvl5pPr algn="ctr">
              <a:defRPr sz="1350" b="1">
                <a:solidFill>
                  <a:srgbClr val="17243F"/>
                </a:solidFill>
                <a:latin typeface="Arial"/>
                <a:ea typeface="Arial"/>
                <a:cs typeface="Arial"/>
              </a:defRPr>
            </a:lvl5pPr>
            <a:lvl6pPr algn="ctr">
              <a:defRPr sz="1350" b="1">
                <a:solidFill>
                  <a:srgbClr val="17243F"/>
                </a:solidFill>
                <a:latin typeface="Arial"/>
                <a:ea typeface="Arial"/>
                <a:cs typeface="Arial"/>
              </a:defRPr>
            </a:lvl6pPr>
            <a:lvl7pPr algn="ctr">
              <a:defRPr sz="1350" b="1">
                <a:solidFill>
                  <a:srgbClr val="17243F"/>
                </a:solidFill>
                <a:latin typeface="Arial"/>
                <a:ea typeface="Arial"/>
                <a:cs typeface="Arial"/>
              </a:defRPr>
            </a:lvl7pPr>
            <a:lvl8pPr algn="ctr">
              <a:defRPr sz="1350" b="1">
                <a:solidFill>
                  <a:srgbClr val="17243F"/>
                </a:solidFill>
                <a:latin typeface="Arial"/>
                <a:ea typeface="Arial"/>
                <a:cs typeface="Arial"/>
              </a:defRPr>
            </a:lvl8pPr>
            <a:lvl9pPr algn="ctr">
              <a:defRPr sz="1350" b="1">
                <a:solidFill>
                  <a:srgbClr val="17243F"/>
                </a:solidFill>
                <a:latin typeface="Arial"/>
                <a:ea typeface="Arial"/>
                <a:cs typeface="Arial"/>
              </a:defRPr>
            </a:lvl9pPr>
          </a:lstStyle>
          <a:p xmlns:a="http://schemas.openxmlformats.org/drawingml/2006/main">
            <a:pPr algn="ctr">
              <a:defRPr sz="1350" b="1">
                <a:solidFill>
                  <a:srgbClr val="17243F"/>
                </a:solidFill>
                <a:latin typeface="Arial"/>
                <a:ea typeface="Arial"/>
                <a:cs typeface="Arial"/>
              </a:defRPr>
            </a:pPr>
            <a:r>
              <a:rPr sz="1350" b="1">
                <a:solidFill>
                  <a:srgbClr val="17243F"/>
                </a:solidFill>
                <a:latin typeface="Arial"/>
                <a:ea typeface="Arial"/>
                <a:cs typeface="Arial"/>
              </a:rPr>
              <a:t>MoveBooks AI</a:t>
            </a:r>
          </a:p>
          <a:p xmlns:a="http://schemas.openxmlformats.org/drawingml/2006/main">
            <a:pPr algn="ctr">
              <a:defRPr sz="1350" b="1">
                <a:solidFill>
                  <a:srgbClr val="17243F"/>
                </a:solidFill>
                <a:latin typeface="Arial"/>
                <a:ea typeface="Arial"/>
                <a:cs typeface="Arial"/>
              </a:defRPr>
            </a:pPr>
            <a:r>
              <a:rPr sz="1350" b="1">
                <a:solidFill>
                  <a:srgbClr val="17243F"/>
                </a:solidFill>
                <a:latin typeface="Arial"/>
                <a:ea typeface="Arial"/>
                <a:cs typeface="Arial"/>
              </a:rPr>
              <a:t>Orchestrator</a:t>
            </a:r>
          </a:p>
        </p:txBody>
      </p:sp>
      <p:cxnSp>
        <p:nvCxnSpPr>
          <p:cNvPr id="102" name="Internal delegation 0">
            <a:extLst xmlns:a="http://schemas.openxmlformats.org/drawingml/2006/main">
              <a:ext uri="{FF2B5EF4-FFF2-40B4-BE49-F238E27FC236}">
                <a16:creationId xmlns:a16="http://schemas.microsoft.com/office/drawing/2014/main" id="{C561F3D2-CF21-4E38-8222-0EC48644C6C7}"/>
              </a:ext>
            </a:extLst>
          </p:cNvPr>
          <p:cNvCxnSpPr/>
          <p:nvPr/>
        </p:nvCxnSpPr>
        <p:spPr>
          <a:xfrm xmlns:a="http://schemas.openxmlformats.org/drawingml/2006/main" flipH="0" flipV="0">
            <a:off x="5867400" y="6858000"/>
            <a:ext cx="295275" cy="0"/>
          </a:xfrm>
          <a:prstGeom xmlns:a="http://schemas.openxmlformats.org/drawingml/2006/main" prst="straightConnector1">
            <a:avLst/>
          </a:prstGeom>
          <a:ln xmlns:a="http://schemas.openxmlformats.org/drawingml/2006/main" w="14288">
            <a:solidFill>
              <a:srgbClr val="087F80"/>
            </a:solidFill>
            <a:prstDash val="solid"/>
            <a:tailEnd type="triangle" w="sm" len="sm"/>
          </a:ln>
        </p:spPr>
      </p:cxnSp>
      <p:sp>
        <p:nvSpPr>
          <p:cNvPr id="103" name="Internal component 1">
            <a:extLst xmlns:a="http://schemas.openxmlformats.org/drawingml/2006/main">
              <a:ext uri="{FF2B5EF4-FFF2-40B4-BE49-F238E27FC236}">
                <a16:creationId xmlns:a16="http://schemas.microsoft.com/office/drawing/2014/main" id="{19B8755F-A6BD-49E6-8CB9-71DADA0C6E50}"/>
              </a:ext>
            </a:extLst>
          </p:cNvPr>
          <p:cNvSpPr>
            <a:spLocks xmlns:a="http://schemas.openxmlformats.org/drawingml/2006/main" noGrp="1"/>
          </p:cNvSpPr>
          <p:nvPr/>
        </p:nvSpPr>
        <p:spPr>
          <a:xfrm xmlns:a="http://schemas.openxmlformats.org/drawingml/2006/main">
            <a:off x="6210300" y="6591300"/>
            <a:ext cx="3105150" cy="523875"/>
          </a:xfrm>
          <a:prstGeom xmlns:a="http://schemas.openxmlformats.org/drawingml/2006/main" prst="rect">
            <a:avLst/>
          </a:prstGeom>
          <a:solidFill xmlns:a="http://schemas.openxmlformats.org/drawingml/2006/main">
            <a:srgbClr val="FFFFFF"/>
          </a:solidFill>
          <a:ln xmlns:a="http://schemas.openxmlformats.org/drawingml/2006/main" w="11430">
            <a:solidFill>
              <a:srgbClr val="087F80"/>
            </a:solidFill>
            <a:prstDash val="solid"/>
          </a:ln>
        </p:spPr>
      </p:sp>
      <p:sp>
        <p:nvSpPr>
          <p:cNvPr id="104" name="Component tab upper 1">
            <a:extLst xmlns:a="http://schemas.openxmlformats.org/drawingml/2006/main">
              <a:ext uri="{FF2B5EF4-FFF2-40B4-BE49-F238E27FC236}">
                <a16:creationId xmlns:a16="http://schemas.microsoft.com/office/drawing/2014/main" id="{6556F56E-070D-4AEE-AF99-DF3AD61E5DAE}"/>
              </a:ext>
            </a:extLst>
          </p:cNvPr>
          <p:cNvSpPr>
            <a:spLocks xmlns:a="http://schemas.openxmlformats.org/drawingml/2006/main" noGrp="1"/>
          </p:cNvSpPr>
          <p:nvPr/>
        </p:nvSpPr>
        <p:spPr>
          <a:xfrm xmlns:a="http://schemas.openxmlformats.org/drawingml/2006/main">
            <a:off x="6172200" y="6696075"/>
            <a:ext cx="85725" cy="7620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05" name="Component tab lower 1">
            <a:extLst xmlns:a="http://schemas.openxmlformats.org/drawingml/2006/main">
              <a:ext uri="{FF2B5EF4-FFF2-40B4-BE49-F238E27FC236}">
                <a16:creationId xmlns:a16="http://schemas.microsoft.com/office/drawing/2014/main" id="{3BAD1BE4-32BE-4250-9451-496905B26DD3}"/>
              </a:ext>
            </a:extLst>
          </p:cNvPr>
          <p:cNvSpPr>
            <a:spLocks xmlns:a="http://schemas.openxmlformats.org/drawingml/2006/main" noGrp="1"/>
          </p:cNvSpPr>
          <p:nvPr/>
        </p:nvSpPr>
        <p:spPr>
          <a:xfrm xmlns:a="http://schemas.openxmlformats.org/drawingml/2006/main">
            <a:off x="6172200" y="6858000"/>
            <a:ext cx="85725" cy="7620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06" name="Internal component label 1">
            <a:extLst xmlns:a="http://schemas.openxmlformats.org/drawingml/2006/main">
              <a:ext uri="{FF2B5EF4-FFF2-40B4-BE49-F238E27FC236}">
                <a16:creationId xmlns:a16="http://schemas.microsoft.com/office/drawing/2014/main" id="{B9204E02-143A-4CC9-A13E-5F9E2A0B46AA}"/>
              </a:ext>
            </a:extLst>
          </p:cNvPr>
          <p:cNvSpPr>
            <a:spLocks xmlns:a="http://schemas.openxmlformats.org/drawingml/2006/main" noGrp="1"/>
          </p:cNvSpPr>
          <p:nvPr/>
        </p:nvSpPr>
        <p:spPr>
          <a:xfrm xmlns:a="http://schemas.openxmlformats.org/drawingml/2006/main">
            <a:off x="6334125" y="6657975"/>
            <a:ext cx="285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50" b="0">
                <a:solidFill>
                  <a:srgbClr val="17243F"/>
                </a:solidFill>
                <a:latin typeface="Arial"/>
                <a:ea typeface="Arial"/>
                <a:cs typeface="Arial"/>
              </a:defRPr>
            </a:defPPr>
            <a:lvl1pPr algn="ctr">
              <a:defRPr sz="1350" b="0">
                <a:solidFill>
                  <a:srgbClr val="17243F"/>
                </a:solidFill>
                <a:latin typeface="Arial"/>
                <a:ea typeface="Arial"/>
                <a:cs typeface="Arial"/>
              </a:defRPr>
            </a:lvl1pPr>
            <a:lvl2pPr algn="ctr">
              <a:defRPr sz="1350" b="0">
                <a:solidFill>
                  <a:srgbClr val="17243F"/>
                </a:solidFill>
                <a:latin typeface="Arial"/>
                <a:ea typeface="Arial"/>
                <a:cs typeface="Arial"/>
              </a:defRPr>
            </a:lvl2pPr>
            <a:lvl3pPr algn="ctr">
              <a:defRPr sz="1350" b="0">
                <a:solidFill>
                  <a:srgbClr val="17243F"/>
                </a:solidFill>
                <a:latin typeface="Arial"/>
                <a:ea typeface="Arial"/>
                <a:cs typeface="Arial"/>
              </a:defRPr>
            </a:lvl3pPr>
            <a:lvl4pPr algn="ctr">
              <a:defRPr sz="1350" b="0">
                <a:solidFill>
                  <a:srgbClr val="17243F"/>
                </a:solidFill>
                <a:latin typeface="Arial"/>
                <a:ea typeface="Arial"/>
                <a:cs typeface="Arial"/>
              </a:defRPr>
            </a:lvl4pPr>
            <a:lvl5pPr algn="ctr">
              <a:defRPr sz="1350" b="0">
                <a:solidFill>
                  <a:srgbClr val="17243F"/>
                </a:solidFill>
                <a:latin typeface="Arial"/>
                <a:ea typeface="Arial"/>
                <a:cs typeface="Arial"/>
              </a:defRPr>
            </a:lvl5pPr>
            <a:lvl6pPr algn="ctr">
              <a:defRPr sz="1350" b="0">
                <a:solidFill>
                  <a:srgbClr val="17243F"/>
                </a:solidFill>
                <a:latin typeface="Arial"/>
                <a:ea typeface="Arial"/>
                <a:cs typeface="Arial"/>
              </a:defRPr>
            </a:lvl6pPr>
            <a:lvl7pPr algn="ctr">
              <a:defRPr sz="1350" b="0">
                <a:solidFill>
                  <a:srgbClr val="17243F"/>
                </a:solidFill>
                <a:latin typeface="Arial"/>
                <a:ea typeface="Arial"/>
                <a:cs typeface="Arial"/>
              </a:defRPr>
            </a:lvl7pPr>
            <a:lvl8pPr algn="ctr">
              <a:defRPr sz="1350" b="0">
                <a:solidFill>
                  <a:srgbClr val="17243F"/>
                </a:solidFill>
                <a:latin typeface="Arial"/>
                <a:ea typeface="Arial"/>
                <a:cs typeface="Arial"/>
              </a:defRPr>
            </a:lvl8pPr>
            <a:lvl9pPr algn="ctr">
              <a:defRPr sz="1350" b="0">
                <a:solidFill>
                  <a:srgbClr val="17243F"/>
                </a:solidFill>
                <a:latin typeface="Arial"/>
                <a:ea typeface="Arial"/>
                <a:cs typeface="Arial"/>
              </a:defRPr>
            </a:lvl9pPr>
          </a:lstStyle>
          <a:p xmlns:a="http://schemas.openxmlformats.org/drawingml/2006/main">
            <a:pPr algn="ctr">
              <a:defRPr sz="1350" b="0">
                <a:solidFill>
                  <a:srgbClr val="17243F"/>
                </a:solidFill>
                <a:latin typeface="Arial"/>
                <a:ea typeface="Arial"/>
                <a:cs typeface="Arial"/>
              </a:defRPr>
            </a:pPr>
            <a:r>
              <a:rPr sz="1350" b="0">
                <a:solidFill>
                  <a:srgbClr val="17243F"/>
                </a:solidFill>
                <a:latin typeface="Arial"/>
                <a:ea typeface="Arial"/>
                <a:cs typeface="Arial"/>
              </a:rPr>
              <a:t>Specialist agent components</a:t>
            </a:r>
          </a:p>
          <a:p xmlns:a="http://schemas.openxmlformats.org/drawingml/2006/main">
            <a:pPr algn="ctr">
              <a:defRPr sz="1350" b="0">
                <a:solidFill>
                  <a:srgbClr val="17243F"/>
                </a:solidFill>
                <a:latin typeface="Arial"/>
                <a:ea typeface="Arial"/>
                <a:cs typeface="Arial"/>
              </a:defRPr>
            </a:pPr>
            <a:r>
              <a:rPr sz="1350" b="0">
                <a:solidFill>
                  <a:srgbClr val="17243F"/>
                </a:solidFill>
                <a:latin typeface="Arial"/>
                <a:ea typeface="Arial"/>
                <a:cs typeface="Arial"/>
              </a:rPr>
              <a:t>Deterministic implementations</a:t>
            </a:r>
          </a:p>
        </p:txBody>
      </p:sp>
      <p:cxnSp>
        <p:nvCxnSpPr>
          <p:cNvPr id="107" name="Internal delegation 1">
            <a:extLst xmlns:a="http://schemas.openxmlformats.org/drawingml/2006/main">
              <a:ext uri="{FF2B5EF4-FFF2-40B4-BE49-F238E27FC236}">
                <a16:creationId xmlns:a16="http://schemas.microsoft.com/office/drawing/2014/main" id="{C772B05D-3060-4BAC-950A-EA90D9D8E21F}"/>
              </a:ext>
            </a:extLst>
          </p:cNvPr>
          <p:cNvCxnSpPr/>
          <p:nvPr/>
        </p:nvCxnSpPr>
        <p:spPr>
          <a:xfrm xmlns:a="http://schemas.openxmlformats.org/drawingml/2006/main" flipH="0" flipV="0">
            <a:off x="9315450" y="6858000"/>
            <a:ext cx="295275" cy="0"/>
          </a:xfrm>
          <a:prstGeom xmlns:a="http://schemas.openxmlformats.org/drawingml/2006/main" prst="straightConnector1">
            <a:avLst/>
          </a:prstGeom>
          <a:ln xmlns:a="http://schemas.openxmlformats.org/drawingml/2006/main" w="14288">
            <a:solidFill>
              <a:srgbClr val="087F80"/>
            </a:solidFill>
            <a:prstDash val="solid"/>
            <a:tailEnd type="triangle" w="sm" len="sm"/>
          </a:ln>
        </p:spPr>
      </p:cxnSp>
      <p:sp>
        <p:nvSpPr>
          <p:cNvPr id="108" name="Internal component 2">
            <a:extLst xmlns:a="http://schemas.openxmlformats.org/drawingml/2006/main">
              <a:ext uri="{FF2B5EF4-FFF2-40B4-BE49-F238E27FC236}">
                <a16:creationId xmlns:a16="http://schemas.microsoft.com/office/drawing/2014/main" id="{3B7AA910-3A9E-49D1-B135-17DF466F793C}"/>
              </a:ext>
            </a:extLst>
          </p:cNvPr>
          <p:cNvSpPr>
            <a:spLocks xmlns:a="http://schemas.openxmlformats.org/drawingml/2006/main" noGrp="1"/>
          </p:cNvSpPr>
          <p:nvPr/>
        </p:nvSpPr>
        <p:spPr>
          <a:xfrm xmlns:a="http://schemas.openxmlformats.org/drawingml/2006/main">
            <a:off x="9658350" y="6591300"/>
            <a:ext cx="2095500" cy="523875"/>
          </a:xfrm>
          <a:prstGeom xmlns:a="http://schemas.openxmlformats.org/drawingml/2006/main" prst="rect">
            <a:avLst/>
          </a:prstGeom>
          <a:solidFill xmlns:a="http://schemas.openxmlformats.org/drawingml/2006/main">
            <a:srgbClr val="FFFFFF"/>
          </a:solidFill>
          <a:ln xmlns:a="http://schemas.openxmlformats.org/drawingml/2006/main" w="11430">
            <a:solidFill>
              <a:srgbClr val="087F80"/>
            </a:solidFill>
            <a:prstDash val="solid"/>
          </a:ln>
        </p:spPr>
      </p:sp>
      <p:sp>
        <p:nvSpPr>
          <p:cNvPr id="109" name="Component tab upper 2">
            <a:extLst xmlns:a="http://schemas.openxmlformats.org/drawingml/2006/main">
              <a:ext uri="{FF2B5EF4-FFF2-40B4-BE49-F238E27FC236}">
                <a16:creationId xmlns:a16="http://schemas.microsoft.com/office/drawing/2014/main" id="{FB13F93E-C7C6-4473-AF43-516A5C46A889}"/>
              </a:ext>
            </a:extLst>
          </p:cNvPr>
          <p:cNvSpPr>
            <a:spLocks xmlns:a="http://schemas.openxmlformats.org/drawingml/2006/main" noGrp="1"/>
          </p:cNvSpPr>
          <p:nvPr/>
        </p:nvSpPr>
        <p:spPr>
          <a:xfrm xmlns:a="http://schemas.openxmlformats.org/drawingml/2006/main">
            <a:off x="9620250" y="6696075"/>
            <a:ext cx="85725" cy="7620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10" name="Component tab lower 2">
            <a:extLst xmlns:a="http://schemas.openxmlformats.org/drawingml/2006/main">
              <a:ext uri="{FF2B5EF4-FFF2-40B4-BE49-F238E27FC236}">
                <a16:creationId xmlns:a16="http://schemas.microsoft.com/office/drawing/2014/main" id="{BCE67C91-0FCB-4560-A535-772679D9D766}"/>
              </a:ext>
            </a:extLst>
          </p:cNvPr>
          <p:cNvSpPr>
            <a:spLocks xmlns:a="http://schemas.openxmlformats.org/drawingml/2006/main" noGrp="1"/>
          </p:cNvSpPr>
          <p:nvPr/>
        </p:nvSpPr>
        <p:spPr>
          <a:xfrm xmlns:a="http://schemas.openxmlformats.org/drawingml/2006/main">
            <a:off x="9620250" y="6858000"/>
            <a:ext cx="85725" cy="76200"/>
          </a:xfrm>
          <a:prstGeom xmlns:a="http://schemas.openxmlformats.org/drawingml/2006/main" prst="rect">
            <a:avLst/>
          </a:prstGeom>
          <a:solidFill xmlns:a="http://schemas.openxmlformats.org/drawingml/2006/main">
            <a:srgbClr val="FFFFFF"/>
          </a:solidFill>
          <a:ln xmlns:a="http://schemas.openxmlformats.org/drawingml/2006/main" w="9525">
            <a:solidFill>
              <a:srgbClr val="087F80"/>
            </a:solidFill>
            <a:prstDash val="solid"/>
          </a:ln>
        </p:spPr>
      </p:sp>
      <p:sp>
        <p:nvSpPr>
          <p:cNvPr id="111" name="Internal component label 2">
            <a:extLst xmlns:a="http://schemas.openxmlformats.org/drawingml/2006/main">
              <a:ext uri="{FF2B5EF4-FFF2-40B4-BE49-F238E27FC236}">
                <a16:creationId xmlns:a16="http://schemas.microsoft.com/office/drawing/2014/main" id="{97089577-1717-4431-9055-56A5BAA1477D}"/>
              </a:ext>
            </a:extLst>
          </p:cNvPr>
          <p:cNvSpPr>
            <a:spLocks xmlns:a="http://schemas.openxmlformats.org/drawingml/2006/main" noGrp="1"/>
          </p:cNvSpPr>
          <p:nvPr/>
        </p:nvSpPr>
        <p:spPr>
          <a:xfrm xmlns:a="http://schemas.openxmlformats.org/drawingml/2006/main">
            <a:off x="9782175" y="6657975"/>
            <a:ext cx="1847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50" b="0">
                <a:solidFill>
                  <a:srgbClr val="17243F"/>
                </a:solidFill>
                <a:latin typeface="Arial"/>
                <a:ea typeface="Arial"/>
                <a:cs typeface="Arial"/>
              </a:defRPr>
            </a:defPPr>
            <a:lvl1pPr algn="ctr">
              <a:defRPr sz="1350" b="0">
                <a:solidFill>
                  <a:srgbClr val="17243F"/>
                </a:solidFill>
                <a:latin typeface="Arial"/>
                <a:ea typeface="Arial"/>
                <a:cs typeface="Arial"/>
              </a:defRPr>
            </a:lvl1pPr>
            <a:lvl2pPr algn="ctr">
              <a:defRPr sz="1350" b="0">
                <a:solidFill>
                  <a:srgbClr val="17243F"/>
                </a:solidFill>
                <a:latin typeface="Arial"/>
                <a:ea typeface="Arial"/>
                <a:cs typeface="Arial"/>
              </a:defRPr>
            </a:lvl2pPr>
            <a:lvl3pPr algn="ctr">
              <a:defRPr sz="1350" b="0">
                <a:solidFill>
                  <a:srgbClr val="17243F"/>
                </a:solidFill>
                <a:latin typeface="Arial"/>
                <a:ea typeface="Arial"/>
                <a:cs typeface="Arial"/>
              </a:defRPr>
            </a:lvl3pPr>
            <a:lvl4pPr algn="ctr">
              <a:defRPr sz="1350" b="0">
                <a:solidFill>
                  <a:srgbClr val="17243F"/>
                </a:solidFill>
                <a:latin typeface="Arial"/>
                <a:ea typeface="Arial"/>
                <a:cs typeface="Arial"/>
              </a:defRPr>
            </a:lvl4pPr>
            <a:lvl5pPr algn="ctr">
              <a:defRPr sz="1350" b="0">
                <a:solidFill>
                  <a:srgbClr val="17243F"/>
                </a:solidFill>
                <a:latin typeface="Arial"/>
                <a:ea typeface="Arial"/>
                <a:cs typeface="Arial"/>
              </a:defRPr>
            </a:lvl5pPr>
            <a:lvl6pPr algn="ctr">
              <a:defRPr sz="1350" b="0">
                <a:solidFill>
                  <a:srgbClr val="17243F"/>
                </a:solidFill>
                <a:latin typeface="Arial"/>
                <a:ea typeface="Arial"/>
                <a:cs typeface="Arial"/>
              </a:defRPr>
            </a:lvl6pPr>
            <a:lvl7pPr algn="ctr">
              <a:defRPr sz="1350" b="0">
                <a:solidFill>
                  <a:srgbClr val="17243F"/>
                </a:solidFill>
                <a:latin typeface="Arial"/>
                <a:ea typeface="Arial"/>
                <a:cs typeface="Arial"/>
              </a:defRPr>
            </a:lvl7pPr>
            <a:lvl8pPr algn="ctr">
              <a:defRPr sz="1350" b="0">
                <a:solidFill>
                  <a:srgbClr val="17243F"/>
                </a:solidFill>
                <a:latin typeface="Arial"/>
                <a:ea typeface="Arial"/>
                <a:cs typeface="Arial"/>
              </a:defRPr>
            </a:lvl8pPr>
            <a:lvl9pPr algn="ctr">
              <a:defRPr sz="1350" b="0">
                <a:solidFill>
                  <a:srgbClr val="17243F"/>
                </a:solidFill>
                <a:latin typeface="Arial"/>
                <a:ea typeface="Arial"/>
                <a:cs typeface="Arial"/>
              </a:defRPr>
            </a:lvl9pPr>
          </a:lstStyle>
          <a:p xmlns:a="http://schemas.openxmlformats.org/drawingml/2006/main">
            <a:pPr algn="ctr">
              <a:defRPr sz="1350" b="0">
                <a:solidFill>
                  <a:srgbClr val="17243F"/>
                </a:solidFill>
                <a:latin typeface="Arial"/>
                <a:ea typeface="Arial"/>
                <a:cs typeface="Arial"/>
              </a:defRPr>
            </a:pPr>
            <a:r>
              <a:rPr sz="1350" b="0">
                <a:solidFill>
                  <a:srgbClr val="17243F"/>
                </a:solidFill>
                <a:latin typeface="Arial"/>
                <a:ea typeface="Arial"/>
                <a:cs typeface="Arial"/>
              </a:rPr>
              <a:t>Deterministic tools</a:t>
            </a:r>
          </a:p>
          <a:p xmlns:a="http://schemas.openxmlformats.org/drawingml/2006/main">
            <a:pPr algn="ctr">
              <a:defRPr sz="1350" b="0">
                <a:solidFill>
                  <a:srgbClr val="17243F"/>
                </a:solidFill>
                <a:latin typeface="Arial"/>
                <a:ea typeface="Arial"/>
                <a:cs typeface="Arial"/>
              </a:defRPr>
            </a:pPr>
            <a:r>
              <a:rPr sz="1350" b="0">
                <a:solidFill>
                  <a:srgbClr val="17243F"/>
                </a:solidFill>
                <a:latin typeface="Arial"/>
                <a:ea typeface="Arial"/>
                <a:cs typeface="Arial"/>
              </a:rPr>
              <a:t>Scoped financial actions</a:t>
            </a:r>
          </a:p>
        </p:txBody>
      </p:sp>
      <p:sp>
        <p:nvSpPr>
          <p:cNvPr id="112" name="AI candidate disclosure">
            <a:extLst xmlns:a="http://schemas.openxmlformats.org/drawingml/2006/main">
              <a:ext uri="{FF2B5EF4-FFF2-40B4-BE49-F238E27FC236}">
                <a16:creationId xmlns:a16="http://schemas.microsoft.com/office/drawing/2014/main" id="{2DF01800-F66C-48EE-82E6-9D6BA4C56E8B}"/>
              </a:ext>
            </a:extLst>
          </p:cNvPr>
          <p:cNvSpPr>
            <a:spLocks xmlns:a="http://schemas.openxmlformats.org/drawingml/2006/main" noGrp="1"/>
          </p:cNvSpPr>
          <p:nvPr/>
        </p:nvSpPr>
        <p:spPr>
          <a:xfrm xmlns:a="http://schemas.openxmlformats.org/drawingml/2006/main">
            <a:off x="3581400" y="7219950"/>
            <a:ext cx="817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A56A18"/>
                </a:solidFill>
                <a:latin typeface="Arial"/>
                <a:ea typeface="Arial"/>
                <a:cs typeface="Arial"/>
              </a:defRPr>
            </a:defPPr>
            <a:lvl1pPr algn="l">
              <a:defRPr sz="1275" b="0">
                <a:solidFill>
                  <a:srgbClr val="A56A18"/>
                </a:solidFill>
                <a:latin typeface="Arial"/>
                <a:ea typeface="Arial"/>
                <a:cs typeface="Arial"/>
              </a:defRPr>
            </a:lvl1pPr>
            <a:lvl2pPr algn="l">
              <a:defRPr sz="1275" b="0">
                <a:solidFill>
                  <a:srgbClr val="A56A18"/>
                </a:solidFill>
                <a:latin typeface="Arial"/>
                <a:ea typeface="Arial"/>
                <a:cs typeface="Arial"/>
              </a:defRPr>
            </a:lvl2pPr>
            <a:lvl3pPr algn="l">
              <a:defRPr sz="1275" b="0">
                <a:solidFill>
                  <a:srgbClr val="A56A18"/>
                </a:solidFill>
                <a:latin typeface="Arial"/>
                <a:ea typeface="Arial"/>
                <a:cs typeface="Arial"/>
              </a:defRPr>
            </a:lvl3pPr>
            <a:lvl4pPr algn="l">
              <a:defRPr sz="1275" b="0">
                <a:solidFill>
                  <a:srgbClr val="A56A18"/>
                </a:solidFill>
                <a:latin typeface="Arial"/>
                <a:ea typeface="Arial"/>
                <a:cs typeface="Arial"/>
              </a:defRPr>
            </a:lvl4pPr>
            <a:lvl5pPr algn="l">
              <a:defRPr sz="1275" b="0">
                <a:solidFill>
                  <a:srgbClr val="A56A18"/>
                </a:solidFill>
                <a:latin typeface="Arial"/>
                <a:ea typeface="Arial"/>
                <a:cs typeface="Arial"/>
              </a:defRPr>
            </a:lvl5pPr>
            <a:lvl6pPr algn="l">
              <a:defRPr sz="1275" b="0">
                <a:solidFill>
                  <a:srgbClr val="A56A18"/>
                </a:solidFill>
                <a:latin typeface="Arial"/>
                <a:ea typeface="Arial"/>
                <a:cs typeface="Arial"/>
              </a:defRPr>
            </a:lvl6pPr>
            <a:lvl7pPr algn="l">
              <a:defRPr sz="1275" b="0">
                <a:solidFill>
                  <a:srgbClr val="A56A18"/>
                </a:solidFill>
                <a:latin typeface="Arial"/>
                <a:ea typeface="Arial"/>
                <a:cs typeface="Arial"/>
              </a:defRPr>
            </a:lvl7pPr>
            <a:lvl8pPr algn="l">
              <a:defRPr sz="1275" b="0">
                <a:solidFill>
                  <a:srgbClr val="A56A18"/>
                </a:solidFill>
                <a:latin typeface="Arial"/>
                <a:ea typeface="Arial"/>
                <a:cs typeface="Arial"/>
              </a:defRPr>
            </a:lvl8pPr>
            <a:lvl9pPr algn="l">
              <a:defRPr sz="1275" b="0">
                <a:solidFill>
                  <a:srgbClr val="A56A18"/>
                </a:solidFill>
                <a:latin typeface="Arial"/>
                <a:ea typeface="Arial"/>
                <a:cs typeface="Arial"/>
              </a:defRPr>
            </a:lvl9pPr>
          </a:lstStyle>
          <a:p xmlns:a="http://schemas.openxmlformats.org/drawingml/2006/main">
            <a:pPr algn="l">
              <a:defRPr sz="1275" b="0">
                <a:solidFill>
                  <a:srgbClr val="A56A18"/>
                </a:solidFill>
                <a:latin typeface="Arial"/>
                <a:ea typeface="Arial"/>
                <a:cs typeface="Arial"/>
              </a:defRPr>
            </a:pPr>
            <a:r>
              <a:rPr sz="1275" b="0">
                <a:solidFill>
                  <a:srgbClr val="A56A18"/>
                </a:solidFill>
                <a:latin typeface="Arial"/>
                <a:ea typeface="Arial"/>
                <a:cs typeface="Arial"/>
              </a:rPr>
              <a:t>Partial: AI Advisor / mapping Reviewer. Live Gemini runtime verification pending.</a:t>
            </a:r>
          </a:p>
        </p:txBody>
      </p:sp>
      <p:sp>
        <p:nvSpPr>
          <p:cNvPr id="113" name="Takeaway">
            <a:extLst xmlns:a="http://schemas.openxmlformats.org/drawingml/2006/main">
              <a:ext uri="{FF2B5EF4-FFF2-40B4-BE49-F238E27FC236}">
                <a16:creationId xmlns:a16="http://schemas.microsoft.com/office/drawing/2014/main" id="{1769853D-4209-4F08-A270-0678FA9703E8}"/>
              </a:ext>
            </a:extLst>
          </p:cNvPr>
          <p:cNvSpPr>
            <a:spLocks xmlns:a="http://schemas.openxmlformats.org/drawingml/2006/main" noGrp="1"/>
          </p:cNvSpPr>
          <p:nvPr/>
        </p:nvSpPr>
        <p:spPr>
          <a:xfrm xmlns:a="http://schemas.openxmlformats.org/drawingml/2006/main">
            <a:off x="419100" y="7762875"/>
            <a:ext cx="14401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243F"/>
                </a:solidFill>
                <a:latin typeface="Arial"/>
                <a:ea typeface="Arial"/>
                <a:cs typeface="Arial"/>
              </a:defRPr>
            </a:defPPr>
            <a:lvl1pPr algn="l">
              <a:defRPr sz="1800" b="1">
                <a:solidFill>
                  <a:srgbClr val="17243F"/>
                </a:solidFill>
                <a:latin typeface="Arial"/>
                <a:ea typeface="Arial"/>
                <a:cs typeface="Arial"/>
              </a:defRPr>
            </a:lvl1pPr>
            <a:lvl2pPr algn="l">
              <a:defRPr sz="1800" b="1">
                <a:solidFill>
                  <a:srgbClr val="17243F"/>
                </a:solidFill>
                <a:latin typeface="Arial"/>
                <a:ea typeface="Arial"/>
                <a:cs typeface="Arial"/>
              </a:defRPr>
            </a:lvl2pPr>
            <a:lvl3pPr algn="l">
              <a:defRPr sz="1800" b="1">
                <a:solidFill>
                  <a:srgbClr val="17243F"/>
                </a:solidFill>
                <a:latin typeface="Arial"/>
                <a:ea typeface="Arial"/>
                <a:cs typeface="Arial"/>
              </a:defRPr>
            </a:lvl3pPr>
            <a:lvl4pPr algn="l">
              <a:defRPr sz="1800" b="1">
                <a:solidFill>
                  <a:srgbClr val="17243F"/>
                </a:solidFill>
                <a:latin typeface="Arial"/>
                <a:ea typeface="Arial"/>
                <a:cs typeface="Arial"/>
              </a:defRPr>
            </a:lvl4pPr>
            <a:lvl5pPr algn="l">
              <a:defRPr sz="1800" b="1">
                <a:solidFill>
                  <a:srgbClr val="17243F"/>
                </a:solidFill>
                <a:latin typeface="Arial"/>
                <a:ea typeface="Arial"/>
                <a:cs typeface="Arial"/>
              </a:defRPr>
            </a:lvl5pPr>
            <a:lvl6pPr algn="l">
              <a:defRPr sz="1800" b="1">
                <a:solidFill>
                  <a:srgbClr val="17243F"/>
                </a:solidFill>
                <a:latin typeface="Arial"/>
                <a:ea typeface="Arial"/>
                <a:cs typeface="Arial"/>
              </a:defRPr>
            </a:lvl6pPr>
            <a:lvl7pPr algn="l">
              <a:defRPr sz="1800" b="1">
                <a:solidFill>
                  <a:srgbClr val="17243F"/>
                </a:solidFill>
                <a:latin typeface="Arial"/>
                <a:ea typeface="Arial"/>
                <a:cs typeface="Arial"/>
              </a:defRPr>
            </a:lvl7pPr>
            <a:lvl8pPr algn="l">
              <a:defRPr sz="1800" b="1">
                <a:solidFill>
                  <a:srgbClr val="17243F"/>
                </a:solidFill>
                <a:latin typeface="Arial"/>
                <a:ea typeface="Arial"/>
                <a:cs typeface="Arial"/>
              </a:defRPr>
            </a:lvl8pPr>
            <a:lvl9pPr algn="l">
              <a:defRPr sz="1800" b="1">
                <a:solidFill>
                  <a:srgbClr val="17243F"/>
                </a:solidFill>
                <a:latin typeface="Arial"/>
                <a:ea typeface="Arial"/>
                <a:cs typeface="Arial"/>
              </a:defRPr>
            </a:lvl9pPr>
          </a:lstStyle>
          <a:p xmlns:a="http://schemas.openxmlformats.org/drawingml/2006/main">
            <a:pPr algn="l">
              <a:defRPr sz="1800" b="1">
                <a:solidFill>
                  <a:srgbClr val="17243F"/>
                </a:solidFill>
                <a:latin typeface="Arial"/>
                <a:ea typeface="Arial"/>
                <a:cs typeface="Arial"/>
              </a:defRPr>
            </a:pPr>
            <a:r>
              <a:rPr sz="1800" b="1">
                <a:solidFill>
                  <a:srgbClr val="17243F"/>
                </a:solidFill>
                <a:latin typeface="Arial"/>
                <a:ea typeface="Arial"/>
                <a:cs typeface="Arial"/>
              </a:rPr>
              <a:t>People approve consequential choices. Deterministic controls govern every financial action.</a:t>
            </a:r>
          </a:p>
        </p:txBody>
      </p:sp>
      <p:sp>
        <p:nvSpPr>
          <p:cNvPr id="114" name="Legend Beta">
            <a:extLst xmlns:a="http://schemas.openxmlformats.org/drawingml/2006/main">
              <a:ext uri="{FF2B5EF4-FFF2-40B4-BE49-F238E27FC236}">
                <a16:creationId xmlns:a16="http://schemas.microsoft.com/office/drawing/2014/main" id="{21BCA395-C354-43B2-B103-C756874A7FAF}"/>
              </a:ext>
            </a:extLst>
          </p:cNvPr>
          <p:cNvSpPr>
            <a:spLocks xmlns:a="http://schemas.openxmlformats.org/drawingml/2006/main" noGrp="1"/>
          </p:cNvSpPr>
          <p:nvPr/>
        </p:nvSpPr>
        <p:spPr>
          <a:xfrm xmlns:a="http://schemas.openxmlformats.org/drawingml/2006/main">
            <a:off x="419100" y="8267700"/>
            <a:ext cx="209550" cy="123825"/>
          </a:xfrm>
          <a:prstGeom xmlns:a="http://schemas.openxmlformats.org/drawingml/2006/main" prst="ellipse">
            <a:avLst/>
          </a:prstGeom>
          <a:solidFill xmlns:a="http://schemas.openxmlformats.org/drawingml/2006/main">
            <a:srgbClr val="F3FAF9"/>
          </a:solidFill>
          <a:ln xmlns:a="http://schemas.openxmlformats.org/drawingml/2006/main" w="13335">
            <a:solidFill>
              <a:srgbClr val="087F80"/>
            </a:solidFill>
            <a:prstDash val="solid"/>
          </a:ln>
        </p:spPr>
      </p:sp>
      <p:sp>
        <p:nvSpPr>
          <p:cNvPr id="115" name="Legend Beta label">
            <a:extLst xmlns:a="http://schemas.openxmlformats.org/drawingml/2006/main">
              <a:ext uri="{FF2B5EF4-FFF2-40B4-BE49-F238E27FC236}">
                <a16:creationId xmlns:a16="http://schemas.microsoft.com/office/drawing/2014/main" id="{9AC5396A-78A7-431E-A854-F84960114C9A}"/>
              </a:ext>
            </a:extLst>
          </p:cNvPr>
          <p:cNvSpPr>
            <a:spLocks xmlns:a="http://schemas.openxmlformats.org/drawingml/2006/main" noGrp="1"/>
          </p:cNvSpPr>
          <p:nvPr/>
        </p:nvSpPr>
        <p:spPr>
          <a:xfrm xmlns:a="http://schemas.openxmlformats.org/drawingml/2006/main">
            <a:off x="733425" y="8229600"/>
            <a:ext cx="3219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Beta Implemented (synthetic)</a:t>
            </a:r>
          </a:p>
        </p:txBody>
      </p:sp>
      <p:cxnSp>
        <p:nvCxnSpPr>
          <p:cNvPr id="116" name="Legend Partial">
            <a:extLst xmlns:a="http://schemas.openxmlformats.org/drawingml/2006/main">
              <a:ext uri="{FF2B5EF4-FFF2-40B4-BE49-F238E27FC236}">
                <a16:creationId xmlns:a16="http://schemas.microsoft.com/office/drawing/2014/main" id="{63A3B816-6A44-46A7-9608-87D2F2A3A2E7}"/>
              </a:ext>
            </a:extLst>
          </p:cNvPr>
          <p:cNvCxnSpPr/>
          <p:nvPr/>
        </p:nvCxnSpPr>
        <p:spPr>
          <a:xfrm xmlns:a="http://schemas.openxmlformats.org/drawingml/2006/main" flipH="0" flipV="0">
            <a:off x="4219575" y="8334375"/>
            <a:ext cx="228600" cy="0"/>
          </a:xfrm>
          <a:prstGeom xmlns:a="http://schemas.openxmlformats.org/drawingml/2006/main" prst="straightConnector1">
            <a:avLst/>
          </a:prstGeom>
          <a:ln xmlns:a="http://schemas.openxmlformats.org/drawingml/2006/main" w="19050">
            <a:solidFill>
              <a:srgbClr val="A56A18"/>
            </a:solidFill>
            <a:prstDash val="solid"/>
            <a:tailEnd type="none" w="sm" len="sm"/>
          </a:ln>
        </p:spPr>
      </p:cxnSp>
      <p:sp>
        <p:nvSpPr>
          <p:cNvPr id="117" name="Legend Partial label">
            <a:extLst xmlns:a="http://schemas.openxmlformats.org/drawingml/2006/main">
              <a:ext uri="{FF2B5EF4-FFF2-40B4-BE49-F238E27FC236}">
                <a16:creationId xmlns:a16="http://schemas.microsoft.com/office/drawing/2014/main" id="{C5E3069C-4920-4629-84E3-B21DA35A9C69}"/>
              </a:ext>
            </a:extLst>
          </p:cNvPr>
          <p:cNvSpPr>
            <a:spLocks xmlns:a="http://schemas.openxmlformats.org/drawingml/2006/main" noGrp="1"/>
          </p:cNvSpPr>
          <p:nvPr/>
        </p:nvSpPr>
        <p:spPr>
          <a:xfrm xmlns:a="http://schemas.openxmlformats.org/drawingml/2006/main">
            <a:off x="4562475" y="8229600"/>
            <a:ext cx="904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Partial</a:t>
            </a:r>
          </a:p>
        </p:txBody>
      </p:sp>
      <p:sp>
        <p:nvSpPr>
          <p:cNvPr id="118" name="Legend Target">
            <a:extLst xmlns:a="http://schemas.openxmlformats.org/drawingml/2006/main">
              <a:ext uri="{FF2B5EF4-FFF2-40B4-BE49-F238E27FC236}">
                <a16:creationId xmlns:a16="http://schemas.microsoft.com/office/drawing/2014/main" id="{18DD1B6B-CE3D-4DFA-B0C3-E2C06E1D0E9B}"/>
              </a:ext>
            </a:extLst>
          </p:cNvPr>
          <p:cNvSpPr>
            <a:spLocks xmlns:a="http://schemas.openxmlformats.org/drawingml/2006/main" noGrp="1"/>
          </p:cNvSpPr>
          <p:nvPr/>
        </p:nvSpPr>
        <p:spPr>
          <a:xfrm xmlns:a="http://schemas.openxmlformats.org/drawingml/2006/main">
            <a:off x="5819775" y="8258175"/>
            <a:ext cx="190500" cy="152400"/>
          </a:xfrm>
          <a:prstGeom xmlns:a="http://schemas.openxmlformats.org/drawingml/2006/main" prst="rect">
            <a:avLst/>
          </a:prstGeom>
          <a:noFill xmlns:a="http://schemas.openxmlformats.org/drawingml/2006/main"/>
          <a:ln xmlns:a="http://schemas.openxmlformats.org/drawingml/2006/main" w="12383">
            <a:solidFill>
              <a:srgbClr val="8793A4"/>
            </a:solidFill>
            <a:prstDash val="dash"/>
          </a:ln>
        </p:spPr>
      </p:sp>
      <p:sp>
        <p:nvSpPr>
          <p:cNvPr id="119" name="Legend Target label">
            <a:extLst xmlns:a="http://schemas.openxmlformats.org/drawingml/2006/main">
              <a:ext uri="{FF2B5EF4-FFF2-40B4-BE49-F238E27FC236}">
                <a16:creationId xmlns:a16="http://schemas.microsoft.com/office/drawing/2014/main" id="{36BF4291-BB02-40C9-A0D6-AF51235D5B14}"/>
              </a:ext>
            </a:extLst>
          </p:cNvPr>
          <p:cNvSpPr>
            <a:spLocks xmlns:a="http://schemas.openxmlformats.org/drawingml/2006/main" noGrp="1"/>
          </p:cNvSpPr>
          <p:nvPr/>
        </p:nvSpPr>
        <p:spPr>
          <a:xfrm xmlns:a="http://schemas.openxmlformats.org/drawingml/2006/main">
            <a:off x="6124575" y="82296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Target State</a:t>
            </a:r>
          </a:p>
        </p:txBody>
      </p:sp>
      <p:sp>
        <p:nvSpPr>
          <p:cNvPr id="120" name="Human gate legend">
            <a:extLst xmlns:a="http://schemas.openxmlformats.org/drawingml/2006/main">
              <a:ext uri="{FF2B5EF4-FFF2-40B4-BE49-F238E27FC236}">
                <a16:creationId xmlns:a16="http://schemas.microsoft.com/office/drawing/2014/main" id="{EAE7629B-1DF2-438E-A04F-6CC793F0B9BC}"/>
              </a:ext>
            </a:extLst>
          </p:cNvPr>
          <p:cNvSpPr>
            <a:spLocks xmlns:a="http://schemas.openxmlformats.org/drawingml/2006/main" noGrp="1"/>
          </p:cNvSpPr>
          <p:nvPr/>
        </p:nvSpPr>
        <p:spPr>
          <a:xfrm xmlns:a="http://schemas.openxmlformats.org/drawingml/2006/main">
            <a:off x="7896225" y="8220075"/>
            <a:ext cx="228600" cy="228600"/>
          </a:xfrm>
          <a:prstGeom xmlns:a="http://schemas.openxmlformats.org/drawingml/2006/main" prst="diamond">
            <a:avLst/>
          </a:prstGeom>
          <a:solidFill xmlns:a="http://schemas.openxmlformats.org/drawingml/2006/main">
            <a:srgbClr val="FFF7EB"/>
          </a:solidFill>
          <a:ln xmlns:a="http://schemas.openxmlformats.org/drawingml/2006/main" w="12383">
            <a:solidFill>
              <a:srgbClr val="A56A18"/>
            </a:solidFill>
            <a:prstDash val="solid"/>
          </a:ln>
        </p:spPr>
      </p:sp>
      <p:sp>
        <p:nvSpPr>
          <p:cNvPr id="121" name="Human gate H legend">
            <a:extLst xmlns:a="http://schemas.openxmlformats.org/drawingml/2006/main">
              <a:ext uri="{FF2B5EF4-FFF2-40B4-BE49-F238E27FC236}">
                <a16:creationId xmlns:a16="http://schemas.microsoft.com/office/drawing/2014/main" id="{11982936-7DA7-4776-B740-A98AB5B568E8}"/>
              </a:ext>
            </a:extLst>
          </p:cNvPr>
          <p:cNvSpPr>
            <a:spLocks xmlns:a="http://schemas.openxmlformats.org/drawingml/2006/main" noGrp="1"/>
          </p:cNvSpPr>
          <p:nvPr/>
        </p:nvSpPr>
        <p:spPr>
          <a:xfrm xmlns:a="http://schemas.openxmlformats.org/drawingml/2006/main">
            <a:off x="7924800" y="8248650"/>
            <a:ext cx="1714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1">
                <a:solidFill>
                  <a:srgbClr val="A56A18"/>
                </a:solidFill>
                <a:latin typeface="Arial"/>
                <a:ea typeface="Arial"/>
                <a:cs typeface="Arial"/>
              </a:defRPr>
            </a:defPPr>
            <a:lvl1pPr algn="ctr">
              <a:defRPr sz="1050" b="1">
                <a:solidFill>
                  <a:srgbClr val="A56A18"/>
                </a:solidFill>
                <a:latin typeface="Arial"/>
                <a:ea typeface="Arial"/>
                <a:cs typeface="Arial"/>
              </a:defRPr>
            </a:lvl1pPr>
            <a:lvl2pPr algn="ctr">
              <a:defRPr sz="1050" b="1">
                <a:solidFill>
                  <a:srgbClr val="A56A18"/>
                </a:solidFill>
                <a:latin typeface="Arial"/>
                <a:ea typeface="Arial"/>
                <a:cs typeface="Arial"/>
              </a:defRPr>
            </a:lvl2pPr>
            <a:lvl3pPr algn="ctr">
              <a:defRPr sz="1050" b="1">
                <a:solidFill>
                  <a:srgbClr val="A56A18"/>
                </a:solidFill>
                <a:latin typeface="Arial"/>
                <a:ea typeface="Arial"/>
                <a:cs typeface="Arial"/>
              </a:defRPr>
            </a:lvl3pPr>
            <a:lvl4pPr algn="ctr">
              <a:defRPr sz="1050" b="1">
                <a:solidFill>
                  <a:srgbClr val="A56A18"/>
                </a:solidFill>
                <a:latin typeface="Arial"/>
                <a:ea typeface="Arial"/>
                <a:cs typeface="Arial"/>
              </a:defRPr>
            </a:lvl4pPr>
            <a:lvl5pPr algn="ctr">
              <a:defRPr sz="1050" b="1">
                <a:solidFill>
                  <a:srgbClr val="A56A18"/>
                </a:solidFill>
                <a:latin typeface="Arial"/>
                <a:ea typeface="Arial"/>
                <a:cs typeface="Arial"/>
              </a:defRPr>
            </a:lvl5pPr>
            <a:lvl6pPr algn="ctr">
              <a:defRPr sz="1050" b="1">
                <a:solidFill>
                  <a:srgbClr val="A56A18"/>
                </a:solidFill>
                <a:latin typeface="Arial"/>
                <a:ea typeface="Arial"/>
                <a:cs typeface="Arial"/>
              </a:defRPr>
            </a:lvl6pPr>
            <a:lvl7pPr algn="ctr">
              <a:defRPr sz="1050" b="1">
                <a:solidFill>
                  <a:srgbClr val="A56A18"/>
                </a:solidFill>
                <a:latin typeface="Arial"/>
                <a:ea typeface="Arial"/>
                <a:cs typeface="Arial"/>
              </a:defRPr>
            </a:lvl7pPr>
            <a:lvl8pPr algn="ctr">
              <a:defRPr sz="1050" b="1">
                <a:solidFill>
                  <a:srgbClr val="A56A18"/>
                </a:solidFill>
                <a:latin typeface="Arial"/>
                <a:ea typeface="Arial"/>
                <a:cs typeface="Arial"/>
              </a:defRPr>
            </a:lvl8pPr>
            <a:lvl9pPr algn="ctr">
              <a:defRPr sz="1050" b="1">
                <a:solidFill>
                  <a:srgbClr val="A56A18"/>
                </a:solidFill>
                <a:latin typeface="Arial"/>
                <a:ea typeface="Arial"/>
                <a:cs typeface="Arial"/>
              </a:defRPr>
            </a:lvl9pPr>
          </a:lstStyle>
          <a:p xmlns:a="http://schemas.openxmlformats.org/drawingml/2006/main">
            <a:pPr algn="ctr">
              <a:defRPr sz="1050" b="1">
                <a:solidFill>
                  <a:srgbClr val="A56A18"/>
                </a:solidFill>
                <a:latin typeface="Arial"/>
                <a:ea typeface="Arial"/>
                <a:cs typeface="Arial"/>
              </a:defRPr>
            </a:pPr>
            <a:r>
              <a:rPr sz="1050" b="1">
                <a:solidFill>
                  <a:srgbClr val="A56A18"/>
                </a:solidFill>
                <a:latin typeface="Arial"/>
                <a:ea typeface="Arial"/>
                <a:cs typeface="Arial"/>
              </a:rPr>
              <a:t>H</a:t>
            </a:r>
          </a:p>
        </p:txBody>
      </p:sp>
      <p:sp>
        <p:nvSpPr>
          <p:cNvPr id="122" name="Legend Human label">
            <a:extLst xmlns:a="http://schemas.openxmlformats.org/drawingml/2006/main">
              <a:ext uri="{FF2B5EF4-FFF2-40B4-BE49-F238E27FC236}">
                <a16:creationId xmlns:a16="http://schemas.microsoft.com/office/drawing/2014/main" id="{4C99DD49-4984-46EC-8C76-511F8DFB310D}"/>
              </a:ext>
            </a:extLst>
          </p:cNvPr>
          <p:cNvSpPr>
            <a:spLocks xmlns:a="http://schemas.openxmlformats.org/drawingml/2006/main" noGrp="1"/>
          </p:cNvSpPr>
          <p:nvPr/>
        </p:nvSpPr>
        <p:spPr>
          <a:xfrm xmlns:a="http://schemas.openxmlformats.org/drawingml/2006/main">
            <a:off x="8239125" y="8229600"/>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9657A"/>
                </a:solidFill>
                <a:latin typeface="Arial"/>
                <a:ea typeface="Arial"/>
                <a:cs typeface="Arial"/>
              </a:defRPr>
            </a:defPPr>
            <a:lvl1pPr algn="l">
              <a:defRPr sz="1275" b="0">
                <a:solidFill>
                  <a:srgbClr val="59657A"/>
                </a:solidFill>
                <a:latin typeface="Arial"/>
                <a:ea typeface="Arial"/>
                <a:cs typeface="Arial"/>
              </a:defRPr>
            </a:lvl1pPr>
            <a:lvl2pPr algn="l">
              <a:defRPr sz="1275" b="0">
                <a:solidFill>
                  <a:srgbClr val="59657A"/>
                </a:solidFill>
                <a:latin typeface="Arial"/>
                <a:ea typeface="Arial"/>
                <a:cs typeface="Arial"/>
              </a:defRPr>
            </a:lvl2pPr>
            <a:lvl3pPr algn="l">
              <a:defRPr sz="1275" b="0">
                <a:solidFill>
                  <a:srgbClr val="59657A"/>
                </a:solidFill>
                <a:latin typeface="Arial"/>
                <a:ea typeface="Arial"/>
                <a:cs typeface="Arial"/>
              </a:defRPr>
            </a:lvl3pPr>
            <a:lvl4pPr algn="l">
              <a:defRPr sz="1275" b="0">
                <a:solidFill>
                  <a:srgbClr val="59657A"/>
                </a:solidFill>
                <a:latin typeface="Arial"/>
                <a:ea typeface="Arial"/>
                <a:cs typeface="Arial"/>
              </a:defRPr>
            </a:lvl4pPr>
            <a:lvl5pPr algn="l">
              <a:defRPr sz="1275" b="0">
                <a:solidFill>
                  <a:srgbClr val="59657A"/>
                </a:solidFill>
                <a:latin typeface="Arial"/>
                <a:ea typeface="Arial"/>
                <a:cs typeface="Arial"/>
              </a:defRPr>
            </a:lvl5pPr>
            <a:lvl6pPr algn="l">
              <a:defRPr sz="1275" b="0">
                <a:solidFill>
                  <a:srgbClr val="59657A"/>
                </a:solidFill>
                <a:latin typeface="Arial"/>
                <a:ea typeface="Arial"/>
                <a:cs typeface="Arial"/>
              </a:defRPr>
            </a:lvl6pPr>
            <a:lvl7pPr algn="l">
              <a:defRPr sz="1275" b="0">
                <a:solidFill>
                  <a:srgbClr val="59657A"/>
                </a:solidFill>
                <a:latin typeface="Arial"/>
                <a:ea typeface="Arial"/>
                <a:cs typeface="Arial"/>
              </a:defRPr>
            </a:lvl7pPr>
            <a:lvl8pPr algn="l">
              <a:defRPr sz="1275" b="0">
                <a:solidFill>
                  <a:srgbClr val="59657A"/>
                </a:solidFill>
                <a:latin typeface="Arial"/>
                <a:ea typeface="Arial"/>
                <a:cs typeface="Arial"/>
              </a:defRPr>
            </a:lvl8pPr>
            <a:lvl9pPr algn="l">
              <a:defRPr sz="1275" b="0">
                <a:solidFill>
                  <a:srgbClr val="59657A"/>
                </a:solidFill>
                <a:latin typeface="Arial"/>
                <a:ea typeface="Arial"/>
                <a:cs typeface="Arial"/>
              </a:defRPr>
            </a:lvl9pPr>
          </a:lstStyle>
          <a:p xmlns:a="http://schemas.openxmlformats.org/drawingml/2006/main">
            <a:pPr algn="l">
              <a:defRPr sz="1275" b="0">
                <a:solidFill>
                  <a:srgbClr val="59657A"/>
                </a:solidFill>
                <a:latin typeface="Arial"/>
                <a:ea typeface="Arial"/>
                <a:cs typeface="Arial"/>
              </a:defRPr>
            </a:pPr>
            <a:r>
              <a:rPr sz="1275" b="0">
                <a:solidFill>
                  <a:srgbClr val="59657A"/>
                </a:solidFill>
                <a:latin typeface="Arial"/>
                <a:ea typeface="Arial"/>
                <a:cs typeface="Arial"/>
              </a:rPr>
              <a:t>Human approval</a:t>
            </a:r>
          </a:p>
        </p:txBody>
      </p:sp>
      <p:sp>
        <p:nvSpPr>
          <p:cNvPr id="123" name="Legend index explanation">
            <a:extLst xmlns:a="http://schemas.openxmlformats.org/drawingml/2006/main">
              <a:ext uri="{FF2B5EF4-FFF2-40B4-BE49-F238E27FC236}">
                <a16:creationId xmlns:a16="http://schemas.microsoft.com/office/drawing/2014/main" id="{65791E20-7FB1-408B-9113-23A532BE72D3}"/>
              </a:ext>
            </a:extLst>
          </p:cNvPr>
          <p:cNvSpPr>
            <a:spLocks xmlns:a="http://schemas.openxmlformats.org/drawingml/2006/main" noGrp="1"/>
          </p:cNvSpPr>
          <p:nvPr/>
        </p:nvSpPr>
        <p:spPr>
          <a:xfrm xmlns:a="http://schemas.openxmlformats.org/drawingml/2006/main">
            <a:off x="11163300" y="8229600"/>
            <a:ext cx="365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9657A"/>
                </a:solidFill>
                <a:latin typeface="Arial"/>
                <a:ea typeface="Arial"/>
                <a:cs typeface="Arial"/>
              </a:defRPr>
            </a:defPPr>
            <a:lvl1pPr algn="r">
              <a:defRPr sz="1275" b="0">
                <a:solidFill>
                  <a:srgbClr val="59657A"/>
                </a:solidFill>
                <a:latin typeface="Arial"/>
                <a:ea typeface="Arial"/>
                <a:cs typeface="Arial"/>
              </a:defRPr>
            </a:lvl1pPr>
            <a:lvl2pPr algn="r">
              <a:defRPr sz="1275" b="0">
                <a:solidFill>
                  <a:srgbClr val="59657A"/>
                </a:solidFill>
                <a:latin typeface="Arial"/>
                <a:ea typeface="Arial"/>
                <a:cs typeface="Arial"/>
              </a:defRPr>
            </a:lvl2pPr>
            <a:lvl3pPr algn="r">
              <a:defRPr sz="1275" b="0">
                <a:solidFill>
                  <a:srgbClr val="59657A"/>
                </a:solidFill>
                <a:latin typeface="Arial"/>
                <a:ea typeface="Arial"/>
                <a:cs typeface="Arial"/>
              </a:defRPr>
            </a:lvl3pPr>
            <a:lvl4pPr algn="r">
              <a:defRPr sz="1275" b="0">
                <a:solidFill>
                  <a:srgbClr val="59657A"/>
                </a:solidFill>
                <a:latin typeface="Arial"/>
                <a:ea typeface="Arial"/>
                <a:cs typeface="Arial"/>
              </a:defRPr>
            </a:lvl4pPr>
            <a:lvl5pPr algn="r">
              <a:defRPr sz="1275" b="0">
                <a:solidFill>
                  <a:srgbClr val="59657A"/>
                </a:solidFill>
                <a:latin typeface="Arial"/>
                <a:ea typeface="Arial"/>
                <a:cs typeface="Arial"/>
              </a:defRPr>
            </a:lvl5pPr>
            <a:lvl6pPr algn="r">
              <a:defRPr sz="1275" b="0">
                <a:solidFill>
                  <a:srgbClr val="59657A"/>
                </a:solidFill>
                <a:latin typeface="Arial"/>
                <a:ea typeface="Arial"/>
                <a:cs typeface="Arial"/>
              </a:defRPr>
            </a:lvl6pPr>
            <a:lvl7pPr algn="r">
              <a:defRPr sz="1275" b="0">
                <a:solidFill>
                  <a:srgbClr val="59657A"/>
                </a:solidFill>
                <a:latin typeface="Arial"/>
                <a:ea typeface="Arial"/>
                <a:cs typeface="Arial"/>
              </a:defRPr>
            </a:lvl7pPr>
            <a:lvl8pPr algn="r">
              <a:defRPr sz="1275" b="0">
                <a:solidFill>
                  <a:srgbClr val="59657A"/>
                </a:solidFill>
                <a:latin typeface="Arial"/>
                <a:ea typeface="Arial"/>
                <a:cs typeface="Arial"/>
              </a:defRPr>
            </a:lvl8pPr>
            <a:lvl9pPr algn="r">
              <a:defRPr sz="1275" b="0">
                <a:solidFill>
                  <a:srgbClr val="59657A"/>
                </a:solidFill>
                <a:latin typeface="Arial"/>
                <a:ea typeface="Arial"/>
                <a:cs typeface="Arial"/>
              </a:defRPr>
            </a:lvl9pPr>
          </a:lstStyle>
          <a:p xmlns:a="http://schemas.openxmlformats.org/drawingml/2006/main">
            <a:pPr algn="r">
              <a:defRPr sz="1275" b="0">
                <a:solidFill>
                  <a:srgbClr val="59657A"/>
                </a:solidFill>
                <a:latin typeface="Arial"/>
                <a:ea typeface="Arial"/>
                <a:cs typeface="Arial"/>
              </a:defRPr>
            </a:pPr>
            <a:r>
              <a:rPr sz="1275" b="0">
                <a:solidFill>
                  <a:srgbClr val="59657A"/>
                </a:solidFill>
                <a:latin typeface="Arial"/>
                <a:ea typeface="Arial"/>
                <a:cs typeface="Arial"/>
              </a:rPr>
              <a:t>Numbers identify use cases</a:t>
            </a:r>
          </a:p>
        </p:txBody>
      </p:sp>
    </p:spTree>
    <p:extLst>
      <p:ext uri="{BB962C8B-B14F-4D97-AF65-F5344CB8AC3E}">
        <p14:creationId xmlns:p14="http://schemas.microsoft.com/office/powerpoint/2010/main" val="641522644"/>
      </p:ext>
    </p:extLst>
  </p:cSld>
</p:sld>
</file>

<file path=ppt/theme/theme1.xml><?xml version="1.0" encoding="utf-8"?>
<a:theme xmlns:a="http://schemas.openxmlformats.org/drawingml/2006/main" name="ChatGPT">
  <a:themeElements>
    <a:clrScheme name="MoveBooks Use Cases">
      <a:dk1>
        <a:srgbClr val="000000"/>
      </a:dk1>
      <a:lt1>
        <a:srgbClr val="FFFFFF"/>
      </a:lt1>
      <a:dk2>
        <a:srgbClr val="17243F"/>
      </a:dk2>
      <a:lt2>
        <a:srgbClr val="F0F3F6"/>
      </a:lt2>
      <a:accent1>
        <a:srgbClr val="087F80"/>
      </a:accent1>
      <a:accent2>
        <a:srgbClr val="A56A18"/>
      </a:accent2>
      <a:accent3>
        <a:srgbClr val="8793A4"/>
      </a:accent3>
      <a:accent4>
        <a:srgbClr val="D6E8E7"/>
      </a:accent4>
      <a:accent5>
        <a:srgbClr val="4E6279"/>
      </a:accent5>
      <a:accent6>
        <a:srgbClr val="EED9B6"/>
      </a:accent6>
      <a:hlink>
        <a:srgbClr val="087F80"/>
      </a:hlink>
      <a:folHlink>
        <a:srgbClr val="087F80"/>
      </a:folHlink>
    </a:clrScheme>
    <a:fontScheme name="">
      <a:majorFont>
        <a:latin typeface="Arial"/>
        <a:ea typeface=""/>
        <a:cs typeface=""/>
      </a:majorFont>
      <a:minorFont>
        <a:latin typeface="Arial"/>
        <a:ea typeface=""/>
        <a:cs typeface=""/>
      </a:minorFont>
    </a:fontScheme>
    <a:fmtScheme name="MoveBooks Use Cas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2026-10-18T10:47:44.3520000Z</dcterms:created>
  <dcterms:modified xsi:type="dcterms:W3CDTF">2026-10-18T10:47:44.3520000Z</dcterms:modified>
</coreProperties>
</file>